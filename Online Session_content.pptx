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5-11-30T04:14:03.3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1687 1371 205,'0'0'96,"0"0"-23,0 0-24,0 0-40,0 0-9,0 0 0,0 0-4,-3-7-3,3 7-23,0 0-59,0 0-22</inkml:trace>
  <inkml:trace contextRef="#ctx0" brushRef="#br0" timeOffset="1646.171">2552 1388 656,'0'0'133,"0"0"8,0 0-76,9-89 1,-9 66-11,-1-2-5,-13 1 0,-5 2-25,-8 4-1,-7 3-14,-10 11-10,-6 4 20,-2 13-16,2 20 1,9 14-5,8 11 3,13 6 2,7-3-5,13-13 0,0-10-6,13-15 1,17-12 0,6-11 4,7 0-11,3-26 12,1-12-11,-3-10-7,-3-9 3,-5 1 10,-11 5 5,-6 9 7,-10 16 0,-4 11 11,-5 11-6,0 4-4,0 8-8,0 24-4,0 19 4,0 16 1,0 6 1,0 5 3,3 2-5,1-1 0,-2 4 0,-2-2 3,0-5-3,0-9 0,0-17 1,0-16-5,-6-16 4,-2-11 0,-2-7 21,-5 0-2,-6-11 3,-3-17-8,0-12-12,-1-8 2,6-5-4,7-4-17,7 2 8,5 6-24,17 7-44,21 3-86,7 9-110</inkml:trace>
  <inkml:trace contextRef="#ctx0" brushRef="#br0" timeOffset="2231.2172">2782 1528 737,'0'0'61,"0"0"49,0 0-43,3 88-32,15-76-35,4-5 8,1-7-7,1 0 0,-2-8 7,-1-11-8,-5-3-2,-1-5-2,-7-1-2,-5-1-4,-3-2 8,0 1 1,-18-5 1,1 3 4,-5 8 11,1 9 9,-3 15-22,0 0 9,-4 20-11,0 19 1,-1 12 5,4 6-1,7 1 0,9-5 9,9-11-14,4-10 0,22-9 0,11-12 1,5-11 11,7 0-10,-1-19-2,1-13-49,-1-3-51,-2-4 9,-13-2 31,-5-2 60,-14-2 30,-11-4 53,-3-2-10,0 6-8,-3 8-10,-5 16 11,4 13-14,1 8-13,-3 0-12,-3 28-27,0 17 0,-3 15 5,6 9-3,3-9-1,3-8-1,9-11 3,12-11-3,7-11 0,4-9-15,-4-10-60,2 0-117,-11-15-371</inkml:trace>
  <inkml:trace contextRef="#ctx0" brushRef="#br0" timeOffset="2380.9155">3021 1515 945,'0'0'60,"0"0"22,0 0-53,95-5-29,-32-10-40,13-3-205,2-3-362</inkml:trace>
  <inkml:trace contextRef="#ctx0" brushRef="#br0" timeOffset="3168.2074">3780 1196 606,'0'0'86,"0"0"15,0 0 19,0 0-64,0 0 0,0 0-1,-3-26-31,0 26 17,-1 0-19,1 22-14,-2 22 9,2 16-7,-1 13 18,2 0-7,2-8-17,0-12 1,0-9-5,0-13-45,0-10-83,3-12-78,-3-9-177</inkml:trace>
  <inkml:trace contextRef="#ctx0" brushRef="#br0" timeOffset="3784.2253">3579 1478 606,'0'0'96,"0"0"23,0 0-21,0 0-59,0 0-4,91 61-6,-42-61-22,9-9 16,5-20-23,-1-8-13,-5-5-28,-9-4 6,-14-1-18,-14 3 43,-14 6 10,-6 7 9,-2 10 25,-14 10-2,-1 11 1,1 0-22,-2 15-1,0 17-4,3 10-4,5 5 36,5 2-26,5-7-4,0-7-2,12-10-4,11-9 1,5-9-3,2-7-5,4 0 2,-1-10-47,-3-10-68,-3-2-135,-8-2-64,-4 2 104,-8 7 213,-5 11 129,-2 4 90,0 21-126,-5 15 45,-2 6-16,4 0-41,3-4-52,0-5-18,18-6-11,10-9 9,8-7-5,6-11-4,1 0 0,-3-12-11,-4-15-54,-6-6-35,-6-2 31,-9-5 69,-8-2 18,-4-3 44,-3 7 29,0 10-31,0 13-16,0 15 22,0 13-57,-3 24-6,-7 9 4,1 4-2,0-2-5,3-8-3,5-4-63,1-9-65,0-13-402</inkml:trace>
  <inkml:trace contextRef="#ctx0" brushRef="#br0" timeOffset="4045.8438">4465 1144 783,'0'0'3,"0"0"75,0 0-50,0 0 10,0 0-14,0 0-16,0 80 5,-25-70-11,-8-4 2,-3-6-7,3 0 3,6-11-6,10-8 0,9-2 4,8 0-1,0 0-9,12 5-9,12 8-32,9 6-96,4 2-209</inkml:trace>
  <inkml:trace contextRef="#ctx0" brushRef="#br0" timeOffset="4481.0232">4659 1498 970,'0'0'13,"0"0"19,0 119-1,12-56-17,0 5-10,-3-2 0,-2-8-4,-7-10-6,0-12-38,0-14-32,0-11-23,-4-11 27,-7-2 16,4-24-85,-1-9-113,3-6 60,2-4 194,-2-6 63,-1-4 152,3-6-9,3-2-53,0 2-34,9 7-55,21 12-42,7 14-16,8 17-6,1 11 0,0 7 4,-5 20-1,-10 6 8,-9 4 14,-14 3 0,-8-4 9,-11 1-4,-23-5-20,-11-3 5,-3-7-15,-2-6-30,9-11-93,13-5-292</inkml:trace>
  <inkml:trace contextRef="#ctx0" brushRef="#br0" timeOffset="4690.8247">5034 1206 892,'0'0'37,"0"100"123,-2-29-68,-1 3-39,3-10-24,0-15-18,7-13-11,16-18-1,10-12-81,4-6-106,-3-17-221</inkml:trace>
  <inkml:trace contextRef="#ctx0" brushRef="#br0" timeOffset="5245.7869">5271 1329 692,'0'0'88,"0"0"57,-33 112-3,25-63-79,5-5-19,3-9-15,0-10-13,5-9 7,7-9-9,10-7-14,2-6 0,4-18-12,-1-10-63,-6-4 3,-5-3 4,-8-4 65,-8-1 2,0 0 1,-8 8 1,-12 9 8,-4 18 0,-3 11 28,-4 0-34,-5 29 14,0 13 34,5 12-22,2 6 0,11-3-14,10-3-14,8-6 3,1-9 3,23-9-7,7-9 4,10-9-3,6-12 10,5 0-8,2-23-3,0-10-16,-5 0-22,-4-6 22,-5-1 11,-13-3 5,-9-6 10,-14-7 5,-4-3 4,-1 3 1,-13 6-4,3 18 23,3 14 1,5 12 3,0 6-5,3 12-38,0 22 0,6 23-8,3 15 12,0 7-4,-2-3 0,4-8 1,10-11 0,5-11-1,7-10-33,5-13-47,-7-14-106,-1-9-142</inkml:trace>
  <inkml:trace contextRef="#ctx0" brushRef="#br0" timeOffset="5402.1671">5611 1494 828,'0'0'237,"0"0"-177,0 0 29,0 0-75,0 0-14,124-14-51,-77 1-157,1-2-294</inkml:trace>
  <inkml:trace contextRef="#ctx0" brushRef="#br0" timeOffset="5524.209">6291 1336 1054,'0'0'128,"0"0"-9,0 0-12,0 0-80,0 0-12,0 0-15,-76 42-124</inkml:trace>
  <inkml:trace contextRef="#ctx0" brushRef="#br0" timeOffset="21964.768">2769 2181 456,'0'0'88,"0"0"-9,0 0 7,0 0 24,0 0-20,0 0-46,0 0-2,-60 0-11,60 0 11,0 0-22,0 1-14,24 4-4,12 0-2,23 0 0,28-4 4,23-1-1,23 0 9,18 0 15,19 0-16,9 0 0,9 0-5,3 0-2,-6 0 4,-12 0-4,-15 0-4,-12 0 0,-19 0-1,-16 0 0,-14 0 2,-17 0-1,-14 0 0,-20-6 2,-22 3-2,-12 1 0,-11 0 2,-1 1 16,0-1 44,0 1-25,-1-2-6,-1 1-28,2 0 6,0 1-9,0-1 5,0 2-11,0 0-24,0 0-58,0 0-83,2 0-221,2 0-134</inkml:trace>
  <inkml:trace contextRef="#ctx0" brushRef="#br0" timeOffset="22091.9965">5288 2178 565,'0'0'171,"0"0"-69,0 0 7,0 0-29,0 0-21,0 0-28,2-5-31,-2-11-3,0-9-302</inkml:trace>
  <inkml:trace contextRef="#ctx0" brushRef="#br0" timeOffset="37389.9983">6336 1064 803,'0'0'151,"0"0"-72,0 0 18,0 0-17,0 0-42,0 0-7,0 0-25,0 0-2,-70 137 22,50-50 13,-2 13 8,13 2-16,6-6-23,3-15 6,20-14-14,21-15 3,26-14-6,24-12-3,27-15-73,24-11-31,7-6-223</inkml:trace>
  <inkml:trace contextRef="#ctx0" brushRef="#br0" timeOffset="38344.2381">12593 1069 859,'0'0'99,"0"0"-24,0 0 42,0 0-11,0 0-51,0 0-49,39-42-2,16 64 3,14 23-7,1 18 11,-10 26 13,-22 17 12,-29 8-24,-15 0-11,-44-9-1,-21-14 0,-9-10-40,4-15-101,13-16-124</inkml:trace>
  <inkml:trace contextRef="#ctx0" brushRef="#br0" timeOffset="45455.969">7113 1301 555,'0'0'221,"0"0"-101,0 0-36,0 0 20,0 0-21,0 0-53,0 0 3,0 0-7,-19-18-21,16 47 4,-2 12-9,4 10 1,1-2 0,0-4 0,19-9-2,8-10-2,6-10 1,9-9 2,1-7-27,0-4-58,-7-20-8,-5-9 43,-10-4-53,-10-2-56,-8-3 60,-3 2 99,0 3 19,-11 9 64,-2 7-42,5 10 36,4 5-37,1 6-9,3 10-25,0 21-6,0 14 9,0 9 12,3 0-3,1-5-9,-2-8 10,-2-7 2,0-9 4,0-6 4,0-8-24,0-10 4,0-1 3,-2-8-12,-2-22-38,1-11-30,1-15-50,2-13-31,0-3 14,0 7 14,6 11 111,15 23 10,7 17 34,4 14 40,-1 4 34,-4 28-30,0 13 26,-6 9-40,-9 4-34,-5-4-13,-7-5-8,0-8-9,0-9-19,-7-6-83,-10-10-232</inkml:trace>
  <inkml:trace contextRef="#ctx0" brushRef="#br0" timeOffset="45680.9501">7255 1054 721,'0'0'181,"0"0"-158,0 0 5,0 0 24,0 0-11,-63 77-26,41-64-6,1-7-4,6-6-5,0 0-21,2-16-16,1-8-49,12-4 10,0-3-108,3 3-128</inkml:trace>
  <inkml:trace contextRef="#ctx0" brushRef="#br0" timeOffset="45943.6435">7747 1158 1007,'0'0'76,"0"0"-17,-22 79 14,17-28-19,5 7-24,0 1-11,5-6-19,10-14 0,7-12-2,0-12-10,2-8-20,-4-7-94,-7 0-126,-4-7-538</inkml:trace>
  <inkml:trace contextRef="#ctx0" brushRef="#br0" timeOffset="46109.0161">7762 1385 467,'0'0'566,"0"0"-460,0 0-33,0 0-31,0 0-31,118-72-11,-58 61-33,7 5-41,5 5-22,-1 1-239</inkml:trace>
  <inkml:trace contextRef="#ctx0" brushRef="#br0" timeOffset="46647.9821">8535 1165 925,'0'0'88,"0"0"2,0 0-2,0 0-46,0 0-30,0 0-9,-89-4 1,59 14-3,3-1-1,4-2 0,4-3 2,10-3-3,3 1 1,6-2-6,0 0 1,0 0-19,0 0-5,7-2 25,1 1-4,1 1 5,0 1-7,-2 17-6,-1 13 16,-3 12 0,-1 10 4,-2 6 9,0 3-3,0-2 10,0-7-7,-2-7 6,-1-8 1,3-8 7,0-8-3,2-6-11,14-6-12,5-6 12,12-4-10,10 0-3,7-17-8,2-6-61,-5-4-104,-8-2-135</inkml:trace>
  <inkml:trace contextRef="#ctx0" brushRef="#br0" timeOffset="47081.7471">8723 1184 829,'0'0'117,"0"0"-89,0 0 24,82-29-23,-37 19-12,7-2-7,-3-1-10,-7-1 1,-9 0-1,-12 4-17,-11 3 8,-8 3 4,-2 4 5,0-2 13,0 2 23,-5 0-19,-2 0-10,2 0-7,1 15 0,1 3-7,3 6 7,0 5 0,0 5 2,10 6-2,2 5 0,3 6 0,0 7 46,0 1-24,-5 0 14,-2-5 8,-7-8-6,-1-6-12,-10-5-22,-17-5-2,-6-6 1,0-9-3,2-9-11,9-6-65,10-6-132,7-16-515</inkml:trace>
  <inkml:trace contextRef="#ctx0" brushRef="#br0" timeOffset="47311.7137">9793 1635 1241,'0'0'18,"0"0"-18,0 0-6,-38 78 6,32-35 0,1 3-22,5-6-162,0-2-114</inkml:trace>
  <inkml:trace contextRef="#ctx0" brushRef="#br0" timeOffset="47974.7407">10200 1326 587,'0'0'286,"0"0"-226,0 0-18,0 0 26,-15 108 24,13-59-51,2-5-29,5-7 13,17-8-1,4-8-11,8-8-4,2-10-7,-3-3-4,-4-6 1,-6-18-40,-5-9-34,-9-3-23,1-7-18,-8-1 38,-2-1 52,0 8 26,0 7 11,0 14 45,0 10-5,-2 6 11,2 15-39,0 20-17,0 14 37,0 5 8,0-2-33,0-7-1,0-8 13,3-7-5,0-9 12,0-9-23,-3-5-10,0-5 4,0-2-2,0-6 6,0-16-12,0-12-43,0-9-24,0-6-30,2-10 31,10-1 42,4 10 17,11 12 7,1 21 2,3 17 18,1 1 17,-4 30 19,-4 15-8,-1 6 11,-7 3-32,-7-3-12,-6-9-15,-3-6 0,-2-10-44,-17-9-104,-2-9-98</inkml:trace>
  <inkml:trace contextRef="#ctx0" brushRef="#br0" timeOffset="48195.2613">10318 1163 906,'0'0'115,"0"0"-36,0 0-3,0 0-48,0 0 4,0 0-5,-60 39-21,48-35 3,-1-4-8,7 0-1,-2-3-6,5-12-41,3-5-63,0-1-67,8 1-271</inkml:trace>
  <inkml:trace contextRef="#ctx0" brushRef="#br0" timeOffset="48495.0542">10826 1223 1022,'0'0'53,"0"0"15,0 0-18,0 0 20,2 127-13,2-58-30,4 2 3,3-5 11,3-9-29,3-14 7,4-10-18,1-12-2,2-11-2,0-10-32,1-8-41,-4-21-122,-10-5-317</inkml:trace>
  <inkml:trace contextRef="#ctx0" brushRef="#br0" timeOffset="48634.2384">10862 1428 978,'0'0'139,"0"0"-26,0 0-23,0 0-49,102-29-18,-47 15-23,9-2-17,0-7-119,-4-3-532</inkml:trace>
  <inkml:trace contextRef="#ctx0" brushRef="#br0" timeOffset="49880.0282">9299 795 277,'0'0'476,"0"0"-367,0 0-40,0 0 9,4-86-18,-4 72-2,-9 3-25,-8 4-2,-6 3-6,-2 4-25,-7 8-1,1 16-1,3 10-1,8 7 0,10 3 1,10 1-4,0-4 6,9-7 0,13-10 4,6-9 1,2-10-5,5-5 0,-1-9-3,2-18-24,-3-8-36,-8-3-17,-4-1 18,-11-3 27,-8 2 12,-2 3 23,0 10 4,0 10 16,-5 11 35,4 6-5,1 20-50,0 16 1,13 7 9,17 0-1,13-7-9,7-8-63,8-8-263</inkml:trace>
  <inkml:trace contextRef="#ctx0" brushRef="#br0" timeOffset="51861.3789">11947 1374 760,'0'0'148,"0"0"-89,0 0 24,0 0 18,-57-82-66,35 68-1,-1 5-17,-5 6-6,-2 3-8,0 3-3,-1 22-1,4 10 1,7 13-8,7 6 8,13 2 0,0-6 2,13-8-2,12-8 2,3-13-2,5-9 6,-2-9-4,4-3 5,-1-12-7,-3-19-3,-2-9-5,-7-11-11,-10-9 12,-7-7 5,-5-4 0,0 0 1,-12-1-1,-8-3 2,-2 2 8,-1 7 5,7 19 8,6 17 1,5 21-3,5 9 8,0 40-27,0 26 2,12 26-4,9 16 4,10 0-1,10-5-1,6-14-12,5-20-104,1-18-235</inkml:trace>
  <inkml:trace contextRef="#ctx0" brushRef="#br0" timeOffset="58083.7283">21731 1106 984,'0'0'73,"0"0"9,0 0 19,0 0-26,0 0-58,-9-80 2,30 62-16,10-1-1,7 3-2,6 8 3,4 6-3,-3 2 0,-6 15-7,-12 15 6,-18 8-3,-9 8 4,-16 3-6,-25-1 12,-8-1-5,-5-6-1,6-6-1,13-7-6,13-11 3,11-8-14,9-9 5,2-3-17,9-20 1,21-5-26,10 4 27,8 9 25,0 11-5,0 4 6,1 16-2,-6 19 8,-6 9 27,-16 7 28,-21 0-55,-7 0 9,-41 1 28,-18-3-13,-10-5-10,-1-6-12,10-8 0,17-14-6,13-9 3,14-7-8,12-22-2,11-19-163,3-10-207</inkml:trace>
  <inkml:trace contextRef="#ctx0" brushRef="#br0" timeOffset="58765.8309">23401 1128 860,'0'0'158,"0"0"-60,0 0 34,7-84-71,21 57-54,10 5 4,8 6-7,2 10-2,-1 6 9,-6 3-7,-10 26 2,-10 10 1,-12 11-7,-9 4 6,-15 3-2,-27-3-3,-10-1 8,-6-6-8,7-11 1,14-9 4,11-13-6,16-8 0,8-6-13,2 0 1,8-21 0,23-11-39,11-4 12,12 6-15,2 12-24,1 15 64,-1 3 13,-3 23 2,-2 14 76,-15 7-29,-17 6-10,-19-2-16,-12-1-15,-34-4 15,-22-2 4,-13-6-11,-7-5 0,4-9-9,19-11-5,18-10-1,20 0-21,17-25-50,10-14-241</inkml:trace>
  <inkml:trace contextRef="#ctx0" brushRef="#br0" timeOffset="59391.0334">25277 1079 991,'0'0'180,"0"0"-82,0 0-2,0 0-30,0 0-66,0 0-6,0 69-4,-3-4 10,-7 9 15,-2 1-7,-4-5-4,-1-12 8,-2-11-11,1-15-1,-1-12 0,4-12-2,4-8-1,7 0-9,4-8-47,3-14 17,27 0-44,13 1-11,9 7 3,2 5 23,-2 3 10,-6-1 26,-3-1 35,-7-5 4,-7-1 8,-11 0 31,-8-1 15,-7 0 78,-3 4-13,0 1-53,0 7 3,0 3-20,-10 13-53,-5 23-2,-2 14 0,2 10 2,6 2 2,2-3-2,6-4-34,1-7-112,1-13-578</inkml:trace>
  <inkml:trace contextRef="#ctx0" brushRef="#br0" timeOffset="60005.8589">27016 1288 907,'0'0'73,"0"0"29,0 0 20,0 0-48,0 0-38,0 0-33,-47-35-3,64 35-4,11 0 4,10 0 2,8 0 0,2-9-2,2-5 0,1-3-2,-5-1 1,-6 4 1,-14 3 0,-13 5 1,-8 6-1,-5 1 0,0 30-2,-3 23 2,-12 22 25,0 10-5,0 0 2,5-4-7,2-9-14,8-6-1,0-9 0,6-10-42,22-12-79,11-16-323</inkml:trace>
  <inkml:trace contextRef="#ctx0" brushRef="#br0" timeOffset="60574.7676">28877 1241 1001,'0'0'125,"0"0"6,5-98-45,-11 72-17,-16 8-45,-7 4-11,-2 8-2,-3 6-11,-1 0 0,1 15-1,-3 11-6,6 4 4,6 4-1,11 2-8,14 3 12,0 1-2,22 3 2,15 0 5,9 0-4,2-1-2,0 0 0,-8-3-19,-5-3 2,-13-2-4,-14-4-22,-8-4 13,-5-4 13,-22-8 18,-10-7 17,-8-6 24,-3-1 30,1-7-33,8-12-27,9-9 7,16-2-12,14-7 5,2-3-3,31-2 6,12-2-11,11 4-3,4-2-13,0 12-16,-4 4-103,-9 9-153</inkml:trace>
  <inkml:trace contextRef="#ctx0" brushRef="#br0" timeOffset="72186.044">22012 2316 241,'0'0'99,"0"0"21,0 0 8,0 0-21,0 0-5,0 0-8,0 0-14,-5-43-39,5 39 18,-3-1 7,2 5-11,-1-1 16,1 1-32,-1 0-11,2 0-6,0 0-21,0 8-2,0 21 1,0 13 0,6 10 4,-2 6-2,1-3-2,-3-4 6,-1-10-4,-1-9-2,0-8 0,0-6-2,0-7-2,0-6-25,2-5-54,2 0-50,4-18-73</inkml:trace>
  <inkml:trace contextRef="#ctx0" brushRef="#br0" timeOffset="72936.0258">23535 2409 17,'0'0'840,"0"0"-728,0 0-22,0 0 26,0 0-30,0 0-45,-12-30-9,12 25-8,0 1-15,0-2 16,7-3-25,14 0 6,4 0-11,3 0 5,0 4-1,0 3-7,1 2 6,-6 0-2,-2 14 2,-9 10-4,-6 6 6,-6 7-6,0 3 6,-9 0 0,-16-4 4,-5-6-3,-1-6-1,3-7 0,4-3 2,7-4 2,8-6-4,2-1 0,7-3 0,0 0-7,5 0 7,23-6 0,12-6-1,15-4-24,11 1-49,8 2-51,8 3-27,1 5-146</inkml:trace>
  <inkml:trace contextRef="#ctx0" brushRef="#br0" timeOffset="73525.1825">25109 2370 302,'0'0'114,"0"0"-15,0 0 81,0 0-41,0 0-30,0 0-37,12-74-14,7 59 8,5 1-33,8 3-18,0 3 18,1 4 1,-1 4-13,-3 0-1,-6 9-2,-6 12-4,-8 8-14,-9 5 0,0 3 2,-14 3 1,-19-3-3,-4-5 0,-1-5 4,5-9-6,11-5 2,10-6-8,6-7-5,6 0-22,0 0 17,9-10 9,15-5-37,7-2 2,3 1 15,2 9 6,-4 4 16,-3 3 11,-3 9-4,-7 14 40,-4 6-14,-10 4 1,-5 2 9,-9-3-28,-23 0 13,-8-6-19,-6-2 3,0-3-5,5-3-11,8-10-124,13-8-236</inkml:trace>
  <inkml:trace contextRef="#ctx0" brushRef="#br0" timeOffset="74234.0172">27435 2446 803,'0'0'142,"0"0"-77,0 0 45,0 0-21,0 0-45,0 0-23,-24-46-21,24 74-7,0 13 7,0 7 0,0 3 1,-5-6 6,-4-7-5,-1-8 0,3-6-1,-1-9 1,1-5-2,-1-6 5,4-4-3,2 0 8,2-11-10,0-6-6,17 0-28,7 1-39,7 1 22,-1 4 41,0 1 2,-5 3 4,-3-2 4,-5 2 0,-4 2 7,-5 2-4,-5 2 41,-3 1 2,0 1-42,0 17 3,-3 9 4,-5 3 9,5 3-3,3 3-12,0-2-10,0-2-5,12-5-168,9-6-279</inkml:trace>
  <inkml:trace contextRef="#ctx0" brushRef="#br0" timeOffset="74743.489">28675 2569 338,'0'0'402,"0"0"-259,0 0-32,0 0-55,0 0-15,0 0-26,-24-5 2,24 6-1,0 11-9,5 3 19,15 5 26,7 2-29,1 1-3,2 4-17,-3-2 5,-3 3-2,-5 2-3,-4-2 0,-4-3-3,-7-2 0,-2-6-2,-2-3 2,0-3 0,-6-4 4,-12-4 0,-5-3 0,-5 0 1,-2-3-4,2-14-1,3-3-27,7-7-98,10-6-69,7-3-647</inkml:trace>
  <inkml:trace contextRef="#ctx0" brushRef="#br0" timeOffset="74888.933">28687 2514 76,'0'0'958,"0"0"-856,98-43-45,-38 27 7,10-2-48,5 0-16,-4 1-8,-4 1-172,-4 0-638</inkml:trace>
  <inkml:trace contextRef="#ctx0" brushRef="#br0" timeOffset="80517.7583">21391 1808 402,'0'0'79,"0"0"-35,0 0 106,0 0-65,0 0-37,0 0 8,0 0 4,-9 32-14,9-31-12,-1-1 13,1 0 3,0 0 12,0 0 13,0-3-6,0-12-33,0-9-12,0-6-24,0-4 1,0-6-1,0-6 1,0-6-1,0-7 0,-3-5 2,-2-8-2,1-1 0,-4 0 0,1 8-2,-1 12-1,1 17 3,4 13 0,-2 8 2,5 6-3,0 3 1,0 2 0,0 1-1,0 2-4,0 1 2,0 0-2,0 0 5,0 0-1,0 0 1,0 0 0,0 0-4,0 0 7,0 0-3,0 0 0,0 0 4,0 0-4,0-1 0,0-2 0,0 0 1,0-1 2,0 0-3,0 2 0,0 1 2,0-2-2,0 2 0,0-2 0,0-1-3,0-3 3,0-2 0,0-1 0,0 2 1,0 0-5,0 3 4,0-1 0,0 2-3,2-2-1,-1 3 2,1 2 0,1-2 0,-2 2-2,1 0 7,1 1-3,-2-3 0,1 3-2,-1 0 2,-1-2 0,0 2 5,0 0-7,3 0 2,0 0-4,3-1 3,0 1-2,3 0-1,2 0 3,3 0 2,0 0-2,2-4 2,5 1-1,6-1 0,12-3-3,9 1 2,13-4 0,8-1 2,9-1 1,9 0-2,2 0-6,-5 4 5,-8 3-8,-13 0 3,-13 5 1,-11 0-15,-7 0 12,-7 0-12,-7 0 3,-3 0 11,-5 0-3,-5 0 9,-5 0 0,0 0 1,0 0 1,0 0 0,0 0 3,1-1-3,4-3 1,2-2-3,2 0 0,0 1-1,-3 2-1,0 0 2,-5 1 0,-1 2 4,0 0-3,0 0-1,0 0 1,0 0 1,0 0-4,0 0 3,0 0-1,-4 12 0,-5 5 1,2 4-2,-2 5-1,-2 9 2,2 7 0,0 12 4,0 6-4,4 6 1,2 8 1,3-1-2,0-1 0,0-5 1,3-11-4,5-5 6,-2-6-3,-1-5 0,-2-4 5,-2-3-6,-1-6 1,2-6 0,-2-3-5,0-4 4,0-3 1,0-2 0,0-5 7,0-1-8,0-2 1,0-1 0,0 2 1,0-2 0,0 0-1,0 0 0,0 0 6,0 0-9,-5 0 3,1 0 0,-2 0 0,-1 0 0,-2 0 0,-4 0-3,-7 3 9,-10 2-7,-11 2 1,-14 4 0,-15 2-4,-18 3 7,-10-2-5,-7 2 2,5-2-8,11-3 7,13 0 0,10-4 1,15-2-2,12-2 2,14 0 0,10-3-1,9 2-6,6-2 4,0 0-15,0 0-22,0 0-21,2-3-89,12-7-203</inkml:trace>
  <inkml:trace contextRef="#ctx0" brushRef="#br0" timeOffset="82183.7616">23171 1902 616,'0'0'181,"0"0"-99,0 0 33,0 0-37,0 0-43,0 0 23,-42-42-9,38 16-15,-1-6-11,2-8-3,-3-9-8,3-11-12,0-7 3,2-8 1,-1-7-4,2-1 0,0 7 1,0 9 0,0 17 0,0 12-1,0 8 0,0 7 1,0 7-1,0 4 0,0 5 0,0 1 2,0 2-2,0 3 0,0-2 2,0 3-7,0 0 4,0 0 1,0 0-7,0 0 7,0-1 0,0-2-1,0 0 6,-1-3-7,-2 2 2,1-3 0,-1-2-1,2 1 5,-1-2-4,2 1 0,0 2 1,0 1-6,0 0 5,0 0 0,0 1-4,0-2 6,0-2-3,0 1 1,2-1 0,1 3-3,3 2 2,4 1-4,8 2 5,12-1-5,9 1 5,8-2 0,8 0-1,3-1-2,1 0 3,11 0 0,2-2-1,4 1 3,3-2-2,-3 1 0,-3-1 1,-7 3-3,-11 1 4,-13 0-2,-14 3 0,-12-1-2,-10 1-2,-6 0 1,2 0 3,-2 0-7,0 0 11,0 0-4,0 0 0,0 0 5,0-2-6,1 2 1,1-1 0,-1-1-2,3-1 3,-1-1-1,1 0 0,3 0 3,-1-1-5,0 1 2,-1 0 0,-4 2-4,1 1 7,-2 1-3,0 0 0,0 0 0,0 0-4,0 0 4,0 0-5,0 0 3,0 7-3,-3 6 5,-3 10 0,0 9 2,-1 9-4,1 14 2,1 7 0,4 9-3,1 9 3,0 5 0,0 6 0,1 0 4,5-8-5,3-7 1,-2-10 0,-1-7-2,-3-10-1,0-7 2,-3-8 1,2-4-2,-1-9 0,-1-7 2,2-4 0,-1-5 0,-1-2-1,0-2 0,0-1 1,0 0 0,0 0 6,0 0-6,2 0 3,-2 0-1,0-1-2,0-2 0,0-1 0,0 1 4,-9-1-7,-2 0 3,-5 1 0,-5 2-5,-9 1 3,-14 0 2,-19 0-1,-24 4-3,-22 8-1,-18 2-10,-11 2-28,-4-2-9,12-1-22,26-7-75,31-6-386</inkml:trace>
  <inkml:trace contextRef="#ctx0" brushRef="#br0" timeOffset="91860.7962">24805 1751 469,'0'0'73,"0"0"44,0 0 8,0 0-28,0 0-42,0 0 1,0 0-10,-12 18 9,12-18 13,0 0 1,1-16-13,10-6-32,3-10-20,2-7 2,0-3-3,-3-6-3,2-4 0,-6-11 0,-6-11 6,-1-6-6,-2 0 2,0 13-1,0 11 2,0 10-3,0 10 0,0 8 3,0 6-3,0 8 2,0 2-1,0 5-1,0 0-1,1 1 1,2 2 0,-3-1 3,3 3-4,-3-3 1,0 2 0,0 1 0,1-1 0,-1 1 0,2-1 0,-2 3 2,1-1-3,-1 0 1,2-2 0,-1 0-3,1-1 5,-1-1-2,1 3 0,1-1-2,0 0-1,5-1-2,6 0 1,9-1 3,5 4-7,8 0 8,3-1 0,4 2-5,9-3 0,9 3-6,10 0 3,4 0 2,5 0-18,3 2 17,2 3-3,-4 1-17,-5-3 17,-9 0 1,-15-1 5,-13 0-2,-14-1-3,-11 1 9,-8-2-2,-6 0 6,0 0-2,0 0 4,0 0-4,0 0 7,0 0-9,3 0 4,-3 0-4,0 0 2,0 0 6,0 0 1,0 0-4,0 0 3,0 0-8,0 0 0,0 1-3,0 13-8,-8 8 11,-2 14-1,-6 14 1,-4 14 1,-4 15 2,2 10-3,2 6 0,4-3 1,5-6-2,7-9 1,2-10 0,2-9 3,0-8-3,0-10 0,0-9-1,6-7 4,-1-9-6,0-3 5,-2-6-2,-3-5 1,0 0 0,0-1 0,0 0-1,0 0 3,-2 0 4,-16 0-5,-13-5-2,-17-4 3,-16 1-3,-17 2 0,-17 0-1,-15 5 1,-6 1-1,2 0-1,11 0 2,22 0 0,16 0 1,21 0-3,14 0 2,14 0-19,10 0-18,6 0-20,3 0-19,-1 0-36,1 0-220,0 0-246</inkml:trace>
  <inkml:trace contextRef="#ctx0" brushRef="#br0" timeOffset="95024.4281">30429 4851 498,'0'0'242,"0"0"-139,0 0-19,0 0-7,0 0-34,0 0-4,0 0-9,-95-38-6,51 38 3,-5 10 0,0 15-2,9 9-2,8 6-9,13 4-9,16-2-5,3-2 1,15-9-1,15-5 1,10-9-1,6-8-4,1-9-36,0 0-26,-3-6-28,-7-11-33,-6-3-79,-4-1-45,-8 2 31,-8 0 50,-5 3 170,-4 5 96,-2 5 89,0 5 22,0 1-25,0 5-126,-2 15-7,0 3 11,2 0-26,0-5-8,14-6 0,7-6 7,10-6 11,5 0-18,-1-15-5,6-6-12,-5-3-9,-5-2 5,-9-1 3,-11-2-8,-11-1 16,0-4 11,-20 3-5,-15 9-11,-7 6-11,-5 14-3,3 2 0,7 22-7,5 11 4,10 4-79,13 0-23,9-3-46,1-6-269</inkml:trace>
  <inkml:trace contextRef="#ctx0" brushRef="#br0" timeOffset="95923.8005">30914 4893 528,'0'0'428,"0"0"-360,0 0-33,0 0 0,0 0-14,-48 73 0,48-41 11,4-5-27,15-4 7,0-7-5,4-6-7,2-9 10,0-1-10,2-2 0,-2-15-9,0-4-47,-3-2 20,-6-3 10,-7 1 18,-4-2 8,-5 6 1,0 7 11,0 7 22,0 7 18,-6 3-31,-2 21-21,1 8 0,2 3 17,5 1-8,0-8-6,18-4 7,6-7-10,3-9 9,1-8-6,5 0-3,-4-11 0,-3-10-11,-2-4-71,-6-5 12,-8-1 37,-2-4 9,-5 1 16,-3 6 6,0 8 2,0 14 7,0 6 15,-1 10-20,-7 17-1,-3 5 23,0 2 9,0-3-2,3-3-6,0-5 4,2-5 6,1-5-6,2-6-19,0-6 3,2-1-3,-2-3 2,0-16-4,3-8-8,0-7-16,0-6-38,9-6-7,4 3 18,4 7 0,-4 13 8,3 19 25,0 4-6,0 18 8,-6 15 2,-1 2 3,-5 1 2,3-5 2,0-7-1,6-5 1,5-6 0,8-7 2,2-6 12,3 0-4,-2-12-3,-4-9-7,-7-7 1,-5-4 6,-4-9 12,-4-10 32,-4-2-13,-1-1 2,0 10 9,0 17-4,0 16-14,0 11-15,0 20-17,0 21-2,-6 12 1,3 5 2,3-1-1,0-8 0,2-4 0,13-6-6,4-7-44,0-7-30,-6-10-127,-6-9-482</inkml:trace>
  <inkml:trace contextRef="#ctx0" brushRef="#br0" timeOffset="96079.7614">31475 4944 1068,'0'0'180,"0"0"-129,0 0-2,0 0-39,133-80-1,-63 60-9,6-1-26,0 0-119,-1 0-419</inkml:trace>
  <inkml:trace contextRef="#ctx0" brushRef="#br0" timeOffset="96839.128">32381 4966 678,'0'0'218,"0"0"-123,0 0 29,0 0-2,0 0-48,0 0-31,-27-12-26,45 7-16,9-4-1,5 1-33,4 0-85,-4 4-131,-12 4-429</inkml:trace>
  <inkml:trace contextRef="#ctx0" brushRef="#br0" timeOffset="96996.0522">32345 5152 964,'0'0'130,"0"0"-41,0 0 48,0 0-90,0 0-30,0 0-17,106-4-5,-54-5-132,2-2-345</inkml:trace>
  <inkml:trace contextRef="#ctx0" brushRef="#br0" timeOffset="97626.6568">32921 4785 982,'0'0'198,"0"0"-114,0 0-6,0 0-35,0 0-43,0 0-6,22 103 2,-14-35 8,-1 4-8,-4-1-1,-1-3-106,-1-4-203</inkml:trace>
  <inkml:trace contextRef="#ctx0" brushRef="#br0" timeOffset="98496.8347">32994 4947 560,'0'0'114,"0"0"-8,2-72-4,-2 45-24,0 2-35,0 4 7,0 5 3,-8 8 7,-6 4-14,-11 4-26,-8 0-16,-10 25 2,-2 13-2,3 14 7,7 9 9,11-1-8,12 0-1,12-6-10,2-8 0,24-6 4,13-14-3,13-9 5,2-11-3,3-6-3,-5-10 5,0-16-6,-7-9 1,-11-4-2,-11-6-1,-15-5-2,-8-4 4,0 0-9,-19 0-5,-9 10-6,-7 13-10,-2 14 3,1 17-41,3 3-41,3 24-129,10 4-250</inkml:trace>
  <inkml:trace contextRef="#ctx0" brushRef="#br0" timeOffset="98978.0815">33126 4666 795,'0'0'108,"0"0"-52,0 0 18,0 0-14,0 0-11,0 0-48,-78 58 2,33 21 22,-4 20 15,0 12-12,1 1 12,2-5 3,7-10-13,7-13-23,10-18 1,8-15-6,7-19-2,5-12 0,2-13 0,0-7-34,19-17-98,4-20-193</inkml:trace>
  <inkml:trace contextRef="#ctx0" brushRef="#br0" timeOffset="99434.7168">32980 3760 1058,'0'0'173,"0"0"-148,0 0-22,-1 110 13,1-38-8,0 6 0,4 2-8,4 1-12,-2-9-206,4-10-532</inkml:trace>
  <inkml:trace contextRef="#ctx0" brushRef="#br0" timeOffset="105305.8196">23599 4157 572,'0'0'308,"0"0"-264,0 0 27,0 0-6,0 0-30,0 0-19,-4-86-12,4 56 12,0-5 72,0-3-72,0-5-13,1-3 20,-1-5-19,0-3-3,0-2-1,-1 0 4,-7-1-1,-3 4 5,1 3-2,1 9 17,3 9-21,2 6 0,2 8-2,0 5 0,0 5 2,2 4-1,0 1-1,0 1 0,0 2-1,0 0 1,0 0-3,0 0 3,0 0-6,0 0 1,0 0-1,2-1 5,18 1 0,13-3 1,10 0 0,11-2 1,9-3 0,10 0-1,5-3 2,6-2-2,1 2 0,-11 3 2,-13-1-5,-15 6 3,-16 0-4,-14 2 2,-4 1-9,-6 0 8,-3 0 1,2-2 2,-4 1-1,1 1 0,-2 0 2,0-1-2,0 1 0,0 0 1,0 0 2,0 0-1,0 0-2,0 0 0,0 0-4,0 0 3,-5 7-1,1 6-1,-1 6 3,-2 8 0,2 10 1,1 13 0,1 14 0,3 14-1,0 8 1,0 0 0,6-4-1,6-9 3,0-7-2,-2-9 0,2-8 1,-3-8-3,-3-12 2,-3-7 0,-3-8 0,0-5 0,0-5 0,0-3-14,-11 1 11,-14 0 2,-6 1 2,-11 3-2,-9-1 1,-5 1-1,-8 1 1,-2-3-1,2-1 2,7-3-1,9 0 0,5 0-12,9-4-37,7-8-27,5-1-10,5-1-76,8-5-154</inkml:trace>
  <inkml:trace contextRef="#ctx0" brushRef="#br0" timeOffset="105817.1874">23897 3566 788,'0'0'43,"0"0"20,0 0 1,0 0-40,0 0-24,96-50 0,-71 50 19,-7 0-2,-6 10 0,-9 10-8,-3 4-5,0 2 12,-10 2-1,-8-4-6,0-5 0,1-4-6,4-3-2,4-5-1,5-4-7,4-3-18,0 0-4,0 0 4,13 0-21,11 0-6,3 0 35,3 3 10,-2 15 2,-6 7 0,-5 1 3,-8-1 2,-9-1 27,0-1 11,-27-2 2,-16-3 7,-8 0-20,-4-6-15,6-5-12,11-7 0,10 0 0,14-6-26,13-15-99,1-3-323</inkml:trace>
  <inkml:trace contextRef="#ctx0" brushRef="#br0" timeOffset="106918.8001">25048 4078 695,'0'0'100,"0"0"-4,0 0 4,0 0-41,0 0-33,0 0-8,0-58 20,0 29-4,3-4-7,3-5-12,0-5 15,1-4-24,-1-7-6,3-7 3,-3-6-3,-3 3 0,-3 9 0,0 13 1,0 14 2,0 9-3,-3 8 2,-2 5 0,1 2-1,3 4-1,1-2 0,0 2 2,0 0-4,0 0 1,0 0-8,0 0-1,11 0-11,9 0 16,10 0 4,10 0 0,11-1 1,12-3-1,11-3 0,5 1 1,8-2-2,5-1 2,1-1-35,-7 0 4,-9 0 5,-22 1 16,-20 0 5,-15 3 1,-14 1 0,-6 2 4,0-3 8,0 2-3,0 0 7,0 0 2,0 0-7,-3 2 2,0 1-8,1 1 3,-1 0-4,-3 0-2,-3 1-2,0 15-4,-3 7 2,2 10 6,1 9-4,3 11 4,3 10 0,3 3-2,0 5 2,12-4 0,7-10-2,4-2 0,-2-5 2,1-4-1,-4-5-1,-8-6-20,-7-4-7,-3-4 9,-6-3 10,-17-2 9,-7 0-1,-6-2 2,-9-2 1,-9 0-1,-19-2 10,-12-1-8,-12-2-2,-9-3 0,2-1-3,1-5 3,14 0 0,18-3 2,18-1-4,17 0-9,12 0-59,15-9-82,9-6-191</inkml:trace>
  <inkml:trace contextRef="#ctx0" brushRef="#br0" timeOffset="107722.289">25458 3587 804,'0'0'70,"0"0"4,0 0 39,0 0-36,0 0-63,0 0-14,4 25-5,6 18 5,-4 6 8,-3 2 3,-3-3-7,0-6 9,0-5-11,-3-5 8,-8-8-7,-1-6 1,-3-8 1,3-10-5,-3 0-5,6-8-36,6-13-21,3-3 15,3 1-2,21 3 12,4 6 9,4 6 27,1 2-7,1 2 8,-1-2-1,1-1 2,-6-1-2,-2-1 2,-8 1-1,-9-2 8,-8 1-3,-1 1 35,-7-2 5,-10 3-25,-2 1 27,5 4 5,1 2-16,3 4-20,2 21-16,1 14-4,1 5 4,6 6 1,0-2 3,0-4-4,6 1-25,7-5-132,5-6-293</inkml:trace>
  <inkml:trace contextRef="#ctx0" brushRef="#br0" timeOffset="109056.7571">28555 4250 826,'0'0'71,"0"0"-37,0 0 90,0 0-8,0 0-41,0 0-31,-31-86-13,31 52-10,0-8-4,2-8-8,5-3-5,5-7-1,-3-3-3,0-2 0,1-2 0,-4-4 1,0 1 0,-4 6-2,-2 7 1,0 13-1,0 14 1,0 10 0,0 10 0,0 7-1,0 2 1,0 1 0,0 0-6,0 0 3,0 0-2,1 4 0,4 0 3,6 2 0,5 0-8,7-2 9,12 0-6,4-1-6,8-3-15,5 0-8,5 0 4,3 0-19,4-10 18,0-3 4,-1-4-1,-8 0 9,-6 0 14,-13 6 7,-12 3 0,-17 5 1,-5 3 2,-2 0 24,0 0-2,0 0-9,0 0-8,0 0-2,0 0-3,0 0-3,0 0-8,-2 0 2,-4 4 1,2 7 5,-5 3 0,-1 3-1,2 9 0,-3 6-2,4 12 3,6 16 4,1 12-1,1 10-2,17 3 4,1-3-4,-2-3 1,-2-4-2,-6-8 0,-6-5 3,-3-11-3,0-6-1,-24-6-1,-9-7 2,-12-3-2,-15-1 4,-14-4 2,-10-6-2,-4-4 0,2-7-1,6-6 4,11-1-2,12-3-3,17-18-3,11-5-47,14-7-139,14-4-691</inkml:trace>
  <inkml:trace contextRef="#ctx0" brushRef="#br0" timeOffset="109596.5429">28954 3781 804,'0'0'98,"0"0"-67,0 0 65,16-91-2,-16 67-48,0 3-25,-2 2 2,-12 5-19,-1 6-1,-5 3-3,-2 5-5,-1 0 0,1 10 4,0 10-4,0 4 0,0 4 2,5 2-2,5 0 2,9-1-5,3-2-16,6-3-10,16-2 25,8 2 5,3 1 0,-2 1 4,0 1 0,-2 0 0,-10 1 2,-4-1-2,-9 0-3,-6-2 3,0-4 9,0-4 5,-15-3 11,-6-4 3,-6-5 14,-4-5-9,-3 0-13,2-5-7,5-15-12,8-6 9,7-9-8,9-8-2,3-8-16,14 1-29,19 4-41,4 10-52,6 10-311</inkml:trace>
  <inkml:trace contextRef="#ctx0" brushRef="#br0" timeOffset="114139.202">33200 3879 379,'0'0'231,"0"0"-109,0 0-58,0 0 26,0 0-19,0 0-11,0 0-16,-12-61 6,10 60-6,1 1-22,-6 0-9,-7 10-13,-16 22 0,-16 22 0,-14 16 14,-13 11 16,-9 2-11,1-3-2,3-8-10,10-10-2,16-14-3,19-11 1,18-15-6,15-10-17,6-12-145,24-9-78</inkml:trace>
  <inkml:trace contextRef="#ctx0" brushRef="#br0" timeOffset="114777.8288">32973 3056 687,'0'0'188,"0"0"-120,0 0 27,-7-72 4,20 57-50,9 1-39,5 1-10,7 5-1,1 5 1,-1 3 0,-3 0-1,-7 8 1,-7 13-8,-16 9-2,-1 7 7,-23 6 3,-18 4 12,-4-2-8,-2-2-3,6-7 3,11-8-3,13-8 3,11-7 5,6-5-5,4-4-4,32-4 16,24 0 1,20-5-4,14-13-13,3-7-145,-4 1-301</inkml:trace>
  <inkml:trace contextRef="#ctx0" brushRef="#br0" timeOffset="120261.7485">21812 5386 777,'0'0'107,"0"0"-82,0 0-4,0 0 24,0 0-25,0 0-9,-14 93 26,14-34 20,0 1-24,3-4 12,3-8-23,0-10-9,-1-11 18,0-12-15,-1-6-5,-3-9 6,-1 0-3,3-13 36,-1-16-25,-1-14-24,2-7 5,0-7-6,0-2 0,2-5 0,-4-1-3,-1-3 2,0-1-4,0 0-5,-4 7 10,-8 10-7,-3 14 7,6 13 1,3 7 4,3 10-5,3 2 0,0 2 0,7 1-5,20 2 3,11 1 2,9 0 0,6 0 2,6 0-6,8 0-2,2-2-15,6-7 14,3-7-20,2-3 12,-7-4 6,-17 3-9,-17 6 16,-18 4-2,-12 5 4,-9 3 1,0-1-1,0 2 14,0 0-2,0 1-12,-6 0 18,-3 0-18,0 7 0,-1 11-5,-2 6 5,1 8 0,1 9 0,4 12 1,5 13-1,1 10 0,3 5 0,14-3-3,6-6 4,-1-9-1,1-10 0,-4-6-4,-7-8 0,-8-3 4,-4-6 0,-9 0-2,-27 0 4,-16 1-2,-16 1 0,-11-3 2,-5-6 6,0-5-8,6-9 3,4-9 6,10 0-7,6 0 8,7-9-10,11-2 1,9 0-10,11-3-6,13-4-54,7-4-85,6-6-86,25-4-216</inkml:trace>
  <inkml:trace contextRef="#ctx0" brushRef="#br0" timeOffset="120702.9">22112 5270 877,'0'0'79,"0"0"-30,0 0 45,0 0-32,34-75-58,-3 70 7,2 5 10,-3 0-11,-6 5 18,-9 15-21,-11 4-6,-4 4 8,-10 1-9,-17-2 5,-1-4-5,2-4 4,4-6-1,4-5-3,10-5 0,7-3-5,1 0-4,0-3-14,19-8-30,5-1 6,5 7 42,-1 5 2,-3 4 3,-2 20 11,-5 10-3,-5 4 24,-10 2-2,-3-3 4,-8-1-4,-18-4-6,-6-6-8,-5-5-10,1-8-1,7-10-10,7-3-48,8-13-157,11-16-424</inkml:trace>
  <inkml:trace contextRef="#ctx0" brushRef="#br0" timeOffset="121811.7591">25260 5826 579,'0'0'161,"0"0"-113,0 0 72,0 0-21,0 0-48,0 0 12,-9 7 20,9-7-5,0-12-5,0-13-41,0-4-12,0-9-5,0-6-12,0-5-3,0-5 0,0-8 5,0-3-10,0-4 5,-5-4 0,-7 1-6,-1 5-5,-2 14 11,5 14-3,2 18 11,3 10-7,4 9-1,1 2-3,0 0 2,1 0-18,22 0 19,13 8-2,10 2 4,11-3-10,7-5 8,9-2-8,12 0 8,8-1-18,4-10 4,-3-3-19,-9-2-5,-15 1 32,-17-1-8,-17 5-16,-17 1 22,-9 4 2,-9 2 6,-1 3 11,0-1-1,0 1 18,0 1-12,0 0-12,0 0-4,0 0-3,-4 4 3,-4 11 0,0 9 0,-2 6-2,3 5 2,5 8 0,2 6 0,0 8 0,18 3 0,5 6 0,5 2 3,-1 0-5,-4-2 2,-3-2-11,-11-5-5,-8-1-9,-1-2 15,-14 0 9,-18-6-1,-13-3 2,-11-9 5,-13-4 6,-11-9 12,-13-5-14,-10-9 3,-9-8-9,6-3 4,11-7-4,17-12-3,20-3-3,22-3-12,18-1-57,14-5-65,4-1-159,16-4-97</inkml:trace>
  <inkml:trace contextRef="#ctx0" brushRef="#br0" timeOffset="122262.2683">25615 5386 117,'0'0'844,"0"0"-802,0 0 22,0 0 0,0 0-63,0 0 15,7 90 18,-7-45-1,0-2-3,-4-5-19,-8-7 0,3-8-11,1-8 3,5-7-6,3-6 3,0-2 0,11 0-10,17-10-19,8-4-5,6-2-29,-2 1 3,-4 2 48,-5 0 1,-7 1 3,-9 2 6,-5-1 3,-5-1-1,-5 2 0,0 2 28,0 3 42,-2 5 0,-9 0-30,-3 9-21,2 20-8,-3 10 10,5 9-6,4 10-15,6 6 0,1 4-4,22-3-89,8-10-306</inkml:trace>
  <inkml:trace contextRef="#ctx0" brushRef="#br0" timeOffset="123395.6174">28743 6149 702,'0'0'117,"0"0"-38,0 0 21,0 0-8,0 0-26,0 0 3,-19 16 10,17-16-30,-1-14 28,-1-12-55,0-7-20,1-10 6,0-8-8,1-8 0,1-9 0,-3-5 1,1-2-1,-3-4 0,-2 2 4,-1 5-6,-2 9 2,1 17 0,2 19-2,4 13 5,2 10-3,2 2 0,0 2-11,3 0 5,26 0-8,14 11 14,15-1 0,8-1-19,8-5-7,1-2 11,4-2-4,-4 0 10,-8-9-12,-10-4 2,-13-2 18,-11 0-7,-13 1 8,-7-1 0,-7 4 0,-5 4 3,-1 1-2,0 2 2,0 1 5,0 1-5,0 2-1,0 0-2,0 0 0,0 0-5,0 0 3,0 2 2,-4 6-6,-1 4 8,1 5-2,0 8 0,4 12 2,0 10-2,0 9 0,8 9 0,6 1-3,2 2 12,2 1-10,0-1 1,0 2 0,0-2-7,-6-1 7,-2-7 0,-8-4-3,-2-6 5,-5-9-2,-20-7 0,-8-7 3,-10-8-9,-5-3 10,-10-5-4,-9-3 6,-14-3-1,-10-1 0,-6-4-5,9 0 0,15 0-3,22-3 2,25-11-17,17-6-96,9-5-151,12-5-402</inkml:trace>
  <inkml:trace contextRef="#ctx0" brushRef="#br0" timeOffset="123996.1892">29092 5739 360,'0'0'135,"0"0"-15,0 0 63,0 0-63,58-88-54,-53 67-20,-5 0 3,0-2 14,0 4-34,-9 2 0,-4 2 1,-5 4-21,-2 5 11,-3 5-20,-3 1 0,1 0-4,4 11 3,-1 8 1,1 6 0,3 3-1,0 2-4,7 1 5,8-1 0,3-1-3,3 3 0,17 0 3,5-1 0,5 1 4,0-4-2,0 1-2,-2-4 0,-3-1-2,-1-1 2,-6-2 0,-5-2 0,-7-3 4,-6-2-3,-1-3-1,-21-1 9,-13-4 24,-4-4-17,-7-2-5,6-2-4,7-15-5,8-7 15,11-7-17,10-9-2,4-6-1,10 1-19,17 1-19,9 12-80,6 6-59,5 8-261</inkml:trace>
  <inkml:trace contextRef="#ctx0" brushRef="#br0" timeOffset="125452.1634">33272 2963 461,'0'0'335,"0"0"-205,0 0-78,0 0 30,0 0-3,0 0-50,3-14-10,-39 50-16,-12 17 22,-12 12 46,-6 7-45,1 2-2,-1-2-16,7-6-3,9-10-4,16-12-1,13-12-12,17-11-44,4-11-135,15-10-133</inkml:trace>
  <inkml:trace contextRef="#ctx0" brushRef="#br0" timeOffset="126515.1358">32912 2296 687,'0'0'221,"0"0"-158,0 0 10,0 0 1,0 0-32,33-75-19,-11 61-11,4 1-4,0 4 6,0 5-9,-1 4-1,-3 0 5,-5 10-9,-8 13-1,-9 5 0,0 1 1,-21 3-1,-11-3 1,-5-1 0,2-5 0,5-2-1,10-6-4,7-7 4,10-5-20,3-3-13,0 0 0,18-3 5,10-10 9,6-1-29,2 3 28,0 4 7,-3 5 14,-3 2 1,-7 2 5,0 20 19,-8 8-5,-6 5-15,-9 6 23,-3-4-9,-31-3 5,-15-5 31,-9-8-25,-3-2-14,3-8-12,11-7-4,14-4-82,19-5-218</inkml:trace>
  <inkml:trace contextRef="#ctx0" brushRef="#br0" timeOffset="138756.0042">17775 877 585,'0'0'70,"0"0"20,0 0 25,7-100-60,-1 65-14,-6-2 7,0 6-22,0 7 11,-6 7-10,-9 13 111,-7 4-119,-7 4-18,-3 19-2,0 2 1,7 5-6,10-2-1,10-1 7,5 0-6,8-3 5,17 1-16,10 2 8,3 3 3,3 1 6,0 2-3,-5 0 3,-9-1 0,-10-4-5,-13 0 6,-4-3-1,-13-3 8,-19 2 1,-10-5 13,-8-4-14,-2-5-1,4-7 0,5-3-4,10-8-6,12-18 0,11-9-54,10-9-52,7-3-38,22 4-223</inkml:trace>
  <inkml:trace contextRef="#ctx0" brushRef="#br0" timeOffset="139730.5535">18189 818 544,'0'0'102,"0"0"17,0 0-12,0 0-20,0 0-31,0 0 8,-50-62-13,23 62-29,-6 2-8,-1 18-14,-2 9 3,9 6-4,8 2 1,11-2-3,8-1 1,0-6-3,9-4 5,12-7 0,3-6 2,4-5-9,-1-6-8,-1 0-20,-1-14-6,-3-6-43,-5-4-86,-4-3-91,-9-1-10</inkml:trace>
  <inkml:trace contextRef="#ctx0" brushRef="#br0" timeOffset="139889.3109">18189 818 267,'-31'-21'159,"24"21"-34,2 4-70,1 18-11,4 4 24,0 1-15,3-6 9,14-4-47,6-7 20,2-4-7,4-6-21,-1 0-1,-4-10-6,-5-7-87,-7-5-143,-4 0-146</inkml:trace>
  <inkml:trace contextRef="#ctx0" brushRef="#br0" timeOffset="140090.1927">18334 698 403,'0'0'194,"0"0"-146,0 0 109,0 109-49,-1-56-48,1 4-14,0 1-18,0-3-8,0-6 7,0-7 1,1-9-26,1-10 3,-1-9-5,1-9-3,0-5-13,-2-4-37,0-20-22,0-9-158,0-6-30</inkml:trace>
  <inkml:trace contextRef="#ctx0" brushRef="#br0" timeOffset="140886.1604">18339 817 214,'0'0'260,"0"0"-146,0 0 0,0-83 18,0 66-48,0 2-48,0 1-6,0 2-1,4 2-12,8 2-14,3 8-3,6 0-1,0 11 0,2 12-1,0 4 2,-2 2-2,-1-4 3,-4-1-1,-3-6 3,-4-5 0,-5-4-3,-1-4 0,-1-3 0,-2-2-4,0 0-1,0 0 5,0-16 0,2-4-18,6-5-26,1 0-2,3 1 9,-2 7 37,-4 8 0,-1 9 18,0 1 10,-1 24-14,4 4 5,2 1 4,-1-3-4,6-7-1,1-8-12,5-6 8,4-6 2,0-3-14,1-15 11,-2-9-13,-3-2-17,-8-1-3,-5-3-6,-2-2 26,-6 1 6,0 5 10,0 11 15,0 12 11,0 6-15,0 23-27,0 20-3,0 16 3,0 8 29,19 8-24,11 4 15,3 0-1,0-4 18,-6-6-20,-10-10-16,-8-12 5,-4-13-6,-5-12 0,0-17-5,0-5-22,-6-30 1,-8-16-5,1-9-24,1-6-1,-1-8 26,2-6 29,2-5-2,8 4 3,1 7 0,15 17 5,15 18-5,4 19 0,5 15-1,-1 0 2,-3 24 1,-5 6-2,-14 4 2,-7 5 8,-9 1 5,0-3 40,-19 0-14,-14-6-16,-5-5-13,0-9-12,7-9-45,8-8-83,10-3-352</inkml:trace>
  <inkml:trace contextRef="#ctx0" brushRef="#br0" timeOffset="141110.173">19144 503 963,'0'0'99,"0"0"-77,0 0-3,0 78 33,-2-27-1,2 0-9,0-5-30,3-6-12,14-11 2,4-9-2,3-8-26,0-12-40,3 0-21,-1-12-22,-2-9-149,-2-3-89</inkml:trace>
  <inkml:trace contextRef="#ctx0" brushRef="#br0" timeOffset="141449.8396">19363 677 332,'0'0'258,"0"0"-72,0 0-111,0 0 9,0 0 5,0 0-18,-25 93-12,25-78-36,2-3 12,11-8-13,8-4 0,1 0 1,2-7-15,-1-13-4,-3-3-4,0-4-35,-11-3-9,-5-2-19,-4-1 9,0-1 19,-13 8 28,-11 9 7,-4 9 2,-10 8-2,-3 16 6,2 15-5,6 11 36,8 5 30,11-2-39,11-1 7,3-9-18,1-6-1,18-6 5,3-5-16,9-6 3,7-9-6,11-3-2,9-3-67,3-17-148,2-8-123</inkml:trace>
  <inkml:trace contextRef="#ctx0" brushRef="#br0" timeOffset="141627.8056">19840 455 966,'0'0'141,"0"0"-95,0 0 7,-13 99-1,15-48-21,12-1-16,-3-7-7,-3-7-8,-4-7 0,-2-8-30,-2-10-145,0-9-103</inkml:trace>
  <inkml:trace contextRef="#ctx0" brushRef="#br0" timeOffset="141802.7289">19720 398 1015,'0'0'67,"0"0"-15,55-83 33,-14 60-40,3 3-22,1 6-20,-3 12-4,-9 2 1,-8 17-74,-12 19-86,-11 2-161</inkml:trace>
  <inkml:trace contextRef="#ctx0" brushRef="#br0" timeOffset="141951.9292">19678 858 894,'0'0'62,"0"0"72,0 0-15,0 0-65,117-10-43,-56-14-11,1 0 0,-2 0-134,-10 0-229</inkml:trace>
  <inkml:trace contextRef="#ctx0" brushRef="#br0" timeOffset="142362.0666">20100 619 892,'0'0'27,"0"0"76,0 0 32,0 85-63,5-61-21,-2-3-9,0-5-18,-3-4-10,0-4 0,0-5-4,0-3 8,0 0-13,0-4 2,-5-14-7,-1-4-34,6-7-39,0-5-21,0-2-3,17-4 40,4 2 39,2 7 8,4 10 10,-1 14 9,-1 7 37,1 0-7,-6 21-21,-3 9 16,-2 6-13,-6 2-12,-5-2 4,-2-4-13,-2-4-8,0-6-167,3-7-494</inkml:trace>
  <inkml:trace contextRef="#ctx0" brushRef="#br0" timeOffset="142842.2478">20787 409 899,'0'0'74,"0"0"-5,0 0 3,0 0-18,-71 83-1,64-39-21,7-3 4,0-3 1,11-7-23,8-10 10,8-8-16,1-9 0,1-4 11,2-6-12,0-16 2,-1-11-9,-3-5-36,-3-1 24,-12-4-3,-8 1 12,-4 1 2,-6 5 1,-14 13 0,-6 13 0,-6 10-6,1 1 6,1 21-7,7 6-7,6 3-32,10 6-60,7-5-39,0-2-130,16-5-437</inkml:trace>
  <inkml:trace contextRef="#ctx0" brushRef="#br0" timeOffset="143074.7885">21282 633 810,'0'0'107,"0"0"2,0 0 50,0 0-57,0 0-68,0 0-20,0 5-10,0-5-4,0-5-47,0-13-212</inkml:trace>
  <inkml:trace contextRef="#ctx0" brushRef="#br0" timeOffset="143220.0476">21219 296 1009,'0'0'196,"0"0"-115,0 0-25,0 0-56,0 0-5,0 0-9,23 37-276</inkml:trace>
  <inkml:trace contextRef="#ctx0" brushRef="#br0" timeOffset="144200.696">17496 8040 627,'0'0'128,"0"0"-53,0 0-11,10-93 16,3 61-27,-1-1-22,-1 2 18,-10 6-21,-1 5-13,-1 7 4,-16 10-5,-3 3 6,-3 6-19,-2 18 5,5 9-6,10 3 0,10 4-1,4 2-5,25 0 5,10 1-1,7-1 0,-3 2 4,-5-2-3,-10-1 1,-14-6 0,-14-2 3,0-5 0,-26-1 5,-16-4 7,-6-5-5,-5-6 2,-1-7-12,6-5 2,11-3-6,11-18-30,17-9-87,9-7-97,12-3-348</inkml:trace>
  <inkml:trace contextRef="#ctx0" brushRef="#br0" timeOffset="145572.0193">17985 8366 839,'0'0'60,"14"-80"-18,-9 39 45,-3 0-32,-2 4-35,-3 5 7,-18 7 9,-7 9-10,-8 12-10,-6 4 12,-1 15-28,1 20 14,5 9-10,11 3-4,13-1 10,13-5-9,0-7 0,13-8 1,11-12 4,8-9-3,2-5-3,0-5 1,-1-16-5,-2-7-12,-6-2-26,-5-3-4,-5 0 15,-8 4 21,-4 2-7,-3 7 17,0 10-8,0 10 13,0 0-5,-1 23 5,-2 10-5,3 2 30,0-4-8,9-10-12,15-7 8,3-8-17,5-6 11,3 0-6,-4-13-4,-4-6-4,-6-6-15,-9-2-33,-8 1 16,-2-2-18,-2 0 21,0 9 28,0 4 3,-2 8 1,-2 7 3,2 3 7,-1 20 5,0 8 20,0 5 16,2-3-5,-3-3-19,1-6 1,-2-4-14,0-6 3,1-4-2,-1-6-15,2-4 4,0 0-5,3-17-2,0-10-14,0-7-54,5-8 0,5-2 14,3 3 6,0 11 39,0 11 6,4 15 5,-1 4 3,5 15 9,-5 12 19,-1 5 13,0 1-14,-7-6 22,-2-6-18,-2-7-18,-2-5 10,-1-4-15,-1-5-6,0 0 9,0-4-13,0-17-1,0-6-13,0-5-43,0-5 2,3 6 7,-1 5 13,-1 12 21,6 13 5,2 1 3,4 15 5,4 11 26,0 1 16,2-2-9,5-7-3,3-9-9,4-9-21,3 0 10,-1-19-6,-1-9-3,-7-2-2,-8-5-1,-6 3-22,-6-2-10,-4 0 1,-1 3 24,0 4 3,0 10 6,-7 13-2,-2 4 2,0 21 0,1 19 4,8 12 16,0 11 35,2 6-28,15 4-13,6-3 17,-2-3-17,0-8 1,-8-7-2,-7-11 10,-1-14-16,-5-13-7,0-14 2,0-3 13,-3-28-13,-3-14-2,3-13-9,3-11-20,0-9-1,-2-8-13,2 0-38,0 9 32,8 14 20,14 20 24,6 17 5,4 18 0,-1 8 1,-3 12 6,-9 20 9,-9 7 16,-10 6 9,0 3 5,-25 2 12,-10 0-43,-6-4-7,-4-7-8,4-11-30,10-12-119,9-13-272</inkml:trace>
  <inkml:trace contextRef="#ctx0" brushRef="#br0" timeOffset="146112.3541">19119 7624 753,'0'0'109,"0"0"-14,0 0 29,0 0-77,-26 75-25,19-14 58,4 8-43,3 2-16,0-3 19,10-8-35,13-10 16,-1-10-17,5-16-1,5-15 6,2-9-9,4-9 0,0-21 0,-2-8-37,-5-3-17,-7-1 1,-11 0-17,-10 0 41,-3 3 4,-9 7 22,-14 10-5,-6 12 16,-1 10-7,-1 6 19,4 23-1,3 7 62,11 6-43,11 4-5,2-4 1,15-4-34,13-6 12,7-10-10,7-8 0,8-13 6,4-1-7,-3-8-2,-2-18-67,-4-6-241</inkml:trace>
  <inkml:trace contextRef="#ctx0" brushRef="#br0" timeOffset="146315.7638">19885 7600 1091,'0'0'116,"0"0"-29,0 0-54,0 0-10,-8 107-3,23-56-9,-5-3 22,-7-4-27,-3-8-6,0-7 0,-7-11-52,-7-8-55,1-10-130,4-4-386</inkml:trace>
  <inkml:trace contextRef="#ctx0" brushRef="#br0" timeOffset="146922.1161">19765 7494 741,'0'0'153,"4"-77"-102,20 48-10,9 11-12,4 9-24,1 9 1,-2 3-10,-11 26 4,-16 14-51,-9 14-64,-26 13-141,-27 12 54,-15 5 30,-1 1 172,13-11 80,16-10 168,26-16 8,14-12-125,11-12-63,30-14-4,15-13-3,8-6-15,6-19-41,-3-10-5,-4-7-36,-6 1-55,-8-2-8,-12 2-22,-14 3-92,-13 4 84,-10 7 129,0 7 111,-2 9 119,-5 5-84,1 6-55,2 0 8,1 15-65,0 13 10,1 8 16,1 3-33,1-1-5,0-4 15,0-7-3,0-4 12,0-6-31,0-7-7,0-6-3,0-4 1,0 0-6,-7-7 0,-4-14-1,0-7-14,5-6-36,3-8-37,3-6 26,0 0 9,3 4 26,11 10 20,5 12 7,-1 12 6,3 10 35,1 6 1,-2 22 6,1 10-30,-5 6 9,-6 2-11,-4-1-16,-4-3 5,-2-4-5,0-9-90,0-9-185</inkml:trace>
  <inkml:trace contextRef="#ctx0" brushRef="#br0" timeOffset="147213.8559">20752 7563 951,'0'0'70,"0"0"78,0 0-18,0 0-62,0 0-63,0 0-4,-11 83 18,11-29-18,2 6 16,9-6-17,-2-1-9,3-7-45,1-5-171,1-9-182</inkml:trace>
  <inkml:trace contextRef="#ctx0" brushRef="#br0" timeOffset="147485.7872">21427 7981 945,'0'0'41,"0"0"24,0 0 55,0 0-57,0 0-13,0 0-5,-5 0-23,-6 0 24,-5-4-46,-3-9-1,2-4-62,1-3-87,6-1-93,5-3-282</inkml:trace>
  <inkml:trace contextRef="#ctx0" brushRef="#br0" timeOffset="147763.0769">21375 7592 742,'0'0'166,"0"0"-57,0 0-8,0 0-49,0 0-42,0 0 19,-35 11 4,19-8-13,4-3-9,1 0-11,3-2 4,0-9-8,5-2 0,3-1 0,0 1 3,0 3-2,8 3 0,3 3 3,3 4-11,4 0 7,3 3-64,1 8-79,3 1-373</inkml:trace>
  <inkml:trace contextRef="#ctx0" brushRef="#br0" timeOffset="148511.9223">22774 8342 797,'0'0'150,"0"0"-41,0 0 9,0 0-42,7-72-51,23 49-17,11 2 3,4 5-9,4 6 3,-9 10 4,-9 8-7,-10 23 3,-13 10-2,-8 5-3,0 6 2,-23 0 3,-11 0-5,-8-1 0,-6-9 0,-2-7-1,1-8 1,7-8-1,7-8-3,8-7-1,14-4 5,7 0 0,6-11-2,16-6 0,23 1-5,15 5 7,7 2-3,8 4 1,3 0 2,3 0-28,9-1-76,-2-1-37,-1-2-32,-14-1-463</inkml:trace>
  <inkml:trace contextRef="#ctx0" brushRef="#br0" timeOffset="149021.291">24718 8190 656,'0'0'140,"0"0"-3,3-76 9,9 49-61,9 4-27,4 5-19,8 5-19,1 9 8,2 4-7,-3 6-16,-6 22 3,-6 14-4,-11 13-4,-8 5 6,-2-1-4,-23-2 6,-14-3-4,-14-5-3,-3-5 6,4-9-5,8-12-2,14-8 5,13-11 0,13-4 2,2-4 2,29-16-8,24-9-2,16 1-5,11 1-11,4 3-34,1 3-62,-1 3-34,-10 0-251</inkml:trace>
  <inkml:trace contextRef="#ctx0" brushRef="#br0" timeOffset="149760.4814">26534 8173 736,'0'0'177,"0"0"-72,0 0 39,0 0-40,0 0-40,0 0 7,-23-31-38,22 73-25,-1 16 21,1 7-20,-1 3 2,2-4-11,0-6 0,0-7-3,14-14-65,8-13-203,9-19-843</inkml:trace>
  <inkml:trace contextRef="#ctx0" brushRef="#br0" timeOffset="150747.8486">27715 8154 60,'0'0'829,"0"0"-715,0 0 3,0 0 3,0 0-60,0 0-22,-56-30-12,56 27 8,9-3-21,19-1-12,17 0-1,11 0 0,8 1 0,-2 2 0,-4 1-9,-6-1 4,-7-1 2,-11 1-6,-9-1 7,-11 0-19,-9 1 12,-4-1 6,-1 1 0,0-2 1,0-1 2,0 1 0,-1 1-2,-4 2 10,-1 3-5,-3 0 8,-4 15-8,-2 22 14,-8 15 4,3 10-6,0 3-2,2-3-7,6-2-6,4-4 0,8-5-17,0-6-39,10-11-18,11-12-227</inkml:trace>
  <inkml:trace contextRef="#ctx0" brushRef="#br0" timeOffset="151775.7716">29097 8075 610,'0'0'196,"0"0"-105,0 0 19,0 0-31,0 0 3,0 0-18,-63-11-10,56 21-33,-2 4 3,6 5-5,1-1-15,2 3 18,0 0-15,3-1-1,14 0 16,2-2-13,7-1 15,2-3-11,2-1-12,1-3 10,0 0-11,-1 1 0,-6 2 2,-4-1-2,-4 4 0,-5-1 0,-3 2 0,-3-1-2,-4-1 2,-1-1 0,0-1 6,0-2-5,-16-1 10,-7-1-6,-11-2 0,-3-3-10,0-4-5,2 0-19,10-3-26,10-15-86,6-6-127,9-4-332</inkml:trace>
  <inkml:trace contextRef="#ctx0" brushRef="#br0" timeOffset="151941.0957">29094 8049 855,'0'0'165,"0"0"-101,0 0 37,0 0-56,95-51-43,-48 39-1,0 1-1,-6 3-39,-5-2-117,-7 3-563</inkml:trace>
  <inkml:trace contextRef="#ctx0" brushRef="#br0" timeOffset="153710.9129">31591 7905 725,'0'0'158,"0"0"-85,0 0-11,0 0-7,-16-79 10,-2 66-39,-9 6-5,-4 4 10,-8 3-31,-6 1 14,-1 21-2,3 9-1,9 12 24,14 11-17,14 7-10,6 2 7,15-3-11,15-11-4,6-12 0,4-14 2,1-10-2,0-11 0,-2-2 0,-2-19-3,-1-13 4,-6-12-2,-3-2-3,-11-7-12,-7 3 9,-7-5-1,-2-6 4,0-2 0,-6-8 5,-4-1-1,-1 3 4,2 7-4,1 17 31,2 16-15,2 18 4,-2 11 21,0 4-39,-3 33-2,0 21-4,5 18 1,4 9 2,0 1 1,3-6-5,13-7-2,5-7-68,0-11-136,3-13-225</inkml:trace>
  <inkml:trace contextRef="#ctx0" brushRef="#br0" timeOffset="153914.0506">32103 7982 1037,'0'0'157,"0"0"-108,0 0 3,0 0-52,0 0 0,88-50-35,-59 47-116,-9 3-92,-7 0-604</inkml:trace>
  <inkml:trace contextRef="#ctx0" brushRef="#br0" timeOffset="154078.0124">32109 8110 565,'0'0'401,"0"0"-327,0 0 47,0 0-43,0 0-53,0 0-11,72 10-14,-39-10-97,-5-12-116,0-4-410</inkml:trace>
  <inkml:trace contextRef="#ctx0" brushRef="#br0" timeOffset="154520.4361">32594 7865 704,'0'0'445,"0"0"-347,0 0-76,0 0 32,-4 92-3,4-47-11,0 6-13,0-2-22,-5-2 9,-2-8-13,-4-7-1,-1-13 0,2-6-2,-3-10-21,0-3-18,6-5-22,4-10 25,3 0-21,3 1-13,18 1 49,7 3 3,2 1 6,3 1 11,0-2-20,-3-1-14,-2-2 1,-6-1-11,-7-2 4,-1 2 24,-8 1 19,-5 3 37,-1 3 48,0 7 47,0 0-30,-6 7-49,-9 23-13,2 10-8,1 9 5,0 3-32,3-1-5,0-2-6,2-3-144,4-4-405</inkml:trace>
  <inkml:trace contextRef="#ctx0" brushRef="#br0" timeOffset="155756.071">30525 835 662,'0'0'93,"0"0"-73,-106-35 7,55 35 49,1 7 12,5 19-23,9 11-15,10 7-16,13 2-12,13 2 1,0-7-16,21-5 10,12-11-10,7-9-6,3-14 12,1-2-8,2-13 6,-4-17 15,-5-6-20,-3-3 2,-10-9-8,-9 0-4,-9-4-2,-6-5-12,0-3 17,-5-4-1,-8-2 4,0 10 7,0 13 17,3 17-3,4 16 21,3 10-29,-3 16-15,0 31-6,2 22 3,4 13-1,0 4 4,16-4-26,8-4-37,4-12-77,1-8-98</inkml:trace>
  <inkml:trace contextRef="#ctx0" brushRef="#br0" timeOffset="155990.7857">31003 909 996,'0'0'72,"0"0"-50,0 0-17,0 0-10,104-36-14,-72 35-71,-3 1-134,-9 0-338</inkml:trace>
  <inkml:trace contextRef="#ctx0" brushRef="#br0" timeOffset="156140.168">31050 1084 427,'0'0'443,"0"0"-368,0 0 33,0 0-57,0 0-51,0 0-3,119-23-209</inkml:trace>
  <inkml:trace contextRef="#ctx0" brushRef="#br0" timeOffset="156603.7615">31441 759 878,'0'0'76,"0"0"-76,0 75 59,0-43 18,7 2-46,5-6-6,-3-5-10,0-4-15,-3-7 9,-1-5-9,-1-6 0,-3-1 8,2 0-4,3 0 7,5-4-8,5-12-3,4 2-1,1 0-3,2 2-3,1 5 5,-3 5-10,2 2 10,-4 6 2,-6 12-4,-3 6 0,-6 5 8,-4 1 0,0 3 27,0-5-16,-4-2 13,-6-7 2,-2-3-4,-5-3-12,-7-4-12,-2-3-2,-4-6 0,2 0-56,3-10-130,7-15-310</inkml:trace>
  <inkml:trace contextRef="#ctx0" brushRef="#br0" timeOffset="156754.8932">31469 785 986,'0'0'185,"0"0"-134,0 0-8,111-11-11,-56 6-31,3-2-2,-1-3-25,-12-3-299</inkml:trace>
  <inkml:trace contextRef="#ctx0" brushRef="#br0" timeOffset="163379.9922">22960 9045 906,'0'0'78,"0"0"5,0 0 72,0 0-62,0 0-61,0 0-29,0 0 4,-22 82-7,16-28 14,-3 0-14,3 0 0,5-6-7,1-9-105,9-10-188</inkml:trace>
  <inkml:trace contextRef="#ctx0" brushRef="#br0" timeOffset="164039.0235">25055 9158 603,'0'0'175,"0"0"-65,0 0 0,0 0-50,5-82-31,11 68-9,6 4-14,4 6-3,1 4-3,-2 0-3,-2 18 3,-7 13-2,-10 10-2,-6 9 2,-6 2 3,-20-2-1,-6-3 1,-4-9 3,4-7-2,9-8-1,6-9 12,13-6 4,4-6-13,0-2 6,28 0 3,21-11-13,20-3-5,17-4-135,5 1-163</inkml:trace>
  <inkml:trace contextRef="#ctx0" brushRef="#br0" timeOffset="164561.6518">26599 9072 680,'0'0'141,"0"0"-66,0 0 37,0 0-46,0 0-36,81-54 1,-63 54 2,-5 0-9,-1 3-9,-9 12-14,-3 7 4,0 2 1,-4 1-5,-16 2 6,-2-3-6,-2 0 0,0-3-1,3-7-1,9-4-11,8-6-14,4-4-14,3 0 27,24-4 1,8-6-1,4 3-11,-3 7-10,-4 0 21,-7 8 11,-6 12 2,-8 6 4,-10-1 17,-1 3 28,-7-1 9,-17-3-9,-8-3-13,0-5-14,-4-3-19,3-5-3,8-5-14,7-3-108,12 0-145</inkml:trace>
  <inkml:trace contextRef="#ctx0" brushRef="#br0" timeOffset="165170.1297">27929 9104 446,'0'0'151,"0"0"10,0 0-3,0 0-58,0 0-29,0 0-12,-12-66-19,3 83-37,-3 13 2,0 7 9,9 6-7,3-2-3,0-6 1,13-7-5,9-8 1,3-9 0,5-8-1,-2-3-6,0-9-46,-4-11-35,-4-7 3,-6-3 38,-3-1 17,-1 0 28,-4 5 1,-3 8 7,-1 13 31,-2 5 18,0 11-32,-8 23-23,-7 9 24,5 7-15,4-2-9,4-3-2,2-6-1,2-5-46,14-6-121,7-10-205</inkml:trace>
  <inkml:trace contextRef="#ctx0" brushRef="#br0" timeOffset="165628.2022">29114 9151 585,'0'0'243,"0"0"-129,0 0-3,0 0-39,0 0-39,0 0-14,17 27 10,7-6-13,6 3 3,0 4-13,-1 0 1,-3 2 3,-5-3-8,-6-2 7,-9-4-9,-6-3 0,0-3-1,0-4 1,-15-2 0,-6-6 3,-6-3-3,-6 0 0,-1-2-41,0-12-53,7-6-55,7-1-323</inkml:trace>
  <inkml:trace contextRef="#ctx0" brushRef="#br0" timeOffset="165765.0629">29156 9072 277,'0'0'683,"0"0"-578,0 0-39,108-32-14,-54 32-48,5 0-4,6 0-169,2 0-793</inkml:trace>
  <inkml:trace contextRef="#ctx0" brushRef="#br0" timeOffset="196133.0361">24830 10411 831,'0'0'160,"0"0"-108,0 0 44,0 0-33,60-86-48,-23 73 5,3 9-13,-3 4-3,-5 6 3,-11 22-3,-14 11-4,-7 10 0,-1 4 2,-26-1 2,-11-2-4,-9-4 1,-1-6-2,3-7 3,13-9-2,12-11 3,16-7 0,4-6 4,22-1-6,24-17 2,17-2-3,10 1-5,2 2-8,-4 4-38,-11 8-60,-17 3-24,-16 2-218</inkml:trace>
  <inkml:trace contextRef="#ctx0" brushRef="#br0" timeOffset="196874.7778">24540 11050 957,'0'0'52,"0"0"-30,0 0 11,0 0 54,0 0-57,0 0 14,-29 20 10,29-29-26,0-15-13,-2-9-15,-2-16-2,-4-10-2,1-13-14,-5-9-7,-1-13-1,-1-6 0,2-4 19,2 8 0,4 14 7,4 20 12,2 21 3,0 16-1,0 12-6,12 7-8,9 6 1,9 0-1,4 0 0,7 5-7,6 3 9,5-1-2,8-4 0,7-3 1,5 0 3,4-4-4,-8-8 0,-6 1 0,-13 1 0,-9 1-15,-9 2-6,-8 0-8,-7 2 15,-5-1 2,-7 2 12,-1 1 1,-3 3 1,0 0 12,0 0-5,0 0-9,0 11 7,0 6-7,0 5 0,9 3 4,6 6 0,6 6-2,1 5-1,-1 9 2,2 8-1,-3 6-2,-1 3 0,-2-3 0,-5-6 2,-3-2-3,-7-5 1,-2-3-1,-3-1-1,-21 0 4,-11-1-2,-12-3 11,-14 1-7,-11-5 5,-13-2-6,-7-4 0,-1-6 3,5-9-6,10-8 4,16-11-4,14 0-4,15-20-31,18-11-91,15-7-169</inkml:trace>
  <inkml:trace contextRef="#ctx0" brushRef="#br0" timeOffset="198140.3628">26530 10757 496,'0'0'318,"0"0"-252,0 0-5,0 0 51,0 0-54,0 0 5,-16-6-27,10-12-24,0-8 13,-5-6-12,-2-6-7,-1-9 2,-1-5-5,0-9 0,1-5-3,1-3 3,4-2 0,5 11-3,4 10 0,0 14 2,3 14 0,11 8-2,3 7 0,8 4-1,8 2 0,9 1 1,15-4 0,8-3 0,16-4 2,13-4-2,9-2 0,1 0 1,-13 0-3,-22 5 1,-26 3-12,-19 4-15,-17 2 5,-7 2 13,0 1 8,-4 0-3,-13 5 4,-2 8 1,-2 3 0,3 6-2,3 3 0,6 3 0,5 8 2,4 2-2,0 4 0,0 1 2,1 4 0,8 6-3,5 3-7,-2 3 9,0 1-1,-1-7-1,-6-2 3,-5-6 0,0-4 0,-16-4 0,-17-5 0,-15-4 12,-16-4-1,-12-6-4,-5-6 7,1-5-8,6-7-2,12 0 3,7-4-3,10-13-3,11-6-1,10-1-21,15-2-16,9 0-62,0 2-48,19 2-191</inkml:trace>
  <inkml:trace contextRef="#ctx0" brushRef="#br0" timeOffset="198348.6164">26805 10353 1021,'0'0'59,"0"0"16,0 0 24,0 0-53,0 0-45,0 93-1,0-21 0,0-1-12,8-8-160,4-12-502</inkml:trace>
  <inkml:trace contextRef="#ctx0" brushRef="#br0" timeOffset="199407.9414">28932 10855 682,'0'0'218,"0"0"-173,0 0 69,0 0-13,0 0-59,0 0-17,-22-68-10,19 31-6,2-7 1,-1-7-9,0-10 2,0-11-2,2-10 2,0-5-2,0-1-1,0 5 0,0 10-1,0 14 4,0 16-3,6 21 8,-3 11-3,6 11 6,9 0-11,7 8-1,14 9-3,9 3 8,10-3-2,3-3-2,6-6 0,3-6 0,5-2 0,4-2 0,-1-15-1,-5-3-2,-12 0 3,-13 2-2,-17 3 0,-13 2-1,-12 5-1,-5 2 4,-1 5-3,0 1 8,-4 0-5,-11 2 0,-3 14-3,-3 7 0,3 3 3,5 8 0,5 7-4,7 6 3,1 7 0,0 10 1,6 11-3,4 7 0,1 3-2,1-5-26,-3-7 12,-5-9-26,-2-5 17,-2-8 13,-6-7 8,-20-8 7,-11-6 0,-14-6 28,-13-5 2,-15-6-15,-8-4 1,-2-9-15,-1 0 4,10 0-10,4-14 3,12-2-13,15-1-12,14-1-39,15 0-25,13-4-169,7 0-485</inkml:trace>
  <inkml:trace contextRef="#ctx0" brushRef="#br0" timeOffset="199738.8694">29209 10455 796,'0'0'92,"0"0"-56,0 0 6,0 0-5,0 0-31,0 0-5,-14 60 21,14-32-9,3 0 3,14 0 6,5 0-1,8-1 12,5-2-10,3-3-14,-1 0 6,-5-4-10,-9-2 10,-12-4-7,-11-2-7,0-2 7,-18-3-2,-14-4-6,-12-1-20,-3 0-78,2-8-51,6-10-200</inkml:trace>
  <inkml:trace contextRef="#ctx0" brushRef="#br0" timeOffset="199881.8045">29201 10422 917,'0'0'96,"85"-42"-41,-33 23 12,-1 7-67,-6 5-8,-14 4-187,-16 3-533</inkml:trace>
  <inkml:trace contextRef="#ctx0" brushRef="#br0" timeOffset="201887.0574">31453 10953 773,'0'0'149,"0"0"-76,0 0 44,0 0-35,0 0-37,-80-33-14,48 46-14,-1 14 12,1 5-13,7 6-15,11-4 7,9-3-8,5-7-1,9-8-2,22-9-9,12-7-22,7 0-51,0-19-60,-4-1-7,-10-2-100,-7-1-79</inkml:trace>
  <inkml:trace contextRef="#ctx0" brushRef="#br0" timeOffset="202119.3414">31568 11001 478,'0'0'233,"0"0"-107,0 0-14,0 0-41,0 0-36,20 79-9,6-74-9,5-5-8,3 0 2,1-5-11,-7-15 5,-10-1 0,-8-3-3,-10-2 3,0 1-3,-11-2-1,-15 3 4,-6 6-5,-4 6 0,0 11-1,1 1-9,10 14 4,6 10-22,11 2-20,8-4-48,3-3-210</inkml:trace>
  <inkml:trace contextRef="#ctx0" brushRef="#br0" timeOffset="202936.0107">31818 10865 126,'0'0'855,"0"0"-769,0 0-54,0 0 50,-31 85-36,31-56-30,5-3-5,14-9-8,4-6-3,4-7 3,1-4-3,3-1-12,-3-14-27,-4-5-39,-8-4 8,-5-2 29,-7 0 11,-1-1 10,-3 8 11,0 8 9,0 11 22,0 0 19,0 20-18,0 10 39,0 3-17,5 1 11,5-2-39,2-7-6,3-7 1,0-7-7,-2-8 1,-1-3-6,-4-3-18,-2-18-45,-1-4-56,-3-5 19,-2-5-9,0-2-74,0 3 81,0 9 89,0 10 13,0 10 5,0 5 73,0 10 24,0 12 14,0 5-33,8-2-8,2-7-35,3-6-9,2-5 5,6-7-14,3 0-6,2-8-8,-3-12-8,0-4-29,-10-3-24,-4-4-10,-3-4-5,-6 1 1,0 5 61,0 9 5,0 14 2,0 6 34,-12 22-9,-1 12 22,4 9 29,4 1-8,5-6-28,0-6-20,17-8-3,2-7 2,1-10-13,-1-5-4,-4-2-3,0-5-69,-5-12-25,-4-5-20,0-5-100,-6-5-27,0-6 21,0-3 52,0 1 168,-3 9 154,-1 13 114,2 13-28,1 5-98,-4 22-93,-1 12 17,-3 5 7,1 3-25,2-2-33,1-5-15,2-5-3,0-6-67,-2-6-62,-2-6-243</inkml:trace>
  <inkml:trace contextRef="#ctx0" brushRef="#br0" timeOffset="203069.1545">32273 10946 554,'0'0'574,"0"0"-478,0 0-23,0 0-38,90-71-33,-42 54-4,4 2-130,0 1-128,-6 2-594</inkml:trace>
  <inkml:trace contextRef="#ctx0" brushRef="#br0" timeOffset="203219.3438">32658 10797 1235,'0'0'62,"0"0"-53,0 0-5,0 0-4,0 0-111,93-32-117,-80 32-418</inkml:trace>
  <inkml:trace contextRef="#ctx0" brushRef="#br0" timeOffset="203367.8648">32613 10933 1033,'0'0'184,"0"0"-134,0 0 26,0 0-47,0 0-22,0 0-7,77 22-42,-39-28-170,-3-8-236</inkml:trace>
  <inkml:trace contextRef="#ctx0" brushRef="#br0" timeOffset="203631.4333">33046 10635 819,'0'0'327,"0"0"-177,0 0-43,0 0-26,0 0-57,0 0-20,-11 50 1,7 6-4,-3 12-2,-2 4-5,0 0-76,0-8-174,5-14-908</inkml:trace>
  <inkml:trace contextRef="#ctx0" brushRef="#br0" timeOffset="204186.0916">33107 10733 749,'0'0'168,"0"0"-145,0 0 62,0 0-44,0 0 2,0 0 3,-85 57 28,70-18-30,8 0-17,7 1 2,0-4-7,12-6 7,13-9-12,6-7-14,5-11 5,5-3-3,2-10 0,0-15-5,-2-8-1,-10-2-4,-9-5-4,-16 0 3,-6-3 4,0 4 1,-23 5 1,-5 10-1,-9 13-3,-2 11 4,0 0 0,2 23-15,3 9-2,7 6-53,9 1-111,14-2-157</inkml:trace>
  <inkml:trace contextRef="#ctx0" brushRef="#br0" timeOffset="204398.5211">33366 10614 744,'0'0'374,"0"0"-264,-94 1-80,42 46 21,-7 21-25,1 15-13,-2 6 4,2 1-12,1-8-3,9-10-2,10-17-50,18-20-141,17-21-176</inkml:trace>
  <inkml:trace contextRef="#ctx0" brushRef="#br0" timeOffset="204615.2292">33272 9997 1210,'0'0'141,"0"0"-67,0 0-34,0 0-39,-17 143 7,12-54-7,5 11-1,-3 1-79,3-6-205</inkml:trace>
  <inkml:trace contextRef="#ctx0" brushRef="#br0" timeOffset="208304.8904">22765 12355 86,'0'0'824,"0"0"-708,0 0-55,0 0 94,0 0-106,0 0-11,-34-19-8,26 2-10,1-7 9,3-6-17,4-7-11,0-6-1,0-8-4,7-5-9,2-10 2,-2-3-5,-1-3 14,-2 1-5,-2 8 6,-2 14-2,0 16 5,0 15-2,0 11 3,0 5-3,0 2 8,2 0-8,11 0-3,11 0 0,10 0 3,11 0 0,7-2 0,8-9-1,4-5 1,10-5-6,4-3 4,3-1-1,-6-1-5,-13 5 8,-14 3-2,-18 8-4,-17 3 2,-8 4-4,-5 3 0,0 0 4,-2 0 5,-8 14-1,-1 8 0,-1 11 1,3 11 5,0 9-6,2 8 0,4 5-1,3 2 5,0 3-4,9-1 0,7-1 1,2-4-1,-3-4 0,-2-8-4,-11-4 0,-2-7-8,-19-2 5,-19-7 4,-12 0-3,-10-6 1,-9-6 7,-4-6-2,-1-7 4,8-5-2,11-3 6,13 0-4,11-8 1,8-10-10,16-9-6,7-9-80,0-3-96,20-3-247</inkml:trace>
  <inkml:trace contextRef="#ctx0" brushRef="#br0" timeOffset="208611.5198">23089 11901 1052,'0'0'77,"0"0"-63,0 0 8,0 0 12,115-72-29,-75 71-4,-7 1-2,-15 11 0,-9 21 0,-9 11-4,-5 10 5,-25 4 6,-10-2-3,-2-6 1,2-8 12,7-10 10,14-11 10,11-7-6,8-9-22,9-4 3,32 0-9,21-17-2,19-6-14,11-5-126,7-4-179</inkml:trace>
  <inkml:trace contextRef="#ctx0" brushRef="#br0" timeOffset="209804.9433">26663 12335 926,'0'0'117,"0"0"-107,0 0 41,0 0 18,-10-97-54,10 63-9,0-1-5,0-3 9,0-4-9,0-6 2,-3-4-4,-3-7 2,2 0-1,-1 2 0,1 3 4,2 9-2,2 11 12,0 13-3,0 11 12,11 7-19,15 3-2,13 0-2,16 0 2,16 0-2,11 0 1,4 0-1,-4-10-2,-7-2-33,-16-3 10,-17 4-9,-16 4 16,-17 1 16,-9 5-1,-5 1 3,-14 0 14,-1 0-13,1 8 9,8 9 2,7 5-10,4 4 2,0 2-4,4 4 1,13 1-2,4 6-1,3 3 2,1 6-2,-5 5 4,-4 4-3,-9 1 1,-7-1 0,0-4 2,-19-5 1,-11-6-2,-12-7 14,-10-2 1,-10-5 15,-10-6-11,-4-3-4,-2-6 3,14-9-18,15-4 0,19-1-1,16-24-34,14-10-108,0-10-92,24-3-496</inkml:trace>
  <inkml:trace contextRef="#ctx0" brushRef="#br0" timeOffset="209986.0842">27049 11823 1122,'0'0'134,"0"0"-94,0 0 15,-47 100-7,47-33-14,14 2-23,8-1-11,3-6-27,2-11-105,1-15-378</inkml:trace>
  <inkml:trace contextRef="#ctx0" brushRef="#br0" timeOffset="210916.1323">29221 12358 866,'0'0'105,"0"0"-66,0 0 62,0 0-36,0 0-25,0 0-19,-17-48 0,2 13 3,-2-10-17,0-9 2,2-5-7,9-10-2,6-7 3,0-3-1,16 1-2,4 11 0,2 17 4,2 17-2,6 15-2,6 11-2,12 6-1,13 1-3,13 0-2,6-2-24,3-3-4,-1-4 2,-10-1-13,-16 0 23,-20 2 23,-18 5-1,-15 1 2,-3 2 5,-9 0 20,-12 5-9,-4 10-9,1 4-6,6 2 1,5 4-1,4 2-1,7 6 0,2 2-2,0 9 2,2 6 0,13 8 0,6 10-1,5 3 3,1 0-2,-2 1 0,-2-4 0,-8-4-1,-9-9 1,-6-10 0,-18-4 2,-21-10 0,-13-3-1,-13-3 8,-6-6-1,-2-5 7,-3-7-10,7-7-2,10 0-3,11-10-1,17-13 1,16-2-42,9-6-69,6 0-70,0-2-312</inkml:trace>
  <inkml:trace contextRef="#ctx0" brushRef="#br0" timeOffset="211205.7545">29471 12103 639,'0'0'167,"0"0"-117,0 0 31,0 0-17,0 0-22,0 0-14,-16 75 7,41-53-9,4 1 11,-1 1-8,2-2-8,-3 2 0,-4-2-13,-6-2 2,-5-4 2,-8-1-11,-4 0 9,0-4-5,-13-1 0,-14-4-5,-5-3 0,-1-3-34,0 0-74,8-16-46,5-7-176</inkml:trace>
  <inkml:trace contextRef="#ctx0" brushRef="#br0" timeOffset="211335.7965">29465 12072 987,'0'0'129,"0"0"-95,105-50 31,-42 32-52,9 0-13,5-2-61,-5 0-325</inkml:trace>
  <inkml:trace contextRef="#ctx0" brushRef="#br0" timeOffset="216466.1174">33470 10110 595,'0'0'177,"0"0"-164,0 0-4,0 0 19,0 0 13,0 0 2,0 0-21,-35-27 7,35 27-13,-4 0-3,-9 6-9,-14 25-2,-15 17 32,-15 13 10,-8 8-30,-1 0-8,0-3-6,5-6-19,12-15-122,12-10-399</inkml:trace>
  <inkml:trace contextRef="#ctx0" brushRef="#br0" timeOffset="217926.3881">32963 9309 613,'0'0'196,"0"0"-121,0 0 24,0 0-36,0 0-30,0 0-25,59-59-7,-27 54 4,1 1-3,-1 4-2,-3 0 0,-7 2-1,-10 16-4,-8 7-4,-4 10-1,-21 9 8,-14 3 0,-11-2 4,-3-6-1,5-3 4,11-8 4,13-7 22,12-4-28,8-3-1,13-4 2,32-6 8,22-4-12,17 0-1,5-12-164,-2-7-515</inkml:trace>
  <inkml:trace contextRef="#ctx0" brushRef="#br0" timeOffset="239288.117">17925 14301 503,'0'0'132,"0"0"2,0 0 2,0 0-61,0 0-5,-7-96-8,22 64-4,6-8-7,2-2-17,0-3 0,-4 1-10,-7 2-12,-8 5-9,-4 9 1,-7 8-6,-18 13 2,-15 7-1,-7 20-8,-8 18 8,1 7 0,8 2-2,12-2-8,11-3 8,16-2-12,7-5-5,16-1 13,20-4-13,10-4 2,4-1 12,2 1-6,-5 0 11,-8-1 1,-10 0-2,-17 1 2,-12-4 5,-12 2 0,-29 0 26,-18-2-15,-13-4-6,-6-6-10,3-6 4,9-6-5,16 0 1,17-17 0,19-14 0,14-10-66,19-7-82,26-1-163</inkml:trace>
  <inkml:trace contextRef="#ctx0" brushRef="#br0" timeOffset="240513.8586">18435 14177 821,'0'0'105,"0"0"-51,0 0 32,0 0-16,0 0-25,-89-68-6,61 68-21,-2 20-4,0 17-5,5 8 5,8 6 2,14-5-11,3-4 1,9-12-6,14-7 2,7-10-4,1-11 2,2-2-8,-2-8-15,-3-16-24,-7-4-21,-5-2-21,-7-1 36,-4 0 17,-5 0 7,0 3 23,-3 5 5,-8 11 2,3 10 9,2 2 42,1 21-22,5 10 28,0 0-17,0-5-7,19-8-16,6-8-17,6-10 5,2 0-4,-1-9-2,-3-12-22,-5-4-56,-5-3-11,-7-2 32,-7-1-2,-1 3 30,-4 7 29,0 7 0,0 11 40,1 3 1,2 17-19,0 12 60,0 4-16,-1-2-6,-1-3-18,-1-7-6,0-5-4,0-8-13,0-5-11,0-3-5,0 0-3,0-13 0,0-11-22,0-7-39,0-4-18,0 1 15,0 9 33,2 9 28,4 12-6,5 4 9,5 10 1,3 12 26,2 1 21,4-4-20,1-7 2,-1-8-5,0-4-17,-4-1 6,-3-16-12,-6-6-1,-3-1-2,-9-2-20,0-3 1,0-1 8,0 5-5,-7 9 11,4 8 4,1 8-2,2 8-3,0 14 7,0 3 25,0-1-1,10-1-6,12-8 0,6-6-7,5-6 17,3-3-19,-1-6-7,-5-12-4,-7-5-20,-10-1-19,-9-1 11,-4-3 20,0-1 7,-1 5-1,-7 9 2,0 12 2,3 4 3,2 29 3,1 14 2,2 11 25,0 8-14,0 8-5,0 2-9,3-2 5,7-11-10,1-13 18,-3-15 0,-4-13 1,-1-11-3,-1-8-7,-2-5-5,0-24 18,0-13-19,0-9 0,0-10-6,0-5 1,-6-5-10,4-7-9,2 3-42,12 13 11,22 16 7,4 24 28,1 22 13,-7 10 8,-8 29-4,-15 10 40,-9 2 5,-6 2 5,-19-4 0,-6-5-21,-5-5 0,1-6-19,6-9-10,6-9-28,11-12-131,9-3-218</inkml:trace>
  <inkml:trace contextRef="#ctx0" brushRef="#br0" timeOffset="241078.1131">19489 13744 1022,'0'0'91,"0"0"12,0 0-5,0 0-63,-81 99-13,77-44 7,4 1-17,1-6 5,20-11-12,0-9 0,8-10-3,-1-11-1,3-9 1,2 0-2,2-16-51,0-13-11,-7-2-42,-8-1 5,-6-1 42,-10 5 21,-4 10 22,0 7 14,0 11 4,0 0 40,-4 11-9,1 11 30,3 1-8,0-5-20,8-5-12,12-9-7,4-4-10,-1 0-1,3-11-6,-3-9-1,-4-4-6,-3-4-51,-7-2 3,-9-4 0,0 1-12,-9-2 13,-17 6 38,-5 12 14,-3 14 1,-4 3 14,0 28 21,5 16 56,5 10 5,8 5-25,10-3-30,10-5-20,0-7-4,22-10-16,11-8 5,6-7 9,5-12-15,8-7-25,4-1-110,1-21-188,-4-7-555</inkml:trace>
  <inkml:trace contextRef="#ctx0" brushRef="#br0" timeOffset="241285.0734">20226 13589 1120,'0'0'112,"0"0"-98,0 0 62,18 124-43,0-62-21,1 2 2,-9-7-13,-5-12-2,-5-8-6,0-13-40,-5-11-69,-9-13-71,-1 0-135,-3-17-371</inkml:trace>
  <inkml:trace contextRef="#ctx0" brushRef="#br0" timeOffset="241439.7827">20150 13669 680,'0'0'172,"10"-107"-68,16 63-29,8 10-44,2 8-21,4 10-7,-3 12-2,-2 4-1,-12 12 0,-12 22-6,-11 16-46,-12 12-89,-25 15-81,-16 5-169</inkml:trace>
  <inkml:trace contextRef="#ctx0" brushRef="#br0" timeOffset="241573.2012">20112 14026 576,'0'0'337,"0"0"-213,-23 86-3,48-75-26,15-11-61,9 0 13,7-15-31,-1-13-14,-3-5-4,-4-5-9,-11-3-58,-7-2-107,-9-6-73,-8 0-142</inkml:trace>
  <inkml:trace contextRef="#ctx0" brushRef="#br0" timeOffset="241882.6423">20536 13682 693,'0'0'228,"0"0"-109,0 0-59,0 0 26,-18 114-28,12-59-12,2-2-20,2-7 1,1-5 10,1-10 1,-3-9-5,0-7-19,-3-10-12,0-5 4,-3 0-3,-2-20-2,3-9-1,3-9-52,4-12-25,1-8 0,0-6-10,0 2 4,17 5 26,6 19 46,11 20 11,-1 15 14,0 3 75,-4 24 3,-4 15-56,-1 14-6,-5 4-21,-3-2 0,-2-5-9,-7-12-7,-5-10-212,-2-9-606</inkml:trace>
  <inkml:trace contextRef="#ctx0" brushRef="#br0" timeOffset="242270.021">21121 13565 1064,'0'0'67,"0"0"-42,0 0 29,0 0-43,116-53-8,-78 53-3,-9 0-7,-10 12 3,-12 15-17,-7 8-25,-13 9 36,-19 6 1,-7 4-2,-5-5 11,0-5 1,7-10 46,10-10 19,9-7-13,12-8-2,6-5-18,0-3-7,15-1 7,19 0 8,13-7-25,11-7-16,5 0-7,-1-1-74,-5 3-99,-6 2-204</inkml:trace>
  <inkml:trace contextRef="#ctx0" brushRef="#br0" timeOffset="242435.1622">21754 13886 984,'0'0'106,"0"0"-9,0 0-3,0 0-60,0 0-34,0 0-13,16 16-209,-16-24-653</inkml:trace>
  <inkml:trace contextRef="#ctx0" brushRef="#br0" timeOffset="242587.8869">21729 13515 1254,'0'0'100,"0"0"-20,0 0-59,0 0-21,0 0-34,0 0-98,10 26-400</inkml:trace>
  <inkml:trace contextRef="#ctx0" brushRef="#br0" timeOffset="243942.9097">23621 13647 729,'0'0'171,"0"0"-74,0 0 37,0 0 2,0 0-62,0 0-18,-9-56-29,9 90-25,0 20 33,0 17-16,-3 5-5,-4 0-9,3-8-3,-1-9 0,2-7-2,2-10-5,1-10 3,0-10-16,9-13-71,16-9-75,12-7-245</inkml:trace>
  <inkml:trace contextRef="#ctx0" brushRef="#br0" timeOffset="244407.8639">24937 13654 909,'0'0'106,"0"0"-79,0 0 50,90-81-21,-51 69-43,4 6-13,2 6-1,-8 0-2,-6 13 2,-11 17 0,-14 19-6,-6 11 6,-14 9-3,-18 1 4,-9-7 0,-2-10 2,0-8 1,8-12 26,9-9 11,12-9 5,9-7 0,5-6-28,2-2 5,26 0 25,17-12-16,16-6-21,8-7-10,2 2-51,-6 0-74,-17 2-110,-14 4-238</inkml:trace>
  <inkml:trace contextRef="#ctx0" brushRef="#br0" timeOffset="244880.1299">25965 13671 1007,'0'0'40,"0"0"-13,0 0 114,-20-74-86,40 64-53,9 0 3,1 6-3,1 4-2,0 0 1,-4 11 9,-5 12-5,-8 10 16,-10 3-3,-4 5-13,-3-1 7,-15-5-7,-6-4-4,-1-8 1,4-8 0,9-5-2,8-7 0,4-3-3,6 0 2,25-3-13,16-10 1,9 3 5,5 6-5,-1 4-2,-6 6 12,-8 19 3,-10 9 6,-17 5 31,-13 3-10,-6 0 8,-19-3 20,-20-2-24,-13-6-21,-5-4-7,2-4-4,11-7 1,13-6-59,13-9-169,15-1-421</inkml:trace>
  <inkml:trace contextRef="#ctx0" brushRef="#br0" timeOffset="245307.868">26989 13765 840,'0'0'127,"0"0"-57,0 0 68,0 0-72,0 0-34,0 0 24,-48 94-27,48-59-10,0-6-9,14-6-8,14-5 12,5-10-11,4-8 0,2 0-3,-4-8-34,-2-12-3,-4-3-21,-4-4 0,-7 5 28,-6 5 30,-8 12 0,-4 5 45,0 14-7,-3 21-4,-7 12-5,1 8-13,9 1-11,0 1-5,8-5-1,18-10-36,6-11-162,2-15-275</inkml:trace>
  <inkml:trace contextRef="#ctx0" brushRef="#br0" timeOffset="245607.7329">27827 13726 1018,'0'0'43,"0"0"38,0 0 39,-18 101-78,32-60-20,11 0-14,5 0 11,1-1-5,-1-1 15,0-2-5,-5-1-8,-4-6-2,-7-5-14,-8-3 6,-6-8-2,0-5-4,-14-3 0,-17-6-1,-14 0-7,-6-6-59,1-13-35,2-8-115,12-8-299</inkml:trace>
  <inkml:trace contextRef="#ctx0" brushRef="#br0" timeOffset="245730.0611">27884 13737 957,'0'0'108,"115"-43"11,-48 28-40,6 2-59,-6 2-20,-13 1-103,-12 0-467</inkml:trace>
  <inkml:trace contextRef="#ctx0" brushRef="#br0" timeOffset="246402.3492">30653 13710 899,'0'0'80,"0"0"-26,-101-31 41,50 31-59,0 5-11,3 21 21,10 11-4,8 8 3,14 4-29,13 1-3,3-8-1,22-10-9,12-6 7,9-9-2,2-11-6,6-6 14,0-7-11,1-22-5,-5-6 1,-5-10-1,-10-6-10,-16-8-27,-12-8-1,-4-4-8,-1-4 7,-18-2 18,1 8 21,0 13 2,0 17 25,4 21 28,1 18-17,0 10-17,-4 30-19,4 19 7,5 12 0,8 6-7,0 2-2,15-5 0,11-8 0,2-10-38,6-16-132,5-12-206</inkml:trace>
  <inkml:trace contextRef="#ctx0" brushRef="#br0" timeOffset="246574.7597">31110 13584 708,'0'0'330,"0"0"-226,0 0-2,0 0-33,88-36-56,-72 36-13,-4 0-46,-3 10-167,-3 4-352</inkml:trace>
  <inkml:trace contextRef="#ctx0" brushRef="#br0" timeOffset="246743.4605">31077 13808 1091,'0'0'135,"0"0"-38,0 0 6,0 0-65,0 0-18,0 0-18,88 1-2,-52-10-88,-5-3-215,-3-5-545</inkml:trace>
  <inkml:trace contextRef="#ctx0" brushRef="#br0" timeOffset="247354.164">31848 13353 795,'0'0'121,"0"0"-23,0 0 14,0 0-36,91-69-59,-45 62 7,1 7-5,-1 0-14,-9 8 6,-9 18-10,-16 6 8,-12 8 4,0 0-9,-26-1 9,-12-4-11,-7-6-1,-4-4 6,6-7-7,9-5 0,16-6-3,10-5-9,8-2 3,6 0-8,27 0-1,12-8 2,7 0-2,0 1-3,-2 4-5,-3 3 6,-3 0 19,-6 18 2,-12 13 14,-10 7 32,-16 6-2,0 0-20,-27-4 5,-15-7-7,-11-5-6,-7-8-14,-3-3-3,-1-4-58,9-8-220</inkml:trace>
  <inkml:trace contextRef="#ctx0" brushRef="#br0" timeOffset="258209.2622">23628 14766 764,'0'0'163,"0"0"-105,0 0 32,0 0-3,0 0-60,0 0-18,0 0-8,4 81 9,-4-31-8,2-1-2,5-4 0,5-5-141,12-14-76,13-13-616</inkml:trace>
  <inkml:trace contextRef="#ctx0" brushRef="#br0" timeOffset="258634.8731">25033 14688 961,'0'0'53,"0"0"-48,0 0 42,0 0 8,0 0-54,0 0-2,72-58-3,-58 64 2,-9 16-9,-5 11 2,0 5 8,-13 6 1,-10-1 0,-2-2 18,1-5 7,9-11 11,8-8-9,7-7-21,10-9 0,29-1-6,19-5-3,17-17-135,5-4-426</inkml:trace>
  <inkml:trace contextRef="#ctx0" brushRef="#br0" timeOffset="259071.1877">26138 14586 781,'0'0'31,"0"0"-29,0 0 89,0 0-43,0 0-37,97-35 21,-85 39 16,-1 13-28,-10 3 0,-1 4-8,0 0 8,-12-3-13,-1-2-2,1-7-2,8-5-3,4-2 0,1-4-11,24-1-26,11 0 36,6 3-11,-5 4 10,-6 7-2,-10 7 8,-10 5 3,-11 2 33,0 1-8,-25 1 38,-13-2-39,-4-1-18,-1-6-13,12-7-20,9-4-143,14-10-208</inkml:trace>
  <inkml:trace contextRef="#ctx0" brushRef="#br0" timeOffset="259484.9045">27212 14668 729,'0'0'153,"0"0"-123,0 0 4,0 0 53,0 0-50,0 0 19,-44 89 14,44-65-42,0-5-4,3-7-7,15-5-16,7-7 8,6 0-9,4-14-3,-3-7-24,-3-2-14,-11 3 27,-8 9 14,-7 7 4,-3 4 40,0 13-36,-6 18-1,-3 10 14,9 2-21,0 0 0,12-5-12,18-11-153,6-10-226</inkml:trace>
  <inkml:trace contextRef="#ctx0" brushRef="#br0" timeOffset="259746.3156">27867 14648 833,'0'0'118,"0"0"-75,0 0 99,0 0-64,16 96-50,1-66-2,4 0-6,-4 0 23,-1 0-21,-4-4 2,-7-5-8,-4-4-15,-1-4 4,0-5-2,-14-5 6,-8-3-9,2 0-72,3-19-85,4-6-153</inkml:trace>
  <inkml:trace contextRef="#ctx0" brushRef="#br0" timeOffset="259864.8286">27883 14662 796,'0'0'249,"0"0"-105,89-42-20,-38 30-74,5-1-31,2 1-19,-5 2-13,-9 3-281</inkml:trace>
  <inkml:trace contextRef="#ctx0" brushRef="#br0" timeOffset="261342.1653">23486 16118 270,'0'0'345,"0"0"-182,-2 88-60,2-58-7,0-2-11,-3-6-3,2-7-7,-2-7-22,1-2-11,1-6-13,-2 0 12,-2-11 25,-1-16-52,0-10-9,2-11-3,4-8 3,0-12-5,0-4 1,0-1-2,0 4 3,-3 8-2,-3 13 0,1 9 0,4 16-3,1 10 3,0 5-6,21 4 3,16 1-11,18-2-1,11 3-7,6-4-11,5-1 20,-2-2-6,-8 2-1,-13 3 6,-18 1-31,-19 3 7,-11 0 1,-6 0 14,0 3 23,-4 10 7,-8 4-5,3 3 7,3 1-6,6 5-3,0 4 0,3 7 3,16 5-2,5 5 0,3 5 0,-1 3 18,-7-1-17,-9-4 4,-10-6-1,0-5-2,-23-4 12,-10-5 1,-12-3 0,-9-2-1,-4-6-9,-5-5-5,8-8-2,9-6 0,11 0-8,15-21-76,9-9-116,8-7-376</inkml:trace>
  <inkml:trace contextRef="#ctx0" brushRef="#br0" timeOffset="261516.2565">23844 15786 825,'0'0'307,"0"0"-264,0 0 4,-25 75 37,16-25-48,5 4-11,4-3-23,0-8-2,20-6-66,10-10-245</inkml:trace>
  <inkml:trace contextRef="#ctx0" brushRef="#br0" timeOffset="262190.0536">24872 16152 916,'0'0'172,"0"0"-112,0 0 52,0 0-32,0 0-58,-39-102 7,38 59 2,1-3-31,0-5 3,4-1 3,6 1-4,-2 3-2,-2 4 0,-2 6-3,4 7-3,1 7-3,6 6-6,10 4 5,6 5-13,11 2 15,3 3 0,1 0-12,0 1 18,-2 0-11,-7 2 10,-13-1 2,-9 2-33,-11 0 4,-2 0 21,-2 0 0,0 2 7,0 6-5,0 2 7,3 1 1,8 3 3,5 3-6,1 4 2,1 7 0,-3 6 4,-3 6-3,-3 5 1,1 5 6,-2 0-3,1 4 11,0-5-10,-8-3-3,-1-8 11,0-6-10,-22-5 10,-14-5 7,-14-3-12,-13-5 1,-4-7-10,1-4 0,6-3-3,13 0-9,14-13-59,13-4-81,10-4-107</inkml:trace>
  <inkml:trace contextRef="#ctx0" brushRef="#br0" timeOffset="262491.012">25072 15772 915,'0'0'103,"0"0"-55,0 0 64,0 0-63,94-23-31,-81 42-10,-7 4-5,-6 9 19,0 0-11,-18 3 0,-7-1 3,4-4-13,2-6 1,8-10-2,6-6 3,5-5-2,0-3-1,11 0 0,19-7 4,13-11-4,11-2-93,1 3-105,0 3-368</inkml:trace>
  <inkml:trace contextRef="#ctx0" brushRef="#br0" timeOffset="263211.1491">25904 16104 932,'0'0'82,"0"0"6,0 0 89,0 0-98,0 0 1,0 0-50,-1-60-19,1 28 2,0-7-11,0-1-1,0-4-2,0-1 2,3-1-2,4-1-4,5-3-6,3 4-2,6 3-21,3 10-4,2 7 1,0 7 16,-1 7 12,-7 5 8,-9 3 1,-3 2-3,-3 2 3,4 0 0,1 0-3,-2 0 5,-1 7-4,-5 2 2,0 2-3,0 0 3,0 2-2,0-2 4,0 2-1,0-2 4,6 3-2,13-1-1,3 0-1,5 0 1,0-1 0,-3 3-2,1 0 0,-1 1 1,-2 4-1,-5 6 1,-5 3 1,-12 5 4,0 3 4,-8 4 5,-13 0 12,-7-2 1,-5 0-1,-1-7-11,-5-2-16,2-8 7,-4-2-4,2-6-3,6-4-3,4-6-33,13-4-40,5 0-123,4-3-217</inkml:trace>
  <inkml:trace contextRef="#ctx0" brushRef="#br0" timeOffset="263661.7946">26019 15814 94,'0'0'818,"0"0"-746,0 0 48,0 0-3,0 0-88,0 0-17,43-63-7,-17 63 0,-3 0 10,-4 1 7,-6 13 4,-9 4-8,-4 3-11,0 1 4,0-1-9,-10-4 3,-5-2-4,1-5-1,1-3-1,7-5-10,5-2-12,1 0 4,0 0-24,14-8-34,6 1 12,2 3 52,-1 4 13,-4 0 3,-1 19 40,-5 3 30,-7 7-26,-4-1 1,0 0-8,-17-4-15,-12-3 18,-6-1-34,-2-6-4,4-3-5,7-5-89,7-6-174,9 0-491</inkml:trace>
  <inkml:trace contextRef="#ctx0" brushRef="#br0" timeOffset="265220.6989">30595 15280 933,'0'0'38,"0"0"9,0 0 69,-102 5-64,68 22-36,6 5 23,6 2-6,9 0-7,13-3 2,0-6-19,21-5-8,17-8 10,10-10-10,5-2-1,5-5-22,-3-12-59,-7-3-3,-8-2 26,-11 2 25,-11 3 26,-8 5 7,-9 5 4,-1 7 56,0 0-21,-4 15-16,-5 3 32,5 3-22,4-3 7,0-2-26,19-6 5,9-7-6,8-3-12,2-2 2,-3-16-3,1-7-5,-6-2 1,-5-5-14,-10 0 12,-12 0-3,-3 0-6,-24 7 14,-15 7 1,-7 12 0,0 6-5,4 11-2,8 16-3,12 4-21,10 0-54,12-1-31,0-6-148</inkml:trace>
  <inkml:trace contextRef="#ctx0" brushRef="#br0" timeOffset="266065.7478">31221 15261 891,'0'0'124,"0"0"-10,0 0-26,0 0-53,0 0-10,-41 86 4,41-59-9,0-6-14,10-5 9,7-7-12,5-6-3,3-3 0,0 0-6,2-12-32,-2-5-21,-3-5 0,-5 1 27,-6-3-12,-2 3 25,-4 4 16,-5 6 6,0 6 22,0 5 47,0 6-43,-6 15 4,0 6 6,4 1 3,2-2-20,5-3-19,17-8 8,6-4 0,2-8-10,0-3 10,-6 0-11,-3-14-12,-4-6-9,-4-2-9,-3-4-5,-3-3-8,-2-3 17,-4 1 13,-1 6 8,0 7 5,0 9 0,0 9 2,-10 0-2,-3 7 4,2 13-2,1 1 12,4 0-9,1-1 9,5-4 2,0-5-8,0-4 5,0-3-9,2-4-4,7 0 8,4 0-8,-2-14-19,2-3-27,-3-6-12,1 1-13,1-3 16,-2 1 0,1 5 37,2 9-4,-2 10 7,0 0 15,-3 13 5,-2 10 35,0 2 15,3 0-14,4-2 3,6-4 15,6-7-27,3-5 10,-1-7-1,-3 0-34,-11-2-7,-1-15-23,-5-2-23,-2-4-20,-2-3 39,0-4 18,0-3 4,1 3 5,1 6 16,-4 8 16,1 13 14,-2 3-23,0 14-22,0 18 13,-2 7-9,-8 4-4,1-3-1,-2 0-20,3-5-54,2-5-109,6-6-446</inkml:trace>
  <inkml:trace contextRef="#ctx0" brushRef="#br0" timeOffset="266217.12">31912 15351 1152,'0'0'74,"0"0"10,0 0-1,0 0-61,0 0-22,0 0-64,90-61-85,-59 57-147</inkml:trace>
  <inkml:trace contextRef="#ctx0" brushRef="#br0" timeOffset="266374.1013">32334 15247 959,'0'0'63,"0"0"12,0 0-75,88-9-23,-66 9-270</inkml:trace>
  <inkml:trace contextRef="#ctx0" brushRef="#br0" timeOffset="266533.8462">32317 15434 1021,'0'0'82,"0"0"71,0 0-52,0 0-43,0 0-26,0 0-32,77-1-46,-49-9-85,1-2-147,-1-4-500</inkml:trace>
  <inkml:trace contextRef="#ctx0" brushRef="#br0" timeOffset="266802.1819">32678 15333 829,'0'0'155,"0"0"-39,-33 76 63,33-48-88,3-4-20,22-2-28,6-8-19,7-10-16,2-4 3,3 0-9,-2-14-2,-4-8 0,-9-3-5,-11-2 2,-17-4-1,0-1-11,-24 2 14,-15 6-7,-12 8-4,-7 12-4,0 4-51,1 10-37,3 13-108,8 4-225</inkml:trace>
  <inkml:trace contextRef="#ctx0" brushRef="#br0" timeOffset="267172.7105">32976 15298 642,'0'0'208,"0"0"-71,0 0 48,0 0-84,0 0-60,0 0-34,-58 53 12,17-2 15,-2 4-13,1-3-8,2-2-10,8-7-3,9-6-13,8-8-50,11-13-161,4-12-341</inkml:trace>
  <inkml:trace contextRef="#ctx0" brushRef="#br0" timeOffset="267387.7801">33143 14768 1045,'0'0'103,"0"0"-86,-9 112 42,8-44-32,1 1-27,-3-3-82,1-4-257</inkml:trace>
  <inkml:trace contextRef="#ctx0" brushRef="#br0" timeOffset="273251.6827">25242 16884 604,'0'0'179,"0"0"-111,0 0-2,0 0-12,0 0-11,0 0-16,0 0-4,-17-12 17,25 2-27,7-1-11,7-3-2,1 4 1,0 7-4,0 3 3,-7 2 0,-6 23-1,-10 16 4,-7 13 3,-23 11 4,-5-2-7,0-4 1,7-11-2,7-14 0,8-10 18,8-9-1,5-11-8,3-4-7,24-3 2,10-18-2,8-4-4,-3 2-35,-2 2-33,-7 5 8,-8 9-40,-9 7-183,-11 0-381</inkml:trace>
  <inkml:trace contextRef="#ctx0" brushRef="#br0" timeOffset="273882.0082">25075 17369 842,'0'0'85,"0"0"-22,0 0 63,0 0-33,0 0-27,0 0-20,0-6-11,0-13-29,-6-7-4,-3-5-2,-3-7-20,1-7 5,1-11-11,-2-8 3,1-5 16,-3-3-8,-1 0 10,-2 3 4,8 7-11,8 8 9,1 15 1,15 12 0,20 10 2,13 7 1,14 3 7,10 1 3,6 2-7,0 1 14,-8 3-14,-12 0-4,-19 0 0,-17 3-16,-13 4-11,-7 1-6,-2 1 24,0 2 9,-9 2 0,0 0 3,4 1-5,5 4 2,0 2 0,0 4 0,11 7 2,7 6-2,6 6 0,1 7 0,3 0 16,-1 0-12,-3 0 0,-5 3-4,-7-5 3,-9 0 2,-3-4-4,-18-3 0,-22-5 16,-14-3-10,-10-4 5,-5-6-7,0-6-2,7-7 3,11-7-6,17-3-2,15 0-5,19-16-75,0-8-116,33-3-371</inkml:trace>
  <inkml:trace contextRef="#ctx0" brushRef="#br0" timeOffset="274519.5247">26183 17294 919,'0'0'77,"0"0"-36,0 0 74,0 0-37,0 0-40,0 0 6,-12 0-18,6-21-15,-3-7-4,0-10-6,0-9 0,3-11-2,2-5-14,4 1-5,0-4-7,0 7-3,12 10 6,4 7-1,5 14 18,-3 11 5,-3 7-1,-4 10 3,-1 0-2,2 0-5,6 0 1,1 0-13,7 0-18,2 0-14,2 0-4,-2 0 26,-3 0 11,-8 0 9,-4 0 9,-8 0 0,-5 1 0,0 9 4,0 3 5,0 1 21,1 1-13,11 2-8,11 2-2,3-1-2,4 0-2,0 2 0,-3 1-1,-3 4 12,-8 4 8,-1 5 7,-6 5 9,-6 6 8,-3 2-5,0 0-1,-16-4-10,-5-2-1,-8-5-12,-4-7-9,-5-6 0,-1-2 0,0-5-8,2-7 0,-2-4-22,6-5-44,4 0-134,4-9-66,6-8-475</inkml:trace>
  <inkml:trace contextRef="#ctx0" brushRef="#br0" timeOffset="274947.0553">26328 16977 784,'0'0'119,"0"0"-105,0 0 46,0 0-30,83-47-13,-57 46 4,-5 1 4,-11 8 39,-10 15-10,0 7-14,-9 0 5,-16 3-26,1-3-9,0-8-5,8-5-2,8-7-6,7-7 0,1-3-41,0 0-18,16-9 4,8-4 0,3 2 17,-2 2 8,-1 9 28,-3 0 5,0 11 7,-5 7 53,-2 3 19,-8 1-9,-6-1-10,-2 0-32,-20 0-5,-7-1-17,-2-5-5,1-1-2,5-7-34,6-3-78,5-4-109,7 0-609</inkml:trace>
  <inkml:trace contextRef="#ctx0" brushRef="#br0" timeOffset="275734.8438">27030 17190 811,'0'0'99,"0"0"-8,0 0 70,0 0-89,0 0-20,0 0-27,-14-48-17,14 14 9,0-4-17,-2-6 2,-1-4-2,2-1 5,-4-3-2,2-3-3,-1 1 0,2 3 2,2 13-2,0 13-5,0 9 4,5 9 0,13 4-5,9 1 5,8 2 1,15-2 1,8 1-1,7-2 0,6-3-2,0-1 8,-7-2-11,-16 2 5,-15 2-7,-15 2-15,-15 1 5,-3 2-5,-2 0 16,-14 0 6,2 0 0,0 0 0,5 6 1,1 5-3,2 4-2,1 5 4,1 3 0,3 6 0,1 6 0,0 8 0,0 7 2,11 6 12,2 4 1,0 1-7,-7-1-2,-3-2-2,-3-4 3,0-8-6,-15-6 3,-8-7 0,-6-4-4,-7-6 2,-9-5 5,-1-3-7,-5-5 9,1-3-9,0-7 3,3 0-3,6-3-4,7-12-37,7-5-75,9-5-92,14-4-324</inkml:trace>
  <inkml:trace contextRef="#ctx0" brushRef="#br0" timeOffset="276192.145">27205 16923 461,'0'0'171,"0"0"-76,0 0 18,0 0-38,0 0-12,0 0-8,-3 11 12,3-1-17,0 6-12,0 5 5,3 6-15,-1 5-6,-1 1 9,-1-2-23,0-6-1,3-2-6,-3-13 1,3-3-2,3-6 0,6-1-3,7-4-7,7-14-48,-2-8-24,0-1-25,-5 1 45,-7 4 44,-6 8 18,-3 8 43,-3 6 12,0 2 5,0 19-15,-9 12 26,3 3-19,3 4-17,3-4-30,0-3-5,3-3-2,15-9-87,3-6-210</inkml:trace>
  <inkml:trace contextRef="#ctx0" brushRef="#br0" timeOffset="278690.3479">33325 14801 715,'0'0'177,"0"0"-113,0 0-1,0 0-30,-91 100 41,30-46-20,-3 3-30,3-4-11,3-4-13,9-5-2,13-9-58,11-6-108,14-14-288</inkml:trace>
  <inkml:trace contextRef="#ctx0" brushRef="#br0" timeOffset="279119.5199">33121 14255 882,'0'0'88,"0"0"-74,0 0 18,106-24-11,-74 24-20,-2 0 2,-9 7-5,-12 10 2,-9 5-9,-13 8 6,-23 4 3,-4 1 8,2-1 1,11-7 4,13-6 19,9-6 11,5-5-8,12-3 3,28-1-21,24-6 9,18 0-26,2 0-14,-2 0-154,-15 0-257</inkml:trace>
  <inkml:trace contextRef="#ctx0" brushRef="#br0" timeOffset="287321.9122">26537 18487 739,'0'0'99,"0"0"-24,0 0-31,0 0 15,0 0-8,0 0-1,0 0-25,-40-4-3,40-9-2,0-7-12,0-14 13,5-7-18,0-7 1,-1-4 2,-1-3-1,-3 4-9,0-2 4,0 3 0,-1 8-1,-10-1 1,-3 10 0,-2 4 5,-1 5-3,-1 8 17,6 2 52,3 8-69,6 6 3,3 0-5,0 0-3,4 0 1,19 0-4,9 0 6,7 0 0,5 1 0,5-1-2,-4 0 2,-4 0 0,-11 0-1,-10 0 1,-7 0-4,-7 2-4,-3 2 3,0 0 4,-1 2-8,1 2 5,-2 5 3,2 5 1,3 5-4,-2 6 4,2 8 0,2 6 0,-1 1 1,4 6-1,-1 1 0,1 2 3,0 3-5,0-2 2,-5-1-2,-6-4 1,0-5-4,-6-6 5,-21-5-1,-7-3-3,-8-3 3,-4-4-1,1-10 1,5-6-2,3-7-9,5 0-17,11-10-43,9-19-31,11-6-95,1-7-305</inkml:trace>
  <inkml:trace contextRef="#ctx0" brushRef="#br0" timeOffset="287716.9669">26625 18137 802,'0'0'91,"0"0"-85,0 0 54,0 0 7,106-46-28,-86 46-17,-4 2-21,-7 15 0,-5 3 13,-4 4-13,0 2 12,-16 1-10,-2-1-3,6-7 0,3-6-7,6-6-13,3-4-12,0-3-17,4 0 12,11 0 25,4 0 12,1 6 5,-4 8-2,-2 3 7,-7 6 19,-7 3 6,0-2 8,-1-3-1,-16-1-30,1-6 3,0-3-15,2-2-12,1-9-77,7 0-127,6-6-565</inkml:trace>
  <inkml:trace contextRef="#ctx0" brushRef="#br0" timeOffset="288342.0281">27405 18371 919,'0'0'78,"0"0"-38,0 0 83,0 0-54,0 0-40,0 0-3,-6 17 11,12-48-31,-1-11-5,1-7-1,-2-1 0,-1-7-6,0-1 2,-3-2-15,0-4 12,0-1 3,0 9 4,0 9-2,-3 14-1,0 14 3,2 12 0,-1 7 0,2 0-1,0 3-6,16 11 7,16 3 0,10 0 2,8-3-2,5-3 0,1-2 0,-3-5-2,-1-1 2,-5-2 0,-6-1 0,-11 0 3,-13 0-4,-8 2 1,-5 2-9,-4 3 5,0 6-4,0 4 8,0 8-1,0 6 0,0 6 1,0 4 0,12 1 0,6 3 7,-1 0-7,-3-1 1,-2 2 7,-4-2-7,-5-1 10,-3-4-3,-2-2-2,-23-2 12,-14-2-9,-12-2-4,-10-8-4,-6-3-1,5-10-4,11-10-18,11 0-41,14-21-101,13-16-187</inkml:trace>
  <inkml:trace contextRef="#ctx0" brushRef="#br0" timeOffset="288673.1132">27715 18074 973,'0'0'99,"0"0"-21,-40 102 30,40-62-57,0-8-28,12-4-18,10-9 2,4-9-4,1-10 0,3 0-3,-5-20-28,-1-10-48,-7 1-31,-4-1 15,-7 3 22,-6 7 49,0 6 21,0 13 40,-5 1 30,0 15-32,2 15 8,2 10 23,1 3-28,0 1-33,12-3-6,13-7-2,5-10-86,5-9-141</inkml:trace>
  <inkml:trace contextRef="#ctx0" brushRef="#br0" timeOffset="289288.0838">28319 18417 864,'0'0'114,"0"0"-95,0 0 60,0 0-1,0 0-39,0 0-23,-5-62-9,0 22-3,4-7-2,-1-4 5,1-6-5,1-3-1,0-6-1,17 2-1,12 6-2,5 9 1,4 9 0,0 11 2,3 9 0,-1 5-2,-4 3 2,-5 6 0,-4 4 0,-9 2 0,-8 0-2,-5 0 2,-5 2-12,0 13 11,0 0 1,-8 4 0,-2 2 4,1 1-1,3 4 3,3-1 12,3 2-12,0 1 4,0-2-4,12-1 1,4 0 0,1 1-3,2-1-4,-4 0 0,1 4 2,-4 3-1,-1 3-1,-5 4-11,-6 3 7,0 2-9,-6-2 13,-14 1 2,-5-6-1,-5-3 18,-4-3-1,-5-4 8,-6-6 8,2-5-27,-1-6 1,9-7-8,8-3-1,14-17-25,10-15-118,3-7-193</inkml:trace>
  <inkml:trace contextRef="#ctx0" brushRef="#br0" timeOffset="289596.9635">28520 18081 792,'0'0'148,"0"0"-128,0 0 35,0 0 9,0 0-38,-3 84-11,25-66-6,1-1 9,-1-1 13,-2-1-7,-1 1 3,-3-1-2,-4 2-1,-3 0-5,-8 3-17,-1-2-1,0 2 11,-8-2-8,-11-5 5,-4-1-4,-6-8-5,2-4-13,5 0-39,6-9-108,8-16-116</inkml:trace>
  <inkml:trace contextRef="#ctx0" brushRef="#br0" timeOffset="289721.3075">28521 18116 172,'0'0'1022,"0"0"-930,0 0-44,83-46 13,-29 24-27,3-1-34,-2 2-50,-9 1-178</inkml:trace>
  <inkml:trace contextRef="#ctx0" brushRef="#br0" timeOffset="290893.7619">33419 14202 603,'0'0'91,"0"0"-38,0 0 46,-89 22-6,39 10-41,-10 12 7,-4 10-15,0 2-18,-1-1-26,4-3 0,10-10-4,9-9-81,16-10-106,16-12-361</inkml:trace>
  <inkml:trace contextRef="#ctx0" brushRef="#br0" timeOffset="291469.2939">33087 13564 486,'0'0'256,"0"0"-184,0 0-12,0 0-5,104-57-39,-71 57-1,-2 0-12,-6 4 2,-10 13 12,-7 0-15,-8 7 8,-14-2 3,-19 2-3,-7 1 2,-5-4-12,10-2 0,6-2-1,14-3-10,11-4-12,4-1-20,22-6-10,17-2 2,13-1-4,3 0 21,0 0 28,-8 3 6,-14 11 29,-12 7 47,-15 9-8,-6 2-5,-20 2-4,-28-1-14,-16-5-9,-9-3-35,3-4-1,14-2-66,11-8-174</inkml:trace>
  <inkml:trace contextRef="#ctx0" brushRef="#br0" timeOffset="295421.9921">23056 13500 541,'0'0'102,"0"0"-1,0 0 35,0 0-21,0 0-34,-27-79-14,27 74 1,0 5-31,0 0-13,0 24-24,0 19 7,5 13-6,1 9-1,-2 7 0,-4 0 4,0-3-4,0-5-26,0-12-67,0-8-75,-4-10-126</inkml:trace>
  <inkml:trace contextRef="#ctx0" brushRef="#br0" timeOffset="295609.845">22817 13962 834,'0'0'86,"0"0"-69,0 0 5,0 0 36,0 0-29,48 94-29,-21-71 2,3-5-2,4-6-32,5-6-102,-2-6-208</inkml:trace>
  <inkml:trace contextRef="#ctx0" brushRef="#br0" timeOffset="295757.7834">23271 13817 899,'0'0'139,"0"0"-52,0 0-64,-60 91 15,20-27-18,1 7-20,2-2-19,7-4-162,11-7-567</inkml:trace>
  <inkml:trace contextRef="#ctx0" brushRef="#br0" timeOffset="311301.4337">24654 13198 285,'0'0'64,"0"0"-23,0 0 24,0 0-44,0 0-9,0 0 85,0 0-17,-30-59-24,26 52 26,2-2-8,1 1-14,1-1-4,0 1-14,0 3 12,0 1-17,0 4-5,0 0 1,0 4-31,0 19-2,0 11 18,0 11 5,-3 7 11,-6 6-15,0-1-17,-5-1 7,1-5-9,-2-8 0,1-6 0,0-7-1,2-5-23,1-5-62,1-7-61,4-9-51,3-4-269</inkml:trace>
  <inkml:trace contextRef="#ctx0" brushRef="#br0" timeOffset="311560.0316">24338 13477 639,'0'0'130,"0"0"-49,0 0-24,0 0 21,0 0-35,0 0-17,-17 95-2,20-73-22,9-2 7,6-3-9,2-3-20,9-2-30,10-8-63,0-4-168,3 0-284</inkml:trace>
  <inkml:trace contextRef="#ctx0" brushRef="#br0" timeOffset="311714.1544">24769 13428 794,'0'0'157,"0"0"-55,0 0-48,0 0 33,-96 96-30,54-49-44,3-1-9,1 1-8,7-1-35,8-5-148,8-9-313</inkml:trace>
  <inkml:trace contextRef="#ctx0" brushRef="#br0" timeOffset="317954.0447">25194 13970 796,'0'0'0,"0"0"-282,0 0 181,0 0 57,0 0-243</inkml:trace>
  <inkml:trace contextRef="#ctx0" brushRef="#br0" timeOffset="318646.9823">23502 13199 830,'0'0'0,"0"0"-2,0 0 2,-25 74 22,22-35-12,1 2-7,1-4-6,1-8-37,0-6-105,0-7-275</inkml:trace>
  <inkml:trace contextRef="#ctx0" brushRef="#br0" timeOffset="318937.9009">23427 12923 890,'0'0'6,"0"0"11,0 0 22,0 0 4,0 0-12,0 0-29,53-19 9,-62 39-3,-19-1-2,-7-5-1,-2-7-5,-2-6 6,6-1-12,6-3 0,11-12 6,11-2-6,5 0 0,18 1-12,17 3-22,6 7-36,5 4-53,-1 2-99,-1 3-25</inkml:trace>
  <inkml:trace contextRef="#ctx0" brushRef="#br0" timeOffset="319379.9217">24230 12957 595,'0'0'100,"0"0"-80,0 0 63,0 0 5,0 0-59,0 0 2,-19 93 1,17-48-13,2 3 22,0 0-20,0-3 5,0-3-8,0-5-14,-3-6 0,-1-8-3,-4-8 1,-8-5-4,-6-4 2,-7-6-45,-2 0-53,1-19-115,8-10-380</inkml:trace>
  <inkml:trace contextRef="#ctx0" brushRef="#br0" timeOffset="319668.0996">24187 12670 942,'0'0'5,"0"0"-4,0 0 21,0 0 3,0 0 0,0 0-24,60 51 4,-83-34 1,-8-6-6,-6-5-1,2-6-8,6 0-60,9-6-7,10-12-6,10-5 5,0 1 47,7 2 9,13 7-2,8 9-22,2 4 7,3 1-47,2 18-175</inkml:trace>
  <inkml:trace contextRef="#ctx0" brushRef="#br0" timeOffset="320686.1283">25628 13088 486,'0'0'97,"0"0"-15,0 0 11,0 0 26,0 0-54,0 0-22,-22-65 0,22 74-38,-2 18 0,2 13 18,-3 5-17,3 2 7,-3-1-13,2-2 1,1-4-2,0-8-55,0-9-58,3-9-209</inkml:trace>
  <inkml:trace contextRef="#ctx0" brushRef="#br0" timeOffset="321045.2387">25937 13061 831,'0'0'63,"0"0"-52,0 0 0,0 0 29,-72 73-23,33-45-5,-8-3-11,-5-4 6,1-6-7,5-5-2,10-6-3,11-4-17,8 0 8,5 0 14,8-11-12,4-1 11,0 0 0,1 5-11,15 4 7,6 3-11,7 7 16,8 17-1,7 6 5,6 1 0,1-3-4,0-4 1,-4-7-7,-6-8 6,-8-9-11,-6 0-9,-9-2-105,-7-15-55,-5-4-144</inkml:trace>
  <inkml:trace contextRef="#ctx0" brushRef="#br0" timeOffset="328334.1495">25937 13119 495,'0'0'7,"0"0"-1,0 0 30,0 0 91,0 0-91,0 0-4,0-82 4,0 62-13,5-1 23,5 0-26,5-1-9,9-3 2,7 0-13,11 1 0,15 2-2,10 7 0,10 10 2,4 5 0,1 1 2,-3 18 1,-7 10-3,-10 8 0,-8 5 2,-9 6 0,-11 0-2,-4-1 0,-5-5 3,-6-5-7,-5-6 4,-4-6-22,-5-5-17,-4-6-6,-1-4-7,0-4-23,0-5-33,-4-1 19,-8 0-78</inkml:trace>
  <inkml:trace contextRef="#ctx0" brushRef="#br0" timeOffset="328525.8428">26689 13277 507,'0'0'32,"0"0"28,0 0-9,-7 86-4,24-62-28,9 0-16,3-5 1,6-6-4,4-6 0,5-5-27,4-2-102,0-6 40,-5-14-106</inkml:trace>
  <inkml:trace contextRef="#ctx0" brushRef="#br0" timeOffset="328643.9997">27105 13291 275,'0'0'183,"0"0"-17,3-84-22,-13 75-43,-11 9-25,-7 11-43,-5 26-22,-3 10 21,2 9-23,7 0-8,10-1-2,10-6-87,7-4-323</inkml:trace>
  <inkml:trace contextRef="#ctx0" brushRef="#br0" timeOffset="351193.8447">14172 1266 441,'0'0'115,"0"0"-30,0 0 31,0 0 44,0 0-99,0 0-8,0 0 3,-62-77-6,39 68-11,-9 1-19,-4 6 9,-7 2-10,-3 0 0,1 7-1,5 11-15,11 7 8,15 4-11,14 3-2,7 2 2,30-2 4,8-2 0,3-6 5,-5-1-9,-9-3 5,-7-2-4,-13-3-1,-9-1 0,-5-1-6,-14 0 6,-24-3 6,-14-3-4,-6-4 5,0-2-7,12-1 0,14 0-2,18 0-9,12 0-12,2 0-3,12 0-16,14 0 15,9 0 20,-2 15 7,-4 23 18,-9 17 39,-7 16-1,-7 5-2,-6 5-11,0-7-23,0-5-20,0-8-17,3-11-186,11-15-737</inkml:trace>
  <inkml:trace contextRef="#ctx0" brushRef="#br0" timeOffset="353678.0752">8080 1885 217,'0'0'167,"0"0"-119,0 0 28,0 0 12,0 0 8,0 0-46,-64 11-17,64-4-16,6 2 13,10 2 21,8 2-8,10-1-7,8 1-13,12-1-5,7-3-9,8 0-7,5-5 6,4-4-5,4 0-3,3 0 6,-1-10-6,-4-4 4,2-4-3,-4-4 3,-5-1 4,-5-7-2,-5-4 0,-2-5 1,-3-7-7,-1-4 0,0-3 1,-2-2-1,-1 3 0,-1 0 1,-3 0 1,-1-4-2,-6 2 0,0 2 3,-5 2-2,-7 5 1,-6 0-1,-5 0 6,-5-2 3,-6-2-7,-3-5 0,-3 3-1,-2 3 14,-1 3-13,0 8-3,-1 2 7,-14 2-3,-6 3 2,-6 1-4,-6-2-2,-4 2 4,-4-1-4,-5 0 0,0 5-3,-6-3 6,-5 1-3,-4 3 0,-6 0 0,-2 1-5,-2 3 3,-1 1 2,-3 2-3,-5 0 5,-5 3-2,1 7 0,-2 4-5,-2 3 5,-2 0 0,4 3 0,1 10 1,2 4-1,0 2 0,-3 2 3,2 3-3,2 2 0,3-1-7,7 2 7,-1 3-1,-1-1 2,3 4-2,1 2 1,3 1 0,0 6-2,-2 0 0,1-1 2,2 1 3,5-2-3,3 1 1,4 0-1,6-2 0,-1 2-1,3 0 1,7 3 0,0-2-2,6 0 2,5 2 0,1 1-1,5 6-4,8 1 3,1 3 2,7 2-1,3-5-1,3 2 3,0-1-2,3 1 1,12-2 0,0 0-3,4-2 3,-1-1 0,6-1 1,4 0 2,7-2-4,12 0 1,10-4 0,12-1 0,14-4-2,11-6 2,14-9 0,11-7-2,14-11 2,7-4 1,2 0-1,-2-4 0,-13-12-82,-20-7-450</inkml:trace>
  <inkml:trace contextRef="#ctx0" brushRef="#br0" timeOffset="356458.2293">3701 3217 775,'0'0'185,"0"0"-129,0 0 57,0 0-1,0 0-52,0 0-23,-25-28-22,25 37-15,-3 17 6,3 9-6,0 8 0,0 0 3,10-3-1,11-9-2,6-11 0,7-13-15,6-7-2,1-9-28,-5-19-12,-5-4-25,-10-7-15,-8 2 32,-8 0 29,-5 1 7,0 6 26,0 7 3,0 10 4,-3 10 23,1 3-2,2 17-16,0 15-8,0 9 0,0 2 31,0-4-17,0-2-4,0-8 14,0-7 8,0-8-13,0-7-11,-3-7-5,-1 0 4,4-17-8,0-14-76,0-11 3,3-9-12,9-3 3,7 5 11,-1 11 71,3 15 28,4 16 5,2 7 31,3 19-7,-5 17-15,-1 9-4,-4 5 5,-6-2-31,-11-1-5,-3-7-7,-4-7-74,-18-10-194</inkml:trace>
  <inkml:trace contextRef="#ctx0" brushRef="#br0" timeOffset="356710.092">3774 2949 881,'0'0'86,"0"0"-86,0 0 39,0 0 26,0 0-36,0 0-16,-10 81-13,-4-73 3,-2-7 7,1-1-6,-1-2 1,2-17-5,8-5-20,6-3-14,0 1-23,21 3-42,9 7-124,13 9-194</inkml:trace>
  <inkml:trace contextRef="#ctx0" brushRef="#br0" timeOffset="356926.748">4402 3086 395,'0'0'599,"-25"82"-536,11-16 29,1 7 33,7 0-68,5-6-45,1-12-11,6-11 6,13-12-14,8-15-1,-2-14-66,1-3-79,-4-27-165</inkml:trace>
  <inkml:trace contextRef="#ctx0" brushRef="#br0" timeOffset="357077.148">4295 3384 488,'0'0'631,"0"0"-557,0 0 11,0 0-50,0 0-35,128-44-14,-49 25-157,8 0-297</inkml:trace>
  <inkml:trace contextRef="#ctx0" brushRef="#br0" timeOffset="357757.9999">5348 3434 604,'0'0'69,"0"0"47,0 0 32,0 0-106,0 0 11,0 0-15,79-54-18,-49 14-1,0-6-11,1-6-8,-7-1 1,-9 1 1,-9-2 14,-6 3-7,-3 6 15,-15 6 32,2 15-20,5 11 8,1 13-12,0 0-17,-4 28-11,0 18-4,1 21 0,6 6 3,7 2 0,0-6-1,3-7-2,14-12-8,8-11-13,6-10-85,6-14-106,3-11-305</inkml:trace>
  <inkml:trace contextRef="#ctx0" brushRef="#br0" timeOffset="357929.9756">5870 3214 953,'0'0'138,"0"0"-87,0 0-11,0 0-37,0 0-3,0 0-34,87-5-146,-71 5-296</inkml:trace>
  <inkml:trace contextRef="#ctx0" brushRef="#br0" timeOffset="358070.6817">5888 3389 1028,'0'0'106,"0"0"4,0 0 12,0 0-79,0 0-14,84 16-29,-26-36-74,9-8-304</inkml:trace>
  <inkml:trace contextRef="#ctx0" brushRef="#br0" timeOffset="359803.7758">5884 3235 620,'0'0'177,"0"0"-57,0 0-24,0 0-48,0 0-29,0 0-17,30-37-2,-2 27 0,11 1-9,7 2-43,2 1-92,7 2-303</inkml:trace>
  <inkml:trace contextRef="#ctx0" brushRef="#br0" timeOffset="360546.0045">6982 3084 627,'0'0'160,"0"0"-149,0 0 124,0 0-43,0 0-59,0 0 11,-54-77-23,32 67 10,-6 4 8,-4 6-24,-1 0-1,5 9-14,0 18 5,8 10-2,5 10-2,11 5 3,4-2 14,0-5-14,21-8 8,5-12-2,6-10-10,2-9 1,-1-6-1,1-7-47,-4-21 41,-6-7-66,-7-5 0,-6-3 58,-5-1 12,-6-1 2,0 2 5,0 12 57,0 11-10,0 15-28,0 5 9,0 23-33,5 16 0,7 10-1,6 3 1,4-1-7,6-6-97,5-5-80,1-9-296</inkml:trace>
  <inkml:trace contextRef="#ctx0" brushRef="#br0" timeOffset="360756.8222">7413 3150 957,'0'0'137,"0"0"-74,0 0 17,0 0-24,0 0-48,0 0-5,-49-9-3,44 2 0,4-4-5,1-3-56,3-4-94,16 1-57,5 3-509</inkml:trace>
  <inkml:trace contextRef="#ctx0" brushRef="#br0" timeOffset="362026.1379">7819 3272 753,'0'0'36,"0"0"-32,0 0 102,0 0-23,0 0-21,0 0-7,61-31 2,-36 3-15,-2-6-11,4-6-12,-5-5-14,-6-5-1,-2-3 3,-8-3-12,-6-2 5,0 1 0,-2 7 1,-10 9 1,-4 12 6,1 14 6,-1 10-10,-4 5 0,2 9-4,-1 25 1,4 14-1,0 14 2,6 10 9,8 1 11,1-2-19,4-10 5,20-9-3,6-9-2,4-16 4,7-10-7,6-14 0,7-3-4,4-20-39,-4-12 4,-2-6-20,-13-5-29,-12-2 43,-10 1 14,-9-1 18,-8 6 11,0 7 2,0 10 42,-12 11 6,-7 11 18,-5 0-37,-3 21-11,-3 15 3,2 9 24,14 6-27,8 1-3,6-6-8,6-6-6,20-10 6,8-9-5,8-12-2,7-9 0,3-4-9,-1-21-22,-8-12-79,-12-4-60,-14-1-22,-12-2-190,-5 2 115,0 4 183,-8 11 84,0 10 351,2 13-143,-1 4-28,1 14-148,-1 17 14,1 7 42,-3 6-8,6-3-31,3-6-3,-3-5 3,0-12-16,1-5 12,1-8-34,1-5-5,0 0 9,0-14-6,0-13-9,0-9-37,6-5-70,4-6-6,1 2 48,1 9-5,2 10 42,-1 20 8,-2 6 18,0 23 4,1 12 14,4 5 39,6-3-1,6-5 29,7-8-19,10-8-26,6-11 7,-2-5-25,0-10-14,-7-17-2,-9-5-4,-11-5-9,-14-2 5,-8-1-12,-11 2 16,-17 4 0,-8 9 0,2 11 9,1 12-9,4 2-4,6 9 3,5 8-9,10 3 1,4-2-23,4-1-6,0-5-3,3 0-6,15 1 9,0 3 27,4 12 11,5 12 2,0 12 46,1 12 72,-5 8-65,-6 0 3,-9 1-39,-5-7 51,-3-6-32,0-10-22,0-13-10,0-14-6,0-14 0,0-9-7,0-14-35,12-23-96,3-16-166,4-10-444</inkml:trace>
  <inkml:trace contextRef="#ctx0" brushRef="#br0" timeOffset="362409.2351">9281 2724 997,'0'0'7,"0"0"8,0 0 108,0 0-7,0 0-116,0 0 2,24 94-2,-8-27 3,-5 1-2,-4-8-1,-7-9-23,0-9-82,0-11-42,-16-13-150,-5-11-214</inkml:trace>
  <inkml:trace contextRef="#ctx0" brushRef="#br0" timeOffset="362864.0668">9178 3031 657,'0'0'139,"0"0"-78,122-68 10,-59 40-60,6-6-11,-5-4-43,-12 0-1,-13-3-76,-14 1-30,-14 3 120,-9 5 30,-2 10 66,-2 9 79,-10 10 11,0 3-94,-6 20-30,4 18 0,0 13 30,3 8-26,8 0 4,3 1-3,0-4-15,0-6 1,3-7 9,3-7-20,0-13 2,-1-9-4,-2-10-6,-1-4-2,-2 0-2,0-19 0,0-11-12,0-7-23,0-7-6,0-5 14,5 4-7,8 6 13,8 12-9,7 16 10,2 11 4,3 6 16,0 21 35,-6 10 39,-9 6-1,-3 0-42,-9-2-16,-6-4-5,0-9-10,0-5 0,0-9-48,6-12-163,8-2-464</inkml:trace>
  <inkml:trace contextRef="#ctx0" brushRef="#br0" timeOffset="363013.8897">10111 2727 712,'0'0'481,"0"0"-449,0 0 25,0 0-57,0 0-29,0 0-140,17 23-161</inkml:trace>
  <inkml:trace contextRef="#ctx0" brushRef="#br0" timeOffset="363187.1572">10182 3138 1231,'0'0'72,"0"0"-18,0 0 48,-22 103-57,14-65-32,1 4-13,-2 1-39,-5-2-268</inkml:trace>
  <inkml:trace contextRef="#ctx0" brushRef="#br0" timeOffset="365553.8582">20145 1857 930,'0'0'89,"0"0"-82,0 0-3,0 0 51,0 0 4,36 76-6,-20-59-4,-2-4-8,1-8-1,1-5-17,13-4 0,15-30 38,23-19-39,24-22-15,22-15 0,9-8-5,6 5-4,-13 10-34,-9 22-25,-17 21-62,-16 23-157,-14 17-316</inkml:trace>
  <inkml:trace contextRef="#ctx0" brushRef="#br0" timeOffset="366821.9622">10971 2733 643,'0'0'194,"0"0"-95,-16-72 5,14 62-6,1 7-30,1 3-24,0 5-42,0 19-2,0 13 0,1 9 14,5-1 6,-1-1-14,-1-8-1,1-7-5,-2-9 3,3-8-2,-3-5-1,3-5-2,3-2 1,7 0-2,5-16 0,6-5 3,4 1-13,-1 4 8,1 7-12,-2 9 7,-1 0 9,-4 5-6,-6 16 4,-6 4 3,-8 1 1,-4-2 15,0 0-3,-19-1 6,-12-2-6,-7-3-11,1-5-4,1-6-8,5-7-44,7 0-86,8-18-123</inkml:trace>
  <inkml:trace contextRef="#ctx0" brushRef="#br0" timeOffset="366963.876">11025 2709 850,'0'0'179,"0"0"-135,0 0-32,115-48 3,-48 32-15,6 5-80,-10 5-287</inkml:trace>
  <inkml:trace contextRef="#ctx0" brushRef="#br0" timeOffset="367395.8983">10500 2826 745,'0'0'129,"0"0"-64,0 0-18,0 0-20,0 0-3,-12 115 11,3-61-19,0-1 3,3-7-19,3-6-2,3-11-56,0-12-54,6-11-165</inkml:trace>
  <inkml:trace contextRef="#ctx0" brushRef="#br0" timeOffset="367545.2042">10700 2859 1017,'0'0'200,"0"0"-156,0 0-33,-48 114 31,29-52-31,8 2-11,5-3-9,6-7-223</inkml:trace>
  <inkml:trace contextRef="#ctx0" brushRef="#br0" timeOffset="371442.9678">4015 4399 959,'0'0'47,"0"0"-31,0 0 69,0 0 33,0 0-77,0 0-35,0 0-6,-14 50 0,20-1 16,12-1-14,-2-5-2,8-12 5,0-10-5,4-11-5,2-10-17,4-8-38,2-24-64,-4-9-14,-9-2-158,-9-4 79,-8 5 131,-6 5 86,0 7 10,0 12 120,-3 11-4,0 7 5,0 6-45,3 17-77,-3 11 49,3 6 13,-3-1-15,0-3-35,1-8 5,1-8 16,-4-6-19,1-8-1,4-5-20,0-1 6,0-11-8,0-16-24,10-10-31,4-5-8,1-3 27,0 3 24,1 9-5,7 9 17,2 14 5,6 10 4,2 6 33,-3 21 30,-2 9-24,-8 2-16,-7-3-28,-4-1-4,-9-7 0,0-2-6,-10-5-78,-17-6-77,-6-8-403</inkml:trace>
  <inkml:trace contextRef="#ctx0" brushRef="#br0" timeOffset="371692.5812">4080 4124 768,'0'0'143,"0"0"-124,0 0 79,0 0 3,0 0-63,0 0-33,52 50-4,-55-46 14,-10-2-10,-8-2-1,3 0-4,5-16-19,2-4-9,7-1-7,4-3-10,4 6-39,19 4-41,5 7-167,8 7-221</inkml:trace>
  <inkml:trace contextRef="#ctx0" brushRef="#br0" timeOffset="371900.1679">4762 4233 1021,'0'0'80,"-29"86"39,22-34-40,7 1-49,3-7 4,15-6-30,7-11-2,5-8-2,0-7-19,4-8-19,-5-6-172,-10-1-212</inkml:trace>
  <inkml:trace contextRef="#ctx0" brushRef="#br0" timeOffset="372060.7181">4719 4439 1032,'0'0'121,"0"0"-77,0 0 7,0 0-42,116-35-9,-31 19-27,12-2-105,8 4-80,-8 1-589</inkml:trace>
  <inkml:trace contextRef="#ctx0" brushRef="#br0" timeOffset="373347.9864">30974 5795 990,'0'0'159,"0"0"-119,0 0 32,0 0-29,0 0-15,0 0 1,71-43-5,8-9-3,18-11-21,9-9 6,2 0-12,-10 7 3,-16 15-24,-19 21-19,-23 22-136,-18 10-70,-14 28-63</inkml:trace>
  <inkml:trace contextRef="#ctx0" brushRef="#br0" timeOffset="373970.2392">30517 10507 850,'0'0'175,"0"0"-94,0 0-17,0 0 29,0 0-28,0 0-26,39 69 4,15-69-20,26-20-7,23-33 15,21-21-30,7-13-2,-1-6-14,-16 6-37,-34 15-55,-40 23-273</inkml:trace>
  <inkml:trace contextRef="#ctx0" brushRef="#br0" timeOffset="374660.1238">30541 16488 745,'0'0'268,"0"0"-138,0 0 4,0 0-51,0 0-25,0 0-17,-2 52-26,37-52 3,17-32 4,20-27-20,10-18-4,-2-14-5,-14 2-49,-14 16-260</inkml:trace>
  <inkml:trace contextRef="#ctx0" brushRef="#br0" timeOffset="376109.396">6017 4421 755,'0'0'152,"0"0"-78,0 0 28,0 0-9,0 0-42,-99-46-31,59 70 1,-3 18-17,4 13 10,9 5 3,15 0-6,15-8 0,0-14-11,28-13-2,14-14-9,9-11-60,7-7-89,-4-18-38,-2-6-202</inkml:trace>
  <inkml:trace contextRef="#ctx0" brushRef="#br0" timeOffset="376370.3264">6179 4483 526,'0'0'200,"0"0"-36,0 0-77,0 0-22,0 87 8,0-53-16,11-8-31,11-8-8,5-10-13,4-8 6,0 0-3,1-10-8,-8-13 0,1-7-1,-7-6-25,-12-1 18,-6-5-13,0 0-7,-22 3 20,-11 5 8,-6 12 4,-7 13-4,1 9 0,6 25-6,6 16-42,11 9-35,11 2-98,11-4-195</inkml:trace>
  <inkml:trace contextRef="#ctx0" brushRef="#br0" timeOffset="376768.0078">6518 4419 909,'0'0'148,"0"0"-38,0 0-12,0 0-76,0 0-21,-21 85 13,21-46 4,0-6-7,18-7-3,3-11-6,4-7-2,2-8 0,3 0-9,-2-15-62,0-11-92,-5-3 26,-4-3-78,-8-1-18,-4 2 94,-7 3 139,0 8 79,0 10 84,-7 10 31,-1 3-47,2 25-114,5 7 18,1 5-6,0-5 3,15-8-42,10-7 2,2-10-8,4-7-1,-1-3-20,0-5-72,-2-16-21,-7-3-213,-4-3 62</inkml:trace>
  <inkml:trace contextRef="#ctx0" brushRef="#br0" timeOffset="377248.164">6943 4429 402,'0'0'206,"0"0"13,0 0-98,0 0-89,0 0 2,0 0 26,-21 94 10,18-65-42,0-5-13,-1-8 14,1-8-7,1-5-6,1-3-6,-2 0 0,3-19-10,0-6-19,0-6-94,1-1 3,4-3 32,-2 1-7,1 2 28,5 8 32,3 10 16,4 14 9,1 2 3,-1 23 37,-2 9-24,-4 5 9,2 0 13,2-5-26,5-9 1,9-11 2,2-9 1,3-5 9,6-12-10,2-15-15,-2-8-2,-4-4-19,-12-1 19,-15-3 0,-8 0 4,0 0 24,-6 4 55,-12 6 25,5 12-18,1 10-33,6 11-28,0 12-14,1 24-9,2 14-4,2 10 11,1-1-8,0-3-3,13-6 1,5-11-2,3-7-3,5-10-43,-1-8-51,0-9-154,-6-5-395</inkml:trace>
  <inkml:trace contextRef="#ctx0" brushRef="#br0" timeOffset="377405.0092">7251 4500 1117,'0'0'93,"0"0"1,0 0-14,0 0-49,0 0-31,0 0-8,95-69-84,-61 52-148,5 0-367</inkml:trace>
  <inkml:trace contextRef="#ctx0" brushRef="#br0" timeOffset="377562.4112">7680 4370 1096,'0'0'113,"0"0"-105,0 0 50,0 0-48,98-38-10,-60 29-136,-10 4-199</inkml:trace>
  <inkml:trace contextRef="#ctx0" brushRef="#br0" timeOffset="377720.8751">7735 4543 1072,'0'0'26,"0"0"89,0 0-56,0 0-35,0 0-24,111 7-120,-46-18-134,9-1-330</inkml:trace>
  <inkml:trace contextRef="#ctx0" brushRef="#br0" timeOffset="378034.0201">8325 4418 882,'0'0'232,"0"0"-211,-33 88 72,33-51-32,0-3-25,15-4-11,6-9-4,7-8 4,5-11-6,10-2-11,-1-16-8,1-15-3,-3-6-31,-8-4-13,-9-4 26,-12 0 8,-11 2-6,-6 3 19,-28 8 7,-11 11 11,-1 14-8,-5 7-8,8 10-2,0 17 0,5 7 0,8 1-2,5 2-39,10-5-121,15-6-191</inkml:trace>
  <inkml:trace contextRef="#ctx0" brushRef="#br0" timeOffset="378286.1412">8971 4274 718,'0'0'373,"0"0"-365,0 0-5,0 0-3,0 0-17,0 0-82,8 32-278</inkml:trace>
  <inkml:trace contextRef="#ctx0" brushRef="#br0" timeOffset="378457.8554">8933 4699 1333,'0'0'6,"-28"83"11,11-30-2,0 5-15,-1-2-69,7-2-686</inkml:trace>
  <inkml:trace contextRef="#ctx0" brushRef="#br0" timeOffset="382206.3744">21564 529 601,'0'0'290,"0"0"-200,0 0 14,0 0 8,0 0-46,0 0-23,0 0-43,-31-35-10,35 74 3,14 15 7,-3 2-1,3 0 1,-4 0-23,-3-7-74,-2-7-79,-6-11-153</inkml:trace>
  <inkml:trace contextRef="#ctx0" brushRef="#br0" timeOffset="382477.9124">21488 788 912,'0'0'68,"0"0"-40,0 0-23,0 0-1,0 0-3,0 0 8,89 63-6,-47-63-6,3 0-3,-2-5-64,-5-13-101,-5-5-57,-8-1 109,-6-1 0,-10 0 119,-9 3 189,0 8 26,-3 9-35,-18 5-114,-5 28-53,-6 20-10,-2 14 6,6 6-9,8-6-2,11-10-181,9-11-495</inkml:trace>
  <inkml:trace contextRef="#ctx0" brushRef="#br0" timeOffset="382892.3115">23205 406 883,'0'0'119,"0"0"-50,0 0-65,0 0 4,-9 74 36,9-27-9,9 7-21,5-2-13,-4-2 0,3-8-2,0-8-58,-3-9-93,-1-11-288</inkml:trace>
  <inkml:trace contextRef="#ctx0" brushRef="#br0" timeOffset="383147.0059">23138 646 639,'0'0'308,"0"0"-254,0 0-41,0 0 6,0 0-2,3 82 2,37-69-18,5-10 1,9-3-2,-1-5-48,-5-15-79,-6-4-124,-9-2 22,-14-1 76,-7 4 153,-12 6 126,0 10 202,-7 7-103,-16 4-189,-7 29-35,-4 12 5,-1 13-6,3 1-73,10-5-434</inkml:trace>
  <inkml:trace contextRef="#ctx0" brushRef="#br0" timeOffset="384196.0984">24988 187 879,'0'0'119,"0"0"-61,0 0-58,-12 111 0,8-38 12,4 1-5,0-9-6,0-6 3,1-10-4,8-11-34,-3-6-107,-3-11-363</inkml:trace>
  <inkml:trace contextRef="#ctx0" brushRef="#br0" timeOffset="384419.7657">24910 652 844,'0'0'131,"0"0"-109,0 0-22,0 0 0,0 0 8,105 17-8,-51-17 0,-1-4-64,-5-15-124,-8 1-23,-17 2 88,-13 3 123,-10 6 182,-3 3 154,-21 4-234,-6 7-60,-5 26-24,-2 16-14,5 10-4,8 3-129</inkml:trace>
  <inkml:trace contextRef="#ctx0" brushRef="#br0" timeOffset="386241.7659">3628 5657 242,'0'0'311,"0"0"-108,0 0-68,0 0-39,0 0-41,0 0-19,12-53-3,6 28-6,-3-3 3,1-2 18,-7 1-6,-4 2-22,-5 3-13,0 0 0,-2 4-6,-10 5 2,-1 2-2,5 7 2,-2 6-5,-3 0 2,-4 16-10,1 21 9,-1 12-3,4 9 4,11 3 0,2-4-3,0-5 0,12-3-10,-3-6-53,-6-6-59,-3-5-26,0-4-108,-9-9-141</inkml:trace>
  <inkml:trace contextRef="#ctx0" brushRef="#br0" timeOffset="386708.8269">3358 5842 529,'0'0'64,"0"0"-27,0 0 75,0 0-3,0 0-80,0 0-27,-12-26 4,12 26-6,0 0-2,0 0-3,0 0 6,0 0-1,0 0 0,0 0 2,0 0-4,0 0 1,0 0-8,0 0-1,0 0-1,0 0 10,0 0 1,0 0 2,0-2 5,0-4-7,-2 0 0,-5 0-2,3 1-2,-4-1 4,-1 0 10,2 4 32,1-1 22,3 1 1,1 2 6,1 0-4,-1 0-28,2 0-4,0 0-11,0-1-11,0 0 5,0-2-12,6-1-6,17-3 0,11-6 0,15-4 0,14-6-1,7-2-16,5-3-45,7-1-47,-5 4 12,-1 4-49,-10 8-167</inkml:trace>
  <inkml:trace contextRef="#ctx0" brushRef="#br0" timeOffset="387075.8061">4167 5554 531,'0'0'219,"0"0"-168,0 0 0,0 0 13,-20 82-22,17-44-10,3-2-4,0-4 7,12-8-12,6-8 1,3-6-1,6-8-2,3-2 6,1-9-2,-1-13-19,-3-8 6,-7-4-9,-6-5 1,-5-4 3,-9 1-5,0-2 6,-18 5 25,-9 5-22,-6 7-8,2 12-3,3 12-5,2 3-5,9 15-72,6 12-40,11 3-3,0-2-165,8-1-105</inkml:trace>
  <inkml:trace contextRef="#ctx0" brushRef="#br0" timeOffset="387352.1613">4413 5607 321,'0'0'124,"0"0"1,0 0 66,89-22-99,-56 22-39,0 7-2,-3 14-13,0 5-8,-8 2-8,-3-2 4,-10-2-19,-7-4-4,-2-3-1,0-5 2,-12-7 5,-6-5 0,9 0 2,-1-8 1,5-13-12,5-8-1,0-6-8,3-4-20,15-2-6,4 1-24,4 6-30,11 9-42,9 4-122,8 9 62</inkml:trace>
  <inkml:trace contextRef="#ctx0" brushRef="#br0" timeOffset="387659.6332">5310 5360 235,'0'0'556,"0"0"-474,0 0 47,0 0-5,0 0-50,0 0-43,-80-24-25,49 68 5,3 14 30,-1 8-14,9 5-8,9-5-4,11-7-15,3-7 2,28-13-2,10-9-19,11-13-59,3-10-110,0-7-61,-4 0-244</inkml:trace>
  <inkml:trace contextRef="#ctx0" brushRef="#br0" timeOffset="387930.1486">5621 5484 937,'0'0'31,"0"0"14,0 0 42,-27 104-33,27-62-4,0-1-32,11-5-2,11-7-12,6-8-1,2-10-3,-4-8 0,2-3-19,-1-11-51,-3-14-71,-2-8-57,-5-3-145,-3-4 36</inkml:trace>
  <inkml:trace contextRef="#ctx0" brushRef="#br0" timeOffset="388230.2144">5854 5506 357,'0'0'238,"0"0"-2,0 0-135,0 0-77,0 0 77,0 101-26,0-58-25,0-4-25,0-8 0,0-6-3,0-10-8,0-7-5,0-6-3,0-2-5,0-11 6,0-13-7,0-11-82,0-4-49,0-6 33,3-4 16,3-1 37,4 7 9,4 7 36,5 14 28,9 15-1,7 7 6,2 16 12,-4 18 42,-2 5-29,-10 0 11,-12 1-53,-7-4-8,-2-6-4,0-6-4,-17-9-95,-1-9-197</inkml:trace>
  <inkml:trace contextRef="#ctx0" brushRef="#br0" timeOffset="388431.8629">5738 5310 998,'0'0'54,"0"0"32,0 0 2,0 0-64,0 0-16,0 0 1,-58 25 4,41-21-11,1-4 6,5 0-8,8-4-19,3-11-118,0-2-89,15 0-613</inkml:trace>
  <inkml:trace contextRef="#ctx0" brushRef="#br0" timeOffset="388710.0784">6364 5438 1042,'0'0'0,"0"0"-1,0 0 1,-19 79 11,8-25 27,1 4-3,4 1 7,6 3-7,0-7-23,18-8 12,10-11-24,5-16-1,0-16-60,-2-4-175,-6-15-169</inkml:trace>
  <inkml:trace contextRef="#ctx0" brushRef="#br0" timeOffset="388861.0624">6367 5647 978,'0'0'122,"0"0"-3,0 0-64,0 0-51,0 0-8,96-14-88,-44 11-131,-4 0-241</inkml:trace>
  <inkml:trace contextRef="#ctx0" brushRef="#br0" timeOffset="389050.9705">6970 5621 1086,'0'0'164,"0"0"-159,0 0 21,-6 92 19,6-52-38,0-4-6,0 0-1,0-11-49,0-9-134,0-11-172</inkml:trace>
  <inkml:trace contextRef="#ctx0" brushRef="#br0" timeOffset="389264.9198">7000 5385 313,'0'0'665,"0"0"-623,0 0 50,0 0-29,0 0-11,0 0-20,-2 61-27,-11-52 4,0-5-8,2-4 3,0 0-4,3-3-27,8-8-82,0 0-32,0 1-285</inkml:trace>
  <inkml:trace contextRef="#ctx0" brushRef="#br0" timeOffset="389467.9697">7459 5661 1167,'0'0'89,"0"0"-83,0 0 59,0 0-65,63-73-27,-30 64-118,-6 7-180,-11 2-462</inkml:trace>
  <inkml:trace contextRef="#ctx0" brushRef="#br0" timeOffset="389596.2236">7458 5779 915,'0'0'38,"0"0"60,0 0 45,0 0-102,0 0-24,0 0-17,94 36-147,-57-55-410</inkml:trace>
  <inkml:trace contextRef="#ctx0" brushRef="#br0" timeOffset="389905.5905">7883 5657 1050,'0'0'28,"0"0"10,-16 82 87,23-53-65,17-2-31,6-4-15,0-10-8,0-11-1,1-2-5,2-15-2,2-14-24,1-7 14,-6-1-12,-10-1 13,-9-1 5,-11 2 2,-10 3 4,-20 6 2,-6 8 6,-4 11-8,1 9-1,5 0 1,1 19-7,6 8-17,6 2-149,8 1-300</inkml:trace>
  <inkml:trace contextRef="#ctx0" brushRef="#br0" timeOffset="390128.3017">8692 5545 1188,'0'0'34,"0"0"-31,0 0 31,0 0-28,0 0-6,0 0-108,16 9-227</inkml:trace>
  <inkml:trace contextRef="#ctx0" brushRef="#br0" timeOffset="390278.7895">8756 5915 1226,'0'0'18,"-39"105"-12,24-53 2,3-3-8,11-7-238</inkml:trace>
  <inkml:trace contextRef="#ctx0" brushRef="#br0" timeOffset="390682.9356">9515 5671 1033,'0'0'98,"0"0"-9,0 0-5,0 0-73,0 0-11,-3 95 0,3-49 2,0-1-2,0-5-60,0-10-90,0-12-83</inkml:trace>
  <inkml:trace contextRef="#ctx0" brushRef="#br0" timeOffset="390839.976">9440 5514 898,'0'0'84,"0"0"30,0 0-24,0 0-84,0 0-6,0 0-98,54 17-346</inkml:trace>
  <inkml:trace contextRef="#ctx0" brushRef="#br0" timeOffset="391161.9646">9964 5619 1328,'0'0'34,"0"0"-34,0 0 0,0 0 0,0 0 10,-4 86-2,-5-44-5,-6 2 4,-9-3-2,-3-5-6,-3-6 1,-1-10-25,10-10-3,8-9 2,7-1 11,6-5 14,0-11-5,12 2-1,13 8 7,3 6 1,4 0 13,-3 6-8,4 7 3,2-3-5,-1 0-4,0-6-40,1-4-173,-5 0-466</inkml:trace>
  <inkml:trace contextRef="#ctx0" brushRef="#br0" timeOffset="395678.9455">28166 495 881,'0'0'59,"0"0"-7,0 0 21,0 0 42,12-78-50,-9 76-24,-2 2-12,4 4-27,7 31-2,0 21 0,1 18 1,-6 4 2,-5-8-3,-2-9-30,0-14-49,0-11-69,1-11-104,-1-10-372</inkml:trace>
  <inkml:trace contextRef="#ctx0" brushRef="#br0" timeOffset="395845.0615">28082 776 869,'0'0'108,"0"0"-31,0 0-17,0 0 20,0 0-45,0 0-19,-37 82-4,68-64-12,13-8-16,11-6-88,4-4-121,3-6-317</inkml:trace>
  <inkml:trace contextRef="#ctx0" brushRef="#br0" timeOffset="395961.5507">28473 728 872,'0'0'240,"0"0"-145,0 0-52,-89 65 9,44-17-20,2 2-25,10 4-7,8-4-110,14-7-248</inkml:trace>
  <inkml:trace contextRef="#ctx0" brushRef="#br0" timeOffset="396699.2102">29361 707 964,'0'0'81,"0"0"-62,0 0 6,0 0 31,0 0-35,116 14-21,-50-8-127,-3-6-226</inkml:trace>
  <inkml:trace contextRef="#ctx0" brushRef="#br0" timeOffset="397057.9881">30116 563 1029,'0'0'165,"0"0"-145,0 0-20,0 0-68,83-3-506</inkml:trace>
  <inkml:trace contextRef="#ctx0" brushRef="#br0" timeOffset="401932.8759">25215 104 836,'0'0'60,"0"0"-8,0 0 18,0 0 49,0 0-41,0 0-54,-9 40-24,2 30 0,-4 19 15,-1-4-5,2-8-3,1-10-5,1-11-2,-1-6-2,-1-10-71,-1-6-141,-5-11-221</inkml:trace>
  <inkml:trace contextRef="#ctx0" brushRef="#br0" timeOffset="402166.8818">24755 447 1044,'0'0'62,"0"0"-6,0 0-49,0 0 10,0 0-13,27 105 11,6-58 5,9-3-17,2-10-3,6-13-14,8-7-83,5-12-46,2-2-91,-2-16-296</inkml:trace>
  <inkml:trace contextRef="#ctx0" brushRef="#br0" timeOffset="402314.1556">25461 408 930,'0'0'80,"0"0"-63,-116 102 22,62-34 76,5 0-76,1-2-32,8-11-6,7-11-1,6-10-91,8-14-116,8-12-385</inkml:trace>
  <inkml:trace contextRef="#ctx0" brushRef="#br0" timeOffset="402646.116">24799 509 509,'0'0'183,"0"0"-98,74 94-10,-27-58-3,8-4-46,7-6-17,6-6-9,3-9-13,2-8-154,-4-3-312</inkml:trace>
  <inkml:trace contextRef="#ctx0" brushRef="#br0" timeOffset="402820.0154">25488 503 911,'0'0'90,"0"0"-57,0 0 19,-115 96 48,72-45-55,0-3-25,2-7-18,4-4-3,1-8 1,3-3-57,4-11-125,0-10-241</inkml:trace>
  <inkml:trace contextRef="#ctx0" brushRef="#br0" timeOffset="402998.514">24909 635 575,'0'0'36,"-2"72"6,7-38 14,17-9-29,10-7-27,8-9-78,5-9-54,1 0-156</inkml:trace>
  <inkml:trace contextRef="#ctx0" brushRef="#br0" timeOffset="403186.2157">25418 570 837,'0'0'111,"-84"59"-73,32-23 32,-8-3-30,-2 0-40,0-6-14,6-7-101,8-4-174,3-12-204</inkml:trace>
  <inkml:trace contextRef="#ctx0" brushRef="#br0" timeOffset="403357.9138">24861 688 645,'0'0'99,"81"58"-13,-25-31 23,10-6-58,6-7-36,2-8-15,-1-6-2,-5 0-72,-9-7-242,-8-12-191</inkml:trace>
  <inkml:trace contextRef="#ctx0" brushRef="#br0" timeOffset="403463.1784">25567 612 827,'0'0'150,"0"0"-134,-137 38-7,58 6 19,-8 6-28,3-1-52,15-5-315</inkml:trace>
  <inkml:trace contextRef="#ctx0" brushRef="#br0" timeOffset="404055.9116">26847 457 877,'0'0'96,"0"0"-73,0 0 47,0 0 39,0 0-67,0 0-42,-13-6-6,13 33-6,0 14 12,0 9 18,0 0 2,0 0-16,0-5 13,0-7-9,0-6 1,0-8-5,0-7-1,0-4-3,-6-7-25,-6-6-70,-5 0-75,4-13-245</inkml:trace>
  <inkml:trace contextRef="#ctx0" brushRef="#br0" timeOffset="404319.0803">26689 662 857,'0'0'134,"0"0"-100,0 0-20,0 0 6,0 0 44,22 107-42,4-72-19,4-5-3,7-9-25,6-9-54,5-12-67,7 0-272</inkml:trace>
  <inkml:trace contextRef="#ctx0" brushRef="#br0" timeOffset="404443.8601">27181 665 755,'0'0'205,"0"0"-120,0 0-31,0 0-17,-118 59 23,57-6-35,0 4-25,12-1-17,16-5-175,11-7-385</inkml:trace>
  <inkml:trace contextRef="#ctx0" brushRef="#br0" timeOffset="405083.2236">28199 526 854,'0'0'128,"0"0"-105,0 0 24,0 0 47,0 0-52,19 79-16,-16-19 15,-3 4-26,0 1-5,0-6-10,0-6-10,-6-10-109,2-10-108,-1-13-389</inkml:trace>
  <inkml:trace contextRef="#ctx0" brushRef="#br0" timeOffset="405360.8602">28005 860 836,'0'0'393,"0"0"-353,0 0-38,0 0 11,0 0 7,0 0-4,57 95-7,-11-80-9,3-6-23,6-9-52,0-4-40,-3-16 47,-5-9 30,-8-1 38,-9-1 18,-11 3 47,-12 9 69,-7 8-39,0 11-25,-25 0-27,-15 27-42,-21 18 0,-10 13-1,0 7-134,8-2-521</inkml:trace>
  <inkml:trace contextRef="#ctx0" brushRef="#br0" timeOffset="407076.2563">25877 1194 207,'0'0'295,"0"0"-177,0 0-48,0 0 31,0 0-19,0 0-31,52-82-19,-39 62-15,1-1 1,-3-1 16,-7-1-17,-2-1 9,-2-2-6,0 3 4,-17-2-15,-5 3 4,-3 0-8,-5 0-2,0 1-1,-1 3-2,-4-1 3,-2 3-2,-3 4 5,-5 2-6,3 4 2,-4 2-2,4 4 0,-1 0 0,-3 0-4,2 4 4,0 6-2,2 4 1,3 3-1,0-1 2,5 4 0,-2 1-1,3 1 0,0 5 2,1-1-3,2 1 1,0 3 1,2 1-3,4 2 5,-1 1-2,2-1 0,2 1 0,0 5-3,2 0 3,-2 5 4,2 4-4,2 1 1,7-1-1,2-3 1,8 0 0,0-4 1,2 0 4,16-1-3,2-2 3,3-1-4,2-4-1,2 0 3,3-5-4,1-1 3,7-3-3,5-3 0,5-1 4,5-5-3,4-2 1,1-6-2,0-6 0,-1-1-11,0 0 10,0-12 1,-2-5-2,1-4 2,1-5 2,-2-2 1,-4-4 0,-3-8-3,-7-5 2,-2-5-2,-1-4 0,-1-6 0,-3-9 2,-4-6 1,-6-1 0,-8 4 9,-10 7-3,-6 11 3,-15 7 2,-23 5 9,-22 8-9,-18 1-14,-17 10-8,-8 8-25,3 9-39,9 6-24,13 6-37,11 13-168,9 6-324</inkml:trace>
  <inkml:trace contextRef="#ctx0" brushRef="#br0" timeOffset="408223.9173">25839 1079 50,'0'0'448,"0"0"-411,0 0-37,-59-80 19,36 63 52,-6 1 25,-5 3-20,-8 5-61,-9 5-8,-7 3-4,-9 3-3,-6 20 0,-6 7-1,1 7 1,7 10 3,8 9-2,12 9 7,14 13 5,13 7 13,18 4-4,6-3-15,14-6 1,20-9-8,10-10-2,10-6 1,16-18-71,10-12-87,3-17-120</inkml:trace>
  <inkml:trace contextRef="#ctx0" brushRef="#br0" timeOffset="408329.007">26049 1086 243,'0'0'0</inkml:trace>
  <inkml:trace contextRef="#ctx0" brushRef="#br0" timeOffset="412371.7714">11577 5631 883,'0'0'127,"0"0"-57,0 0 49,0 0-59,0 0-46,0 0-14,0 0-5,6-14-66,-3 37-71,0 7-129</inkml:trace>
  <inkml:trace contextRef="#ctx0" brushRef="#br0" timeOffset="412565.9365">11696 6004 1051,'0'0'69,"0"0"-51,0 0 65,0 0-54,-36 99-21,22-66-6,-1 2-2,-3-2-44,4-3-119,3-5-206</inkml:trace>
  <inkml:trace contextRef="#ctx0" brushRef="#br0" timeOffset="412821.521">12049 5726 964,'0'0'108,"0"0"6,0 0-30,0 0-67,0 0-17,-3 76 4,3-32 1,0-3-5,0-4 0,0-8-9,0-8-94,0-8-113,0-9-395</inkml:trace>
  <inkml:trace contextRef="#ctx0" brushRef="#br0" timeOffset="412972.2842">11996 5528 970,'0'0'76,"0"0"-42,0 0-10,0 0-24,0 0-79,0 0-146</inkml:trace>
  <inkml:trace contextRef="#ctx0" brushRef="#br0" timeOffset="413150.1327">12417 5621 781,'0'0'299,"0"0"-280,0 0 97,-11 81-49,11-44-37,2-2-24,7-1-6,-1-6-55,-3-8-174,-5-6-440</inkml:trace>
  <inkml:trace contextRef="#ctx0" brushRef="#br0" timeOffset="413316.0392">12248 5835 1083,'0'0'151,"0"0"-86,0 0-12,0 0-43,114-68-10,-56 48-13,-3 0-55,-6-1-97,-10 0-26,-9-3-300</inkml:trace>
  <inkml:trace contextRef="#ctx0" brushRef="#br0" timeOffset="413475.8909">12659 5507 822,'0'0'174,"0"0"-68,0 0-30,0 0 4,0 72-13,0-31-37,0 0-5,0-4-21,0-3-4,0-5 0,0-5-47,4-7-118,-1-7-340</inkml:trace>
  <inkml:trace contextRef="#ctx0" brushRef="#br0" timeOffset="413668.6339">12662 5712 1048,'0'0'107,"0"0"-37,0 0 44,0 0-36,0 0-44,0 0-34,62-35-1,-26 19-109,-3-4-139,0-2-256</inkml:trace>
  <inkml:trace contextRef="#ctx0" brushRef="#br0" timeOffset="414027.9948">12971 5342 1089,'0'0'67,"0"0"-10,0 0-6,83 38-12,-38 2-16,-2 11-12,-16 8 11,-24 3-13,-5 3-3,-31-5-1,-11-3-5,-3-6-12,6-12-66,8-8-125,16-9-289</inkml:trace>
  <inkml:trace contextRef="#ctx0" brushRef="#br0" timeOffset="414643.8434">13789 5332 837,'0'0'90,"0"0"-10,-11-75 50,-13 61-42,-12 6-56,-1 8-24,-1 0 13,4 13-6,12 9-6,5 7 1,10 1-2,7 6-7,4 2 3,19 3-4,2 0 3,3-1-3,-5-3 0,-10-4-2,-8-7-3,-5-6-12,-11-2 4,-19-9 5,-9-2-9,-2-5-6,4-2 8,5 0 1,13-2-1,7-7 2,9-3 7,3 1-35,4 1 27,14 10 7,3 0 7,0 20 28,-3 20 38,-6 19 0,-3 10-11,-3 7-18,0-2 25,1-4-42,4-11-12,10-13-8,2-14-151,9-18-444</inkml:trace>
  <inkml:trace contextRef="#ctx0" brushRef="#br0" timeOffset="415865.8621">5054 6889 697,'0'0'151,"0"0"-70,0 0 25,5-82-16,1 52-18,-6 2-25,0 3-10,0-1-19,-12 6 12,-9 6-15,0 6-2,-1 8-12,-1 0 1,7 21 0,1 17-1,6 14 1,6 10-2,3 6 0,0 0 0,0-2-6,0-5-61,0-6-112,0-9-35,-5-10-185</inkml:trace>
  <inkml:trace contextRef="#ctx0" brushRef="#br0" timeOffset="416239.783">4713 7270 390,'0'0'430,"0"0"-311,0 0-4,3-96-47,25 56-57,11-2-11,10-2-5,6 0-1,2 7 2,-11 8-2,-5 13-9,-13 12-35,-10 4 4,-6 17 17,-8 16 7,-1 9 20,3 3 1,-3-1 2,6-6 13,7-10 2,2-9-4,6-11-1,3-8 1,6 0 1,-3-21-8,-2-10-5,-7-7-7,-6-3-8,-8-2 15,-7 2 3,0-1 13,-15 7 10,-15 7-4,-8 11 28,2 12-20,-1 5-30,4 19-4,6 12-3,15 4-31,12 4-52,0-2-53,17-3-252</inkml:trace>
  <inkml:trace contextRef="#ctx0" brushRef="#br0" timeOffset="416517.8264">5475 6962 618,'0'0'82,"0"0"6,0 0 35,94 34-89,-60 3-1,-4 2-14,-5 1-13,-11-3 13,-5-8 3,-9-7 0,0-6 5,-9-4 27,-3-8 3,4-4-14,-2-2-17,7-18-4,3-11-17,0-9-5,9-11-16,12-3-56,4 4-78,5 7-29,3 11-295</inkml:trace>
  <inkml:trace contextRef="#ctx0" brushRef="#br0" timeOffset="416777.0088">6109 6659 808,'0'0'140,"0"0"-53,0 0-20,0 0-14,-58 101 2,34-41 3,3 6-24,6 3-3,8-1-21,7-5-4,10-9-5,21-10-1,16-9-2,8-8-53,9-12-52,-1-9-152,-8-6-583</inkml:trace>
  <inkml:trace contextRef="#ctx0" brushRef="#br0" timeOffset="417379.7853">6500 6825 908,'0'0'19,"0"0"84,0 0 38,0 0-103,0 0-31,0 0 17,-18 71 32,14-28-13,4 4-7,0-5-8,1-5-6,17-9-2,4-9-17,5-12-3,4-7 0,1-12-16,-1-17-44,-4-9-7,-3-3-32,-6 1-22,-8 2 56,-5 2 14,-5 3 12,0 5 39,0 7 7,0 10 37,0 11 9,-2 0 16,-1 19-49,-3 13 26,2 10 0,1 4 2,1 0-26,2-3-14,0-5 22,0-7-4,0-11-13,0-9-4,0-5-8,0-6 1,-1 0 22,-2-22-24,-1-10-5,2-6-42,2-6-16,0-1 0,0 0-19,0 0 59,0 5 19,12 9-2,6 14 6,9 14 18,6 3 16,1 26 6,1 11 20,-3 8-19,-8 5 10,-5 0-38,-5-1-5,-10-3-5,-4-9-3,-7-7-55,-16-10-167,1-14-308</inkml:trace>
  <inkml:trace contextRef="#ctx0" brushRef="#br0" timeOffset="417620.2653">6594 6646 900,'0'0'87,"0"0"-47,0 0 19,0 0 12,0 0-50,0 0-2,-76 42 3,46-42-13,3 0-5,3-4-1,5-13-2,10-5 1,6-4-2,3-1-30,12 3-102,21 6-61,13 7-580</inkml:trace>
  <inkml:trace contextRef="#ctx0" brushRef="#br0" timeOffset="417937.8413">7249 6757 899,'0'0'52,"0"0"-25,0 0 121,-39 118-39,36-64-43,3 3-34,5-3-4,14-6-19,6-12-5,1-10-2,4-11-2,-5-10-54,-4-5-189,-6-7-377</inkml:trace>
  <inkml:trace contextRef="#ctx0" brushRef="#br0" timeOffset="418096.0646">7149 6996 1095,'0'0'114,"0"0"13,0 0-25,0 0-80,0 0-19,0 0-6,121-12 2,-51 0-90,3-2-119,-10-2-416</inkml:trace>
  <inkml:trace contextRef="#ctx0" brushRef="#br0" timeOffset="418457.8637">7991 6862 63,'0'0'789,"0"0"-772,0 0 82,0 0-7,-11 99-35,11-47 4,9 7-6,1 0-13,-2-1 4,-2-2-9,-3-5-18,-3-4 2,0-6-12,0-8-5,0-10 3,-12-6-3,-3-7-4,3-10-2,-2 0-49,1-11-33,-5-18-148,0-10-359</inkml:trace>
  <inkml:trace contextRef="#ctx0" brushRef="#br0" timeOffset="418701.1166">7908 6680 819,'0'0'106,"0"0"-44,0 0 50,0 0-3,0 0-77,0 0-13,15 25-6,-41-20-1,-7-5-10,3 0-2,9-5-3,6-9-18,9-4-7,6 1-8,3 0-35,22 5-16,7 4-2,2 8-75,5 0-145</inkml:trace>
  <inkml:trace contextRef="#ctx0" brushRef="#br0" timeOffset="419197.9798">8410 7045 978,'0'0'78,"0"0"56,0 0-42,0 0-85,0 0-6,83-60-1,-53 54-32,-3 2-100,-6 4-88,-8 0-415</inkml:trace>
  <inkml:trace contextRef="#ctx0" brushRef="#br0" timeOffset="419339.2449">8471 7177 532,'0'0'451,"0"0"-391,0 0 104,0 0-89,0 0-54,0 0-21,94 35-4,-24-38-213,6-10-258</inkml:trace>
  <inkml:trace contextRef="#ctx0" brushRef="#br0" timeOffset="419811.5809">9520 6935 1143,'0'0'53,"0"0"7,0 0 43,0 0-75,0 0-28,0 0-16,-2-6-41,10 29-64,0 6-132,0 3-389</inkml:trace>
  <inkml:trace contextRef="#ctx0" brushRef="#br0" timeOffset="419984.1423">9566 7298 1225,'0'0'23,"0"0"55,-15 95 9,9-52-38,-2-2-42,-3-1-7,-4-5-93,-6-8-198</inkml:trace>
  <inkml:trace contextRef="#ctx0" brushRef="#br0" timeOffset="420651.4162">10131 7003 595,'0'0'321,"0"0"-229,0 0 11,0 0-31,0 0-20,0 79 0,2-35-17,2 5-20,1 2 4,-2 2-7,1 0 1,-4-2-3,0-7-2,0-5-7,0-8 7,-4-7-6,-8-7 4,-6-10-1,-2-6-1,-3-1-4,0-10-55,7-15-26,3-10-126,8-9-77</inkml:trace>
  <inkml:trace contextRef="#ctx0" brushRef="#br0" timeOffset="420901.3358">10124 6824 767,'0'0'145,"0"0"-61,0 0 39,0 0-42,0 0-45,0 0-17,18 34-8,-46-26-5,-5-4 0,3-4-6,9 0-1,5-4-8,8-12-19,5 0-8,3-3 2,9 3-25,13 1 3,7 7-15,-1 5-76,2 3-277</inkml:trace>
  <inkml:trace contextRef="#ctx0" brushRef="#br0" timeOffset="421396.2205">11602 7107 991,'0'0'113,"0"0"16,0 0-4,0 0-62,0 0-52,0 0-11,0-32-8,2 45-40,1 6-36,0 7-180,-3 1-407</inkml:trace>
  <inkml:trace contextRef="#ctx0" brushRef="#br0" timeOffset="421553.6331">11671 7383 1209,'0'0'45,"0"0"37,-28 90 4,17-55-66,1 0-20,-2-3-34,0-5-142,-3-11-561</inkml:trace>
  <inkml:trace contextRef="#ctx0" brushRef="#br0" timeOffset="422031.024">12266 7009 391,'0'0'598,"0"0"-545,0 0 68,0 0-56,0 0-33,-16 91 9,16-41-21,0 3-7,0 5 10,0 2-12,4-4-1,-2-2 3,-2-8-12,0-8 8,0-8-5,-11-6-3,-11-8 5,0-5-6,-5-8-13,3-3-21,3-6-22,6-15-58,9-11-112,3-5-283</inkml:trace>
  <inkml:trace contextRef="#ctx0" brushRef="#br0" timeOffset="422302.3749">12286 6815 327,'0'0'551,"0"0"-472,0 0-23,0 0-25,0 0-7,0 0-1,-84 16-7,56-16-14,5 0-2,4 0-8,10-7-31,3-7 2,6 0 3,0-2-4,0 2-21,12 4-26,6 4-138,3 6-13</inkml:trace>
  <inkml:trace contextRef="#ctx0" brushRef="#br0" timeOffset="422630.3716">12544 7034 866,'0'0'82,"0"0"-10,0 0 106,0 0-101,0 0-59,0 0 0,27 65-4,-20-18-8,0-1-4,-2-2-2,1-3 0,-6-6-30,0-5-49,0-8-79,0-11-65,-3-8-439</inkml:trace>
  <inkml:trace contextRef="#ctx0" brushRef="#br0" timeOffset="422780.4275">12466 7277 892,'0'0'133,"0"0"-52,0 0 6,0 0-87,0 0-9,127-19-120,-75 11-142,1-3-282</inkml:trace>
  <inkml:trace contextRef="#ctx0" brushRef="#br0" timeOffset="422962.2085">12987 7003 958,'0'0'94,"0"0"56,0 0-73,0 0-21,-18 82-18,12-41-8,3 0-14,3-2-16,0 0-3,0-9-9,0-4-65,0-8-100,0-9-110</inkml:trace>
  <inkml:trace contextRef="#ctx0" brushRef="#br0" timeOffset="423121.3579">12789 7242 992,'0'0'174,"0"0"-74,0 0 1,0 0-73,0 0-28,98-10-1,-47 6-68,2-2-141,1-4-14</inkml:trace>
  <inkml:trace contextRef="#ctx0" brushRef="#br0" timeOffset="423339.3164">13317 6863 981,'0'0'79,"0"0"-68,0 0 74,0 0-28,94 119-34,-66-60-8,-10 6-3,-15 1 10,-3-2-21,-28-5-2,-17-5-48,-9-10-135,-1-10-262</inkml:trace>
  <inkml:trace contextRef="#ctx0" brushRef="#br0" timeOffset="424047.7653">13984 6793 839,'0'0'113,"0"0"-31,0 0 26,0 0-61,0 0-23,0 0-15,-107-62-5,78 63 3,5 13-5,6 3 0,6 3 6,6 3-7,6 3 1,0 4-2,8 4 2,12-1-5,3 3-2,1-4-5,-5-2-11,-7-3-4,-6-4 1,-6-5 5,-3-3 1,-21-5 16,-7-3 2,-2-4 2,-1-2 4,2-1-2,7 0-1,7 0 2,9-5-4,5-4 5,4-1 1,0 2 6,4 2 2,8 5-2,2 1 8,-1 12 6,-4 20-1,-3 9 13,-3 8-6,-1 3-15,2 1-9,0-7-9,7-2-5,6-6-125,5-6-135</inkml:trace>
  <inkml:trace contextRef="#ctx0" brushRef="#br0" timeOffset="442688.3339">10245 6043 119,'0'0'648,"0"0"-594,0 0 13,0 0-65,34-75-2,-4 36-2,1-2-38,2-4 13,0 1 23,-5 2 4,-8-2 7,-4 2-1,-5 0 25,-8-1 11,-3 1 63,0 1-78,-8-3 16,-4-1 4,-3 6-15,0 7-20,5 13 26,2 11-12,2 8-20,-1 5 11,-3 27-17,1 18 0,4 11 8,5 5-6,0-1 14,0-7-16,11-6 7,5-7-15,-1-9 1,7-6-75,-3-7-62,0-10-127,0-11-446</inkml:trace>
  <inkml:trace contextRef="#ctx0" brushRef="#br0" timeOffset="442898.8883">10603 5764 962,'0'0'75,"0"0"28,0 0-15,92-34-73,-50 23-8,-5-2-7,-4 5-89,-6-2-124,-7 4-356</inkml:trace>
  <inkml:trace contextRef="#ctx0" brushRef="#br0" timeOffset="443542.3492">10988 5603 356,'0'0'139,"0"0"11,0 0 6,0 0-61,0 0-28,0 0-13,46-75-12,-18 63-8,2 2 10,3 6-1,-3 4-31,-2 1-9,-4 23-3,-6 11-1,-5 6 1,-13 3 0,0 5-3,-16 0 2,-12-3-8,-5-2 8,2-11-2,2-7 6,10-10 1,7-6-3,7-6 10,5-4 22,2 0 4,25 0-12,13-7-25,11 4-4,7 3-52,3 0-131,0 13-171</inkml:trace>
  <inkml:trace contextRef="#ctx0" brushRef="#br0" timeOffset="449609.4804">25280 282 168,'0'0'214,"0"0"-214,0 0-8,0 0-23,0 0 19,0 0 7,0 0 10,21-23 14,-19 23 73,-2 0 11,0 0-17,0 0 5,0 0-26,0 0-27,0 0-27,0 10-11,0 12-8,0 7 8,0 6-2,4 5 2,1 3-2,4 0-36,6-5-227</inkml:trace>
  <inkml:trace contextRef="#ctx0" brushRef="#br0" timeOffset="450216.0516">26851 412 319,'0'0'163,"0"0"-18,0 0 52,0 0-90,0 0-17,0 0 52,-17-54-66,17 43-23,0 4-9,0 5-19,0 2-6,0 0-19,0 26-18,7 18 6,2 18 12,2 11 3,-4 0-3,0-5-5,-4-6 3,-1-8-66,-2-8-21,0-6-63,-2-13-65,-9-12-190</inkml:trace>
  <inkml:trace contextRef="#ctx0" brushRef="#br0" timeOffset="450630.0159">26605 695 783,'0'0'126,"0"0"-77,0 0-29,0 0-17,0 0-3,0 0 11,41 89-11,-14-66 9,2-6-9,10-7-4,10-7-11,5-3-93,2-7-45,2-15-56,-8-3 69,-6-5 140,-9-2 120,-11-1 25,-4 1 57,-10 1-70,-4 9-36,-3 10-3,-3 8-26,0 4-17,-10 11-50,-20 23-12,-14 14 10,-9 7 3,-4 3-1,5-6 0,9-8 4,7-6-3,10-10-1,10-5-7,3-8 6,7-8-90,2-7-47,0 0-33,1-14-312</inkml:trace>
  <inkml:trace contextRef="#ctx0" brushRef="#br0" timeOffset="450811.0141">26549 738 769,'0'0'31,"0"0"-11,0 0 33,0 0 22,47 99-21,-9-74-34,7-3-1,2-6-17,4-5-4,6-5-61,-1-6-274</inkml:trace>
  <inkml:trace contextRef="#ctx0" brushRef="#br0" timeOffset="450991.8979">27208 749 707,'0'0'99,"0"0"-51,-88 61 16,46-26-10,0 3-10,-2-4-26,1 0-12,-1-5-6,3-3-7,2-5-77,6-6-186,3-9-236</inkml:trace>
  <inkml:trace contextRef="#ctx0" brushRef="#br0" timeOffset="451147.3308">26719 913 637,'0'0'41,"0"0"-20,0 0 42,0 0 27,0 0-50,113 53-16,-53-47-24,3-5-36,-2-1-140,-6 0-284</inkml:trace>
  <inkml:trace contextRef="#ctx0" brushRef="#br0" timeOffset="451863.0418">28153 585 642,'0'0'167,"0"0"-70,0 0-18,0 0-17,0 0-36,0 0-26,58 31 0,-46 23-3,-4 11 4,-8 3-1,0-4 0,0-7 0,-7-9 0,0-8-70,-1-12-54,1-13-190</inkml:trace>
  <inkml:trace contextRef="#ctx0" brushRef="#br0" timeOffset="452045.9174">28042 890 509,'0'0'44,"0"0"13,0 0 49,0 0-21,118 80-55,-66-74-30,3-6-58,-3 0-115,-8-6-83,-5-11 107</inkml:trace>
  <inkml:trace contextRef="#ctx0" brushRef="#br0" timeOffset="452175.9966">28481 879 203,'0'0'308,"0"0"-62,0 0-84,32-81-47,-32 81-33,-1 0-78,-20 25-4,-10 8-5,-5 8-3,-1 2 10,4-4-5,9-3-100,8-7-58,11-7-190</inkml:trace>
  <inkml:trace contextRef="#ctx0" brushRef="#br0" timeOffset="452872.735">29115 440 645,'0'0'181,"0"0"-85,0 0 20,0 0-12,0 0-34,0 0-28,3-25-38,1 33-4,1 24-19,2 18 19,-1 14 3,-1 3 13,-2-4 0,2-7-16,0-8-4,1-10-6,2-7-58,-1-10-58,3-8 0,-2-10-110,1-3-98</inkml:trace>
  <inkml:trace contextRef="#ctx0" brushRef="#br0" timeOffset="453223.8179">29397 474 608,'0'0'171,"0"0"-58,0 0-42,0 0-12,0 0-59,0 0-8,13 3 8,-22 16 0,-10 5 0,-9 3 8,-7-1-5,-4-4 10,-1-2-13,3-5 1,4-3 2,6-5 0,8-3-3,7-4 0,7 0 1,5 0 6,0 0-5,0 0 13,17 0 28,12 3-43,9 6-2,8 6 0,5 6-2,-2-1 0,-1 1-3,2-3-93,-6-4-70,-3-1-297</inkml:trace>
  <inkml:trace contextRef="#ctx0" brushRef="#br0" timeOffset="453845.8632">29480 526 159,'0'0'426,"0"0"-231,0 0-95,0 0-84,0 0-16,0 0 1,-86 72 1,44-28 28,-1-2 10,1-1-19,8-7-3,4-9-13,9-5-3,6-10-2,6-4 4,4-6-4,0 0 0,5-6-11,0-11-45,0-6 0,0 1 13,13-2 12,2 1 21,3 8 10,1 5 4,4 10 0,4 0 12,2 15-15,3 11-1,-2 1 1,-1 1-1,1-1 0,-1-5-77,-3-3-152</inkml:trace>
  <inkml:trace contextRef="#ctx0" brushRef="#br0" timeOffset="454590.6201">29537 406 295,'0'0'38,"-103"-38"-13,48 22 63,1 8 4,6 4-42,4 4 51,3 0 4,4 14-25,-1 13-34,0 13-35,4 14 4,2 8-3,12 6-10,11 0 2,9-3-4,6-8 6,23-4-3,13-12-1,7-9-2,10-11 0,5-14-43,9-7-55,4-4-97,2-20 14,-8-6 21,-10-6 141,-15-11 19,-9-8 167,-9-8-64,-6-8 63,-11-2-65,-8 4-47,-3 7-14,-16 8 9,-17 17-19,-10 15 12,-14 20-42,-12 15 0,-5 36 1,1 22 0,7 15-2,19 3 0,20-3-38,25-7 8,7-12-83,33-17-173</inkml:trace>
  <inkml:trace contextRef="#ctx0" brushRef="#br0" timeOffset="462018.72">10519 7079 752,'0'0'52,"0"0"66,0 0-26,0 0-8,0 0-42,0 0-33,0 0-3,0 0 0,-40 102 0,23-48 19,-3-4-14,-1 0 12,1-7-19,-2-6-2,4-7 2,3-14 0,3-6-4,3-7 4,3-3 0,5 0 12,1-10-5,0-7-9,0 2 8,12 4-9,6 5-1,2 6 0,5 9-5,6 17 0,7 8 5,3 3-12,-1-6-43,3-7-124,-1-7-338</inkml:trace>
  <inkml:trace contextRef="#ctx0" brushRef="#br0" timeOffset="464462.6616">10795 7508 560,'0'0'6,"0"0"31,0 0 94,0 0-82,0 0 16,0 0 2,0 0-23,42 9 12,-18-32-25,-5-5-12,5-6 3,-2-4-19,-2 0 2,-2-2-5,-9 2 1,0 2 1,-9-1-2,0 0 3,0 0-4,-17-1 5,2 8-4,-4 2 10,7 10 15,0 12 6,5 6-20,-1 0-8,1 27-2,2 17 5,4 15-6,1 10 6,0 6-3,6 0 4,7-4-7,-1-9 0,3-9-1,-3-9-78,-4-9-71,-1-9-242</inkml:trace>
  <inkml:trace contextRef="#ctx0" brushRef="#br0" timeOffset="465378.8199">11091 7408 540,'0'0'262,"0"0"-133,0 0 29,0 0-42,0 0-71,0 0-5,6-1-39,19-5-1,8-1-8,3-3-101,1-3-167</inkml:trace>
  <inkml:trace contextRef="#ctx0" brushRef="#br0" timeOffset="465881.0812">11335 7198 656,'0'0'177,"0"0"-73,0 0 41,0 0-31,0 0-70,0 0-23,-6 28-21,18 18 0,3 14-3,-4 2-7,-4-2-135,0 0-224</inkml:trace>
  <inkml:trace contextRef="#ctx0" brushRef="#br0" timeOffset="477364.2219">8432 7033 461,'0'0'63,"0"0"43,0 0-2,0 0-43,0 0-10,0 0-16,0 0-1,0 0 0,-15-15-12,12 14-3,3 1 5,-3 0 0,2-3 18,1-1-5,0-3-5,3-4 1,16-3-26,8 0 0,6-3-7,1 4 0,0-1 9,-4 3-7,-3 2-2,-3 2 1,-6 2-1,-5 3-1,-2 1-7,-7 1-53,-2 0-18,-2 3-17,0 8-122,-2 4-181</inkml:trace>
  <inkml:trace contextRef="#ctx0" brushRef="#br0" timeOffset="477648.0132">8554 7270 582,'0'0'145,"0"0"-9,0 0-39,0 0-65,0 0-28,0 0 4,111-32-4,-80 19 0,-4 3-8,-8 5 0,-7 1-69,-7 4-110,-5 0-76</inkml:trace>
  <inkml:trace contextRef="#ctx0" brushRef="#br0" timeOffset="477947.9626">8468 7055 483,'0'0'71,"0"0"54,0 0-6,0 0-35,0 0-40,0 0-35,53-86 1,-21 72-5,1-2-4,-4 2-2,-2 7-8,-10 3-95,-8 4-124,-5 1-105</inkml:trace>
  <inkml:trace contextRef="#ctx0" brushRef="#br0" timeOffset="478167.7029">8563 7340 540,'0'0'46,"0"0"23,0 0-52,84-44-17,-66 30-114,1-1-257</inkml:trace>
  <inkml:trace contextRef="#ctx0" brushRef="#br0" timeOffset="489633.8192">8902 6959 555,'0'0'105,"0"0"28,0 0-9,0 0-72,0 0 9,0 0-24,0 0-31,12-7-4,3 36 2,0 8-3,3 5-1,-2 0 2,-7-8-5,0-5 3,-3-6-44,-6-9-38,0-6-229</inkml:trace>
  <inkml:trace contextRef="#ctx0" brushRef="#br0" timeOffset="489927.8478">8890 6677 803,'0'0'3,"0"0"62,0 0 17,0 0-50,0 0-15,0 0-4,4-18-10,-5 23-1,-17 5 3,-7-1-3,-1-5-4,-1-3-7,4-1-27,5 0 27,12-5-3,3-7 2,3 2-18,7 1-58,19 3 19,7 3-102,1 3-41,-1 0-97</inkml:trace>
  <inkml:trace contextRef="#ctx0" brushRef="#br0" timeOffset="490152.4513">9108 6670 524,'0'0'373,"0"0"-299,0 0-23,0 0-16,0 0-20,40 89 2,-24-46-8,-2-2-8,-5-2-2,-4-6-35,-1-3-84,-4-7-162,0-7-181</inkml:trace>
  <inkml:trace contextRef="#ctx0" brushRef="#br0" timeOffset="490318.9144">9093 6873 203,'0'0'565,"0"0"-506,0 0 27,0 0-49,0 0-26,99-62-11,-79 50-11,-2-3-131,-4 3-181</inkml:trace>
  <inkml:trace contextRef="#ctx0" brushRef="#br0" timeOffset="490483.1376">9284 6595 816,'0'0'73,"0"0"-25,0 0 36,24 81-7,-9-37-43,0 2-19,-4-2-15,-3-2-18,-2-1-246</inkml:trace>
  <inkml:trace contextRef="#ctx0" brushRef="#br0" timeOffset="495414.2531">23920 2428 339,'0'0'26,"0"0"69,0 0-42,0 0-14,0 0-24,0 0 40,0 0-46,-2-28 5,2 28-18,0 0 4,0 0 0,0 0-9,0 0 6,0 0 3,0 0 0,0 0 3,0 0-3,0-1 0,-3-1-11,-4 2-7,-2 0-50,-3 0 20,-4 0-7,-1 0-103,-2 0-3</inkml:trace>
  <inkml:trace contextRef="#ctx0" brushRef="#br0" timeOffset="499585.4205">8049 7383 137,'0'0'255,"0"0"-145,0 0 4,0 0-9,0 0-50,0 0-29,0-30 35,0 29-8,0 1-19,0 0 14,0 0-6,0-2 4,0 1 6,0-1-28,0 2 16,0 0-10,0 0-30,0 10-5,8 11 0,3 8 5,0-3 5,-7 0-2,-4-4-3,0 0 0,-6-5 8,-9-4-1,-9 0 5,-7-4 2,-11-2 7,-9-4-20,-1-3 9,3 0 1,4-6-3,9-7 35,11-4-30,8-1-10,9 1-3,8-1-4,1 5 0,28 6-19,2 7-48,7 0-101,-3 7-69,-4 7-406</inkml:trace>
  <inkml:trace contextRef="#ctx0" brushRef="#br0" timeOffset="501059.1746">6263 8728 820,'0'0'45,"0"0"29,-6-91 8,3 56-13,-5 4-12,-3 0-44,-6 2 13,-2 7-20,-1 7 0,-2 8-5,-2 7 5,6 7-8,2 27 2,5 19-8,8 12 5,3 10-1,0-1 4,8-2 0,1-4-11,0-9-65,-8-9-38,-1-11-29,0-13-79,-10-15 93,-11-8 25,-3-3 61,-5-11 43,1-12 49,0-7 85,1-5 24,8 1-1,5-1-72,10 1-17,4 1-25,9-2-27,22 1-8,15 0-8,8 5 0,6 5 1,-1 10 1,-8 12-3,-9 7 1,-9 29-12,-14 10 9,-1 8-3,-9-8 6,0-5 0,0-10 2,7-10-2,2-9 0,0-10 0,3 0 9,0-22-8,-3-10-1,-5-12-11,-6-4-37,-7-6 34,-3-5 14,-19 2 7,-8 7 7,-4 14-2,-2 22-11,-1 14-2,3 14-4,7 23-16,10 9 3,10 2-31,7-4-59,1-10-207</inkml:trace>
  <inkml:trace contextRef="#ctx0" brushRef="#br0" timeOffset="501369.9705">6585 8606 590,'0'0'10,"0"0"79,112 54 0,-72-15-51,-9 4 5,-7-4-9,-9-3-20,-7-9-10,-8-7 10,0-6-9,-3-8 17,-17-6 6,-2 0-7,0-13 3,1-12-19,10-10-4,4-6 1,5-7-2,2-6-4,6 3-27,23 6-43,8 7-53,5 10-27,-2 8 36,-6 8-185</inkml:trace>
  <inkml:trace contextRef="#ctx0" brushRef="#br0" timeOffset="501609.6683">7101 8252 725,'0'0'69,"0"0"78,0 0-43,0 0-80,-67 133 37,48-56 24,2 4-39,10-4-10,7-8-35,0-13 4,19-17-5,17-11-5,12-12-41,19-11-87,3-5-8,6-8-242</inkml:trace>
  <inkml:trace contextRef="#ctx0" brushRef="#br0" timeOffset="502314.8848">7588 8481 863,'0'0'91,"0"0"44,0 0 0,0 0-68,0 0-12,0 0-3,-2-27-34,1 27 12,1-2-12,0-1-12,0 2 8,0 1-13,0 0 3,0 0-4,0 0-1,0 0-2,0 13 2,0 16-7,0 14 7,0 9 2,0-1 2,0-6-3,7-13 1,5-9-7,7-13 6,4-10-11,5 0 4,-1-23-14,1-7-12,-10-5-8,-7-1 5,-8 0-46,-3 1 70,0 0 12,0 4 10,-8 10-6,5 8 13,0 10-6,3 3-11,0 14 0,0 16-6,0 8 6,0 4 5,0-1-2,0-5 3,0-7 1,0-8-6,0-5 9,0-10-9,0-5 0,0-1 7,0-11-8,0-17-4,0-6-26,0-11-35,3-5 20,6-3 2,3 6 42,6 10-4,4 19 1,4 14 1,4 4-2,1 29 5,-4 15 9,1 8 0,-10 4 21,-9-3-15,-4-6-11,-5-7 5,0-7-9,-11-8-84,-7-11-6,-1-10-346</inkml:trace>
  <inkml:trace contextRef="#ctx0" brushRef="#br0" timeOffset="502510.3831">7610 8290 911,'0'0'21,"0"0"69,0 0-53,0 0 1,0 0 21,-94 42-39,75-36-4,7-6-16,7 0-7,5 0-8,0-16-91,18 0-77,9-1-239</inkml:trace>
  <inkml:trace contextRef="#ctx0" brushRef="#br0" timeOffset="502713.1257">8168 8300 1030,'0'0'8,"-21"96"144,9-34-41,6 4-42,6 0-15,0-6-30,2-12-18,17-13-6,1-11-1,5-10-23,2-11-78,-4-3-69,-12-7-256</inkml:trace>
  <inkml:trace contextRef="#ctx0" brushRef="#br0" timeOffset="502853.9926">8090 8602 1004,'0'0'92,"0"0"15,0 0-37,0 0-70,86-48-2,-30 40-101,7 2-229</inkml:trace>
  <inkml:trace contextRef="#ctx0" brushRef="#br0" timeOffset="503185.6391">8766 8363 984,'0'0'44,"0"0"-32,0 0 24,-10 94-21,10-35 8,0 0 13,0-2-32,0-6-8,10-6-12,2-16-143,6-12-157</inkml:trace>
  <inkml:trace contextRef="#ctx0" brushRef="#br0" timeOffset="503425.7977">9069 8376 614,'0'0'336,"0"0"-309,0 0 46,0 0-9,-109 83-39,70-38 36,1-2-22,8-7-11,10-5-11,9-5-5,9-5-2,2-1-4,13-5-5,19-3 5,5-5-5,15-7-2,6 0-88,2 0-134,1-10-425</inkml:trace>
  <inkml:trace contextRef="#ctx0" brushRef="#br0" timeOffset="503576.7525">9423 8511 978,'0'0'44,"0"0"33,0 0 11,0 0-88,0 0-15,0 0-113,86-14-207</inkml:trace>
  <inkml:trace contextRef="#ctx0" brushRef="#br0" timeOffset="503701.4829">9402 8719 873,'0'0'39,"0"0"82,0 0-84,132-20-37,-67-9-312</inkml:trace>
  <inkml:trace contextRef="#ctx0" brushRef="#br0" timeOffset="505411.9673">10121 8574 637,'0'0'112,"0"0"28,0 0-42,0 0-16,0 0-12,0 0-24,-21-50-11,21 50-33,0 0 2,0 3-2,0 3 3,0-2-5,0 2 1,0-1 1,0-2 3,0-1-5,0-2 0,0 0 5,0 0-4,0 0 8,0 0-6,0-7-1,0-5 2,0-1-4,0 3 0,0 2-1,0 5 4,0 2-3,0 1 0,0 14-12,0 19 12,9 16 4,4 10-3,-1 3 11,-1 1-11,-2-3 1,0-4-2,-5-4 5,-2-5-1,-2-9-3,0-11 0,-6-8 0,-8-8 0,-5-3 0,-5-5-1,-3-3 1,-1-1-2,0-19-34,5-13-46,4-6-91,10-14-318</inkml:trace>
  <inkml:trace contextRef="#ctx0" brushRef="#br0" timeOffset="505697.7558">10085 8088 963,'0'0'9,"0"0"4,0 0 19,0 0 11,12 83-12,-27-44 0,-6-9-6,-4-5-21,-2-10 2,6-6-6,6-8-20,2-1-11,8-18-8,5-12 5,0-5 11,0-1-8,20 4 27,0 10 2,3 9-30,4 13-6,1 11-100,5 17-120</inkml:trace>
  <inkml:trace contextRef="#ctx0" brushRef="#br0" timeOffset="505908.131">10539 8369 1062,'0'0'37,"0"0"-23,-8 102 106,8-47-81,0 4-25,0-4-7,0-6-3,5-6-8,-4-11-26,1-8-129,-2-11-47,0-12-423</inkml:trace>
  <inkml:trace contextRef="#ctx0" brushRef="#br0" timeOffset="506067.9066">10387 8630 927,'0'0'82,"0"0"-21,0 0-43,0 0-18,123-37-5,-63 19-37,-3 3-77,-10-2-129,-12 2-408</inkml:trace>
  <inkml:trace contextRef="#ctx0" brushRef="#br0" timeOffset="506250.8139">10791 8396 414,'0'0'480,"0"0"-414,0 0 27,0 72 6,0-26-42,0 4-24,0-1-29,0-4 10,0-4-14,0-4-21,0-9-103,0-10-205,19-6-82</inkml:trace>
  <inkml:trace contextRef="#ctx0" brushRef="#br0" timeOffset="506403.2562">11083 8359 917,'0'0'0,"0"0"0,0 0-34,0 0-235</inkml:trace>
  <inkml:trace contextRef="#ctx0" brushRef="#br0" timeOffset="506591.4894">11282 8565 1001,'0'0'29,"0"0"32,-17 86 72,4-38-91,2 6-42,-6 1-10,-3-3-50,-1-8-375</inkml:trace>
  <inkml:trace contextRef="#ctx0" brushRef="#br0" timeOffset="507228.0265">11629 8401 908,'0'0'41,"0"0"41,0 0 33,0 0-81,0 0-24,-1 89-5,1-22 7,0 0 0,0 1-11,0-9 0,0-8-1,0-13-88,0-14-67,0-15-215</inkml:trace>
  <inkml:trace contextRef="#ctx0" brushRef="#br0" timeOffset="507527.8047">11851 8404 806,'0'0'82,"0"0"-58,0 0 58,0 0-20,-22 77-12,-3-50-28,0 1-16,-4 0 4,-5-4-10,1-5-4,3-3 4,6-5-25,6-5 13,9-3 6,8 4 4,1 0-3,6 6-2,16 3 7,8 1 3,3 2-3,3-2-21,4 0-70,11-5-11,10-3 72,3-8-197</inkml:trace>
  <inkml:trace contextRef="#ctx0" brushRef="#br0" timeOffset="507986.0018">12451 8388 982,'0'0'0,"0"0"0,0 0 13,0 0 29,0 0-10,0 0-31,-40 11 3,15 34 29,-2 4-11,-1 1-6,-1-7-3,4-6-13,1-9 6,5-8-6,8-10 0,5-5 3,4-5 3,2 0-3,0-7 1,13-8 0,10 1-6,9 6 3,2 8-1,5 0 0,-2 8 0,3 10-3,4 0 1,2-2-63,3-5-64,2-5-211</inkml:trace>
  <inkml:trace contextRef="#ctx0" brushRef="#br0" timeOffset="508668.4915">12869 8681 421,'0'0'94,"0"0"11,0 0 40,0 0-59,0 0-37,0 0-7,48 38-18,-29-38 18,3-7 16,4-12-22,-2-3-18,3-2-3,-5-4-12,-3-1 5,-5-1-8,-5-3 0,-9-4 0,0-2 1,0-5-1,0-4 0,-8-3-12,-2 0 10,-2 5 2,-3 8 0,0 11 13,-1 16-10,-5 11 24,-1 16-10,2 27-4,-1 13 12,5 7-4,4 3-11,6 2 1,6-5-9,0-2 6,9-8-8,16-9 0,7-10-1,3-8 1,4-11-30,-5-5-90,-2-7-196</inkml:trace>
  <inkml:trace contextRef="#ctx0" brushRef="#br0" timeOffset="508906.9211">13415 8282 997,'0'0'46,"0"0"53,0 0 4,0 0-73,0 0-30,0 0-3,0-37-31,0 57-113,3 9-79,-2 5-632</inkml:trace>
  <inkml:trace contextRef="#ctx0" brushRef="#br0" timeOffset="509105.0272">13536 8610 1144,'0'0'60,"0"0"36,0 0-32,0 0-48,-27 91 6,11-45-22,-1 5 1,-4 0-3,1-2-69,4-5-117,3-9-346</inkml:trace>
  <inkml:trace contextRef="#ctx0" brushRef="#br0" timeOffset="512110.7049">14003 8313 736,'0'0'112,"0"0"-15,0 0 11,0 0-7,0 0-28,0 0-50,0 0-23,31 45 17,-22 15 5,-3 8-1,-3 0-20,0-8 4,-1-9-10,5-13-7,2-15-49,2-13-103,3-10-88,1-14-360</inkml:trace>
  <inkml:trace contextRef="#ctx0" brushRef="#br0" timeOffset="512358.9985">14212 8289 717,'0'0'60,"0"0"15,0 0-8,0 0-35,0 0-1,-69 97-18,32-59-10,4-5 2,5-4-5,7-5 0,10-3 1,11-4 1,0-4-4,11-2-1,23-5 3,8-5-3,6 1 3,5-2 0,1-2-49,6-9-84,1-6-81,-2 0 18</inkml:trace>
  <inkml:trace contextRef="#ctx0" brushRef="#br0" timeOffset="512552.261">14636 8238 964,'0'0'51,"0"0"25,0 0-24,0 0 13,-8 107-13,8-62-45,2 0-1,5-2-4,-2-5-2,-1-3-37,-4-8-111,0-10-41,0-9-384</inkml:trace>
  <inkml:trace contextRef="#ctx0" brushRef="#br0" timeOffset="512711.1628">14516 8497 943,'0'0'27,"0"0"13,0 0 7,0 0-42,104-67-5,-56 44-40,0 1-39,-3-4-99,-7 2-48,-12 0-187</inkml:trace>
  <inkml:trace contextRef="#ctx0" brushRef="#br0" timeOffset="512860.1422">14858 8187 658,'0'0'164,"0"0"-37,0 0-29,0 0-48,0 0-10,0 75 16,6-30-35,-3 1-14,1 1-11,1-3 4,-1-5-91,-1-6-31,0-12-294</inkml:trace>
  <inkml:trace contextRef="#ctx0" brushRef="#br0" timeOffset="513032.9571">14780 8457 1069,'0'0'68,"0"0"-30,0 0 72,0 0-91,0 0-13,109-78-6,-63 61-11,-2 0-15,-4 0-63,-10 4-114,-11-1-293</inkml:trace>
  <inkml:trace contextRef="#ctx0" brushRef="#br0" timeOffset="513255.8309">15138 8031 123,'0'0'849,"0"0"-812,0 0 51,0 0 6,89-10-48,-57 43 1,-3 15-24,-12 18-14,-11 13 5,-6 9-14,-13 5 0,-16-8-49,-2-9-189,4-12-509</inkml:trace>
  <inkml:trace contextRef="#ctx0" brushRef="#br0" timeOffset="514443.0008">15844 8008 650,'0'0'125,"0"0"-12,0 0-3,0 0-32,0 0-6,0 0-39,-21-50-19,-6 50-3,-6 0-9,0 13-2,2 4 0,7 6 6,11-1-3,9 5-3,4 1 0,8 1-2,15-1 2,5-2 0,2-4 0,-3-5-3,-3-2 2,-5-2-25,-7-4-6,-6 4 15,-4-1-16,-2 2 25,0 0 6,-11-1 2,-4-4-2,0-5 2,2 2 0,-1-3 10,4 1-9,0-2 18,4-2-3,0 0 0,1 0 8,2 0-11,0 0-8,3 0 9,-2-3-11,2-2-3,0 1 2,0 3 0,0-1-3,0 2 1,13 0 0,6 0-6,7 0 7,3 10-1,0 17 0,-6 21 0,-8 16 7,-7 12 10,-8 6 34,0-4 6,-2-14-44,-5-11-8,7-15-5,0-21-4,24-17-1,19-19-176,8-26-939</inkml:trace>
  <inkml:trace contextRef="#ctx0" brushRef="#br0" timeOffset="520374.8613">9133 4306 459,'0'0'52,"0"0"-5,0 0 75,36-84-9,-24 58-59,-4 4 2,-5 1 10,-3 2-30,0 6 11,-6 4-27,-11 6 6,-8 3-19,-8 1-7,-3 17-1,-1 5-5,6 1 5,11 0-3,5-1 4,11-2 0,4-1 0,0-1-4,22-2 3,6-1 1,8 0 0,2-4-2,-1 1 2,1-1 0,-3 0 0,-7 2-1,-13 3-1,-9 1 2,-6 2-4,-15 2-3,-18 1 7,-10-2 0,0-1 1,1-5 2,9-3 0,9-8-3,13-4-5,6-4-1,5-19-129,13-8-377</inkml:trace>
  <inkml:trace contextRef="#ctx0" brushRef="#br0" timeOffset="521304.2737">9523 4249 862,'0'0'59,"0"0"-3,0 0 28,0 0-29,0 0-32,-39 93 2,39-67-11,7-3 8,11-5-14,7-6-5,3-8 0,4-4-3,1 0 0,0-14-21,-2-8-85,-4-3-8,-7-1-22,-3-1-58,-8 1 31,-6 1 96,-3 5 67,0 4 36,0 8 67,0 5 51,-3 3-23,-1 4-85,1 19-1,0 5 13,3 0 8,0-1-31,15-7-16,10-4 19,2-9-17,6-7-11,0 0-1,-2-9-9,-4-10-9,-8-4-87,-5-3-50,-8 1-83,-6 1 36,0-3 33,0 3 56,-9 6 104,3 4 54,4 10 43,-1 4 45,3 7-126,0 17 124,0 5-11,0 2-36,9-1-51,0-5 36,0-5-26,0-4-6,-8-6 6,-1-2-24,0-5-14,0-3-1,-10 0-5,0-4-8,4-16-3,1-6-88,5-6-42,0-2-14,0-1-112,8 5 111,9 11-3,8 11-62,-3 8 213,-1 10 219,-2 16-79,2 5 3,0 1-20,-3 1 15,4-7-71,-4-1 19,-3-8-7,-4-4-19,-6-4-32,-2-4-14,-3-3-5,0-2 7,0 0-8,0-10-8,-1-11-1,1-6-81,0-6-29,0-4-33,0-7-136,9 5 111,3 6 88,12 14 81,-2 17 14,3 3 43,-2 27 57,-2 15 74,-2 9-33,-7 1-91,-3 3-20,-3-7-3,-3-5-17,4-8-24,1-9-12,1-11-223</inkml:trace>
  <inkml:trace contextRef="#ctx0" brushRef="#br0" timeOffset="521486.8949">10639 4195 1052,'0'0'12,"0"0"-12,0 0 0,82-14-33,-51 14-137,-6 0-391</inkml:trace>
  <inkml:trace contextRef="#ctx0" brushRef="#br0" timeOffset="521635.047">10688 4356 982,'0'0'22,"0"0"85,0 0 13,0 0-60,0 0-37,110-13-23,-65 2-165,-3 1-204</inkml:trace>
  <inkml:trace contextRef="#ctx0" brushRef="#br0" timeOffset="522040.4835">11274 4131 884,'0'0'4,"0"0"0,0 0 36,-36 92 29,36-62 5,0-5-33,5-5-3,14-6 16,1-5-16,8-8 1,2-1-25,0-3-4,0-15-10,-4-5-3,-3-3-18,-7-4-37,-4-3 6,-9-2 15,-3-1 21,-9 5 12,-13 2 4,-11 12-2,-6 14-1,5 3-4,4 14 3,7 13-38,10 4-51,7 0-98,6-2-156</inkml:trace>
  <inkml:trace contextRef="#ctx0" brushRef="#br0" timeOffset="522283.8106">11708 4081 1096,'0'0'1,"0"0"1,0 0-2,0 0-14,0 0-49,0 0-263</inkml:trace>
  <inkml:trace contextRef="#ctx0" brushRef="#br0" timeOffset="522449.5687">11856 4427 409,'0'0'802,"-21"79"-792,9-26 24,-7 8 9,4 7-43,-7 8-78,-1-2-967</inkml:trace>
  <inkml:trace contextRef="#ctx0" brushRef="#br0" timeOffset="523007.1678">8087 11126 414,'0'0'0,"-4"-80"-222</inkml:trace>
  <inkml:trace contextRef="#ctx0" brushRef="#br0" timeOffset="523684.7886">7552 10219 264,'0'0'616,"0"0"-583,0 0 2,-58-84 36,62 41-33,23-11-30,10-9-8,5-5 1,0-3 2,-2 8 1,-9 11-4,-13 18 10,-13 14-5,-5 16 5,-5 4-10,-10 10-4,-4 18 1,7 10-3,6 5 4,6 4 2,15-1-1,18-4 0,4-4 1,-4-4 0,-6-4-3,-8-2 6,-11-1-3,-8-2 0,0 1 0,-14-2-1,-11-6-3,1-6-47,6-8-52,15-4-194</inkml:trace>
  <inkml:trace contextRef="#ctx0" brushRef="#br0" timeOffset="524543.8047">8013 9794 837,'0'0'37,"0"0"-20,0 103 56,0-58-39,0-5 23,19-8-11,8-5-18,6-11-22,-3-11-1,4-5 0,-1 0-5,-2-21-5,-1-4-40,-6-6-30,-6-3 2,-5 1 37,-7 1 30,-4 1 2,-2 5 6,0 5-2,0 9 12,-6 9 14,1 3 20,1 18-43,1 16 3,3 6 37,0-1-17,3-5-7,22-10-9,7-9-9,11-12 38,0-3-28,8-10-10,-11-13-1,-4-7-25,-8-3-55,-12-3-48,-8 0-10,-5 3-7,-3 0 145,0 6 13,-6 7 50,1 9-5,0 11 14,3 3-34,2 24-20,0 8 31,0 6-1,0 0-3,0-4-18,0-8-5,2-8 49,0-6-27,-2-7-23,0-5-3,0-3-8,0-1-3,0-18-7,0-8-15,0-2-32,3-7-29,2-2 19,1 0 27,2 3 25,-1 9 5,6 10-2,1 16-12,4 0 14,-2 21 11,-1 11-3,3 4 6,-5-3 4,-2-3 19,1-6 17,-8-7-17,-1-6-20,-3-4-5,0-4-7,0-3 5,0 0-4,0-14-6,-1-10-16,1-6-60,0-8-2,0-6 14,0-6 24,3-4 29,10 2 6,10 9 4,6 19-2,9 19 6,2 6 5,-3 36 39,-7 14 4,-2 11-10,-13 3-19,-3-2 15,-6-6 5,-6-10-29,0-7-13,3-15-120,8-11-223</inkml:trace>
  <inkml:trace contextRef="#ctx0" brushRef="#br0" timeOffset="524740.5758">9377 9670 642,'0'0'168,"0"0"-133,0 0 32,0 0-8,0 0 14,0 0-50,63-11-23,-55 5-5,1 0-127,0 5-223,1-1-38</inkml:trace>
  <inkml:trace contextRef="#ctx0" brushRef="#br0" timeOffset="524876.0515">9459 9804 994,'0'0'31,"0"0"121,0 0-75,0 0-63,0 0-14,0 0-1,37 51-196,-16-71-220</inkml:trace>
  <inkml:trace contextRef="#ctx0" brushRef="#br0" timeOffset="525490.112">10318 9670 513,'0'0'227,"0"0"-173,0 0 6,0 0-21,-103-46-6,54 65-24,2 14-6,4 13 10,12 7 16,14 3 4,12 0-9,5-6-11,10-12-5,20-14-6,7-14 0,15-10 3,2-12-5,0-17-58,-4-11-62,-11-2-60,-9-2 56,-6 1 124,-9 3 54,1 5 86,-5 11-39,-4 10-18,2 14-26,-3 5-10,0 25-28,3 12 15,3 2-17,6-2-9,13-6-8,11-14-10,6-12-51,2-10-65,-2-3-229</inkml:trace>
  <inkml:trace contextRef="#ctx0" brushRef="#br0" timeOffset="525851.1179">11009 9398 749,'0'0'154,"0"0"-90,0 0-4,0 0-28,-96-23-7,48 51-10,1 4-10,5-9-2,7 0 2,13-5-6,12-5 1,5-1-23,5-10-21,0 0-14,5-2 33,5 0 24,2 0-1,0 4 2,-3 8-1,-1 15 2,-5 9 10,1 7 2,-3 8 14,1 1 7,5-1-1,4-3 7,5-6 14,9-9-28,4-8-5,4-9-2,4-12-14,5-4 4,2-4-9,0-19-56,-7-5-106,-2-7-31,-7-3-176</inkml:trace>
  <inkml:trace contextRef="#ctx0" brushRef="#br0" timeOffset="525983.8129">11219 9647 679,'0'0'133,"0"0"-127,0 0 66,6 79-11,-6-42-51,3 0-3,-2-8-7,-1-4 2,0-8-4,0-10-91,0-7-296</inkml:trace>
  <inkml:trace contextRef="#ctx0" brushRef="#br0" timeOffset="526136.0753">11171 9410 813,'0'0'83,"0"0"-44,0 0 0,0 0-39,0 0-49,0 0-108,28 0-312</inkml:trace>
  <inkml:trace contextRef="#ctx0" brushRef="#br0" timeOffset="526434.0892">11444 9351 740,'0'0'91,"0"0"-77,0 0 63,0 0-57,0 0-20,0 0 0,51-42-6,-63 50 6,4 9-1,8 6 4,0 3 0,11 4 4,17 1-6,5 1 6,2 3-6,-1 1 24,-7 4 15,-10-1 7,-9 1 1,-8-2 27,0-2-37,-16-1-16,-14-4-15,-4-5-5,-7-3-2,4-9-29,7-7-210,11-7-506</inkml:trace>
  <inkml:trace contextRef="#ctx0" brushRef="#br0" timeOffset="526638.0573">11926 9481 1167,'0'0'79,"0"0"-77,0 0-2,0 0 2,15 75-7,0-26 8,0 3-7,-5-3-15,-2-10-61,-8-8-98,0-13-485</inkml:trace>
  <inkml:trace contextRef="#ctx0" brushRef="#br0" timeOffset="526772.5898">11905 9700 1217,'0'0'34,"0"0"8,0 0-32,0 0-10,112-58-95,-66 44-159,-8-2-317</inkml:trace>
  <inkml:trace contextRef="#ctx0" brushRef="#br0" timeOffset="527124.9718">12475 9472 761,'0'0'113,"0"0"-80,0 0 62,-88-37-83,45 37-8,1 7 0,3 16 1,11 7-3,8 10 21,7 3 13,13-2-3,0-4-11,13-12-21,12-7 2,3-14 2,2-4-2,3-6-6,-5-18-32,2-5-40,-5-1 16,-4-1 33,-6 5 26,0 5 3,-6 10-3,1 7 22,0 4 6,4 7-7,2 18 0,-1 6-14,2 2-7,-7-1-29,-1-11-156,0-8-456</inkml:trace>
  <inkml:trace contextRef="#ctx0" brushRef="#br0" timeOffset="527476.1922">12744 9337 795,'0'0'190,"0"0"-113,0 0-45,0 0-10,0 0-13,-106 13-9,72 1-8,4-2-21,9-3-21,4-4 17,11-2-21,5-3-43,1 0 15,0 0-11,3 0 93,6 0 31,3 5 57,-2 6 19,-2 12-44,-2 8-7,-6 7 48,0 8-37,0 2-45,0 0-5,0-4-14,0-9 20,0-5-21,11-10 0,13-7-4,8-9-2,3-4-59,3-9-124,-2-15-382</inkml:trace>
  <inkml:trace contextRef="#ctx0" brushRef="#br0" timeOffset="527710.9052">12924 9488 959,'0'0'45,"0"0"-43,0 0 74,-1 89-39,1-49-31,0 0 27,9 2 28,0-3-46,1-4-7,-6-4 3,-4-3-9,0-4-4,0-4-3,0-6-107,-7-10 44,-11-4-44,-6-4-98,-5-14-232</inkml:trace>
  <inkml:trace contextRef="#ctx0" brushRef="#br0" timeOffset="527860.8747">12723 9429 929,'0'0'54,"0"0"27,0 0 6,0 0-87,0 0-1,0 0-172,43-58-762</inkml:trace>
  <inkml:trace contextRef="#ctx0" brushRef="#br0" timeOffset="528354.9666">13214 9413 959,'0'0'67,"0"0"-60,0 0 14,0 0 1,111-53-19,-70 42-2,-7 1-2,-10 1-40,-12 3-17,-7 2 36,-5 4-4,0 0 9,-11 0 7,0 19 7,1 3 3,7 12 1,3 3 6,0 3 0,9 7-7,5 1 1,-1 0 5,0-3 2,-5-1 22,-5-8-6,-3 0-1,-2-5 2,-16-6-18,-4-3 6,-2-7-8,2-5-5,11-10-68,11 0-260</inkml:trace>
  <inkml:trace contextRef="#ctx0" brushRef="#br0" timeOffset="528523.9703">13734 9436 1061,'0'0'10,"0"0"-7,11 113 26,-2-67-21,0-2-8,-5-3 0,-4-9-136,0-8-290</inkml:trace>
  <inkml:trace contextRef="#ctx0" brushRef="#br0" timeOffset="528652.6789">13664 9647 968,'0'0'19,"79"-22"-19,-19 12-17,9-1-264</inkml:trace>
  <inkml:trace contextRef="#ctx0" brushRef="#br0" timeOffset="529015.8496">14264 9330 911,'0'0'47,"-81"35"-9,41 5 72,7 5-45,10 3-29,14-2-12,9-5-19,0-5 3,17-11 6,10-10-7,4-10 1,2-5-2,2-7-4,-4-15-2,0-5-19,-2-3-14,-3-4 1,-1 3 5,-2 2 22,0 6 4,-3 9 1,-3 8 7,1 6-4,-5 8 4,2 16 3,-7 7-10,-4 3 0,1 0-17,1-6-92,7-9-84,7-11-276</inkml:trace>
  <inkml:trace contextRef="#ctx0" brushRef="#br0" timeOffset="529390.0615">14880 9135 1016,'0'0'28,"0"0"4,0 0-26,-119-3-4,79 19-1,1 7-1,6-2 1,7-2-3,7 0-6,10-8-2,6-4-12,3 0 8,0-4-9,8 6 19,8-1-1,1 3 3,-1 9-4,-3 3 6,-5 8 6,1 5-5,-8 6 30,-1 1 9,2 1 30,-1 1 4,7-3-36,4-4-6,4-5-5,5-6-18,-2-9 3,4-7-9,2-5-2,3-6-1,2-3-82,1-20-132,-2-9-361</inkml:trace>
  <inkml:trace contextRef="#ctx0" brushRef="#br0" timeOffset="529593.0017">15037 9343 387,'0'0'614,"0"0"-540,0 0 13,0 0-44,0 0-5,5 89-15,5-46-3,0 6-8,-1-3 0,-3-4-4,-3-4-6,-3-11-4,0-8-32,0-14-97,4-5-205,7-8-145</inkml:trace>
  <inkml:trace contextRef="#ctx0" brushRef="#br0" timeOffset="529853.757">15276 9329 820,'0'0'102,"0"0"22,0 0-21,0 0-79,0 0 1,0 0 13,-60 94-14,22-59 3,0-4-20,-1-6-2,9-6-5,14-8 3,8-2-1,8-6-2,0-3 3,3 0 1,12 0-2,8 0-2,0 1 0,0 3 0,2-1-21,1 0-59,0 1-37,7-2-42,5 0-230</inkml:trace>
  <inkml:trace contextRef="#ctx0" brushRef="#br0" timeOffset="530283.4055">15419 9174 973,'0'0'43,"0"0"-30,0 0 47,0 0-33,0 0-14,0 0-11,107-43-2,-74 36-2,0 1-9,-5-2-33,-4 2 26,-10 2-4,-9 0 20,-5 1 1,-5 0-9,-15 3 8,-1 0 4,2 6 9,4 13 15,7 10-19,7 6 1,1 4-2,0 6-2,10 1-4,1-1 0,-1 0 0,-5-2 7,-5-1 4,0-1 17,-3-1 7,-14 2-12,-2-9-12,-5-4-10,2-9 0,-2-9 2,4-4-1,3-6-4,6-1-29,5-5-131,3-18-283</inkml:trace>
  <inkml:trace contextRef="#ctx0" brushRef="#br0" timeOffset="530456.0771">15925 9211 990,'0'0'55,"0"0"-18,0 0 61,0 0-28,0 0-58,0 0-12,10 0-65,-6 34-112,-2 3-294</inkml:trace>
  <inkml:trace contextRef="#ctx0" brushRef="#br0" timeOffset="530591.2353">15948 9597 1040,'0'0'34,"-23"86"56,7-41 0,-1 3-78,-1 0-12,0-1-164,-1-6-687</inkml:trace>
  <inkml:trace contextRef="#ctx0" brushRef="#br0" timeOffset="531843.0825">8541 11334 908,'0'0'67,"0"0"-65,0 0 35,24 117 8,-8-59-30,-4 0-4,-4-6-5,0-6-4,-2-10-2,-4-15-12,1-15-133,-3-6-310</inkml:trace>
  <inkml:trace contextRef="#ctx0" brushRef="#br0" timeOffset="532090.9872">8441 10947 810,'0'0'21,"0"0"-12,0 0-7,0 0 15,0 0-6,0 0-7,-112 77 5,85-71-4,8-6 7,7 0 25,5-6-6,7-16-16,0-5-15,19 2-47,17 4-60,8 8-154</inkml:trace>
  <inkml:trace contextRef="#ctx0" brushRef="#br0" timeOffset="532323.7736">9106 11071 970,'0'0'14,"0"0"5,0 0 83,-64 83-35,64-34-49,20-2-4,5 0-10,3-3 1,-5-7-10,-10-7-53,-8-5-110,-5-7-256</inkml:trace>
  <inkml:trace contextRef="#ctx0" brushRef="#br0" timeOffset="532472.6484">8953 11393 897,'0'0'49,"0"0"-32,0 0 13,115-68-27,-54 47 7,13-3-10,3 0-9,-3 3-69,-8 0-258</inkml:trace>
  <inkml:trace contextRef="#ctx0" brushRef="#br0" timeOffset="532679.1491">9647 10969 671,'0'0'299,"0"0"-248,0 0 44,-105 43-4,80 3-46,7 14-27,10 6 13,8 3-23,12-3-7,27-5-1,19-7-4,21-16-130,14-14-135,8-14-335</inkml:trace>
  <inkml:trace contextRef="#ctx0" brushRef="#br0" timeOffset="533094.2121">10324 11329 1148,'0'0'16,"0"0"-4,0 0 54,0 0-47,-5-90-19,38 44-2,2-5-17,-6-1-37,-6-1-8,-13 1 33,-10 7 16,0 10 15,-19 12-1,-7 19-4,1 4 1,7 17 4,5 16-3,8 6 3,5 8 0,14 0-2,20 2 1,12-5 1,6-4 1,-1-4 0,-8-3 7,-13-4-4,-16-6 3,-10-4-5,-4-7-2,0-4-41,0-8-63,0 0-176,5-16-295</inkml:trace>
  <inkml:trace contextRef="#ctx0" brushRef="#br0" timeOffset="533290.9192">10743 11068 737,'0'0'92,"0"0"-23,0 95 31,0-47-19,0-4-33,0-7-10,14-11-7,5-7-28,6-12 6,3-7-8,5-2-1,2-21 0,-4-7-89,2-7-56,-6-1-80,-9-2-197</inkml:trace>
  <inkml:trace contextRef="#ctx0" brushRef="#br0" timeOffset="533884.7875">11017 11078 499,'0'0'176,"0"0"-1,0 0-40,-14 88-34,14-60-24,4-8-47,14-5-2,9-11-14,0-4-1,4 0 5,-4-18-17,-6-1-2,0-7-12,-8 2-84,-6-1 13,-4 1-6,-3 5 34,0 8 46,0 5 10,0 6 4,0 3 3,0 18 28,2 8 36,1 1-17,2 2 19,-2-5-43,-2-5-1,1-8 6,-2-4-14,0-7-7,0-3 7,0 0-8,0-10 0,0-11-13,0-3-8,0-7-36,4-5-21,5 0-16,0 2 34,1 7-5,5 12 29,2 12 17,2 3 6,0 13 61,-5 13-2,-5 5-9,0 1-10,-5-5-20,-1-4 1,-1-7-4,-2-7-12,0-4 8,0-5-9,0 0 0,0-1 6,-2-16-10,2-5-20,0-5-23,0-3-25,3-5 19,11-2-6,2 1 8,9 8 37,4 14 1,2 14 9,0 5 35,-4 28 31,-7 11 39,-9 7-61,-6 3-36,-5 2-8,0-6-6,0-6-150,3-9-169</inkml:trace>
  <inkml:trace contextRef="#ctx0" brushRef="#br0" timeOffset="534145.2227">12263 10928 1288,'0'0'13,"0"0"-9,0 0-3,0 0-1,-43 79 10,41-18-10,2 6 2,0-1 9,0-5-8,0-11-6,-6-7 3,-4-15-54,-2-13-138,-1-12-329</inkml:trace>
  <inkml:trace contextRef="#ctx0" brushRef="#br0" timeOffset="534269.3358">12059 11123 1002,'0'0'59,"0"0"-59,0 0-2,0 0-60,0 0-349</inkml:trace>
  <inkml:trace contextRef="#ctx0" brushRef="#br0" timeOffset="534401.9327">12547 11246 1184,'0'0'36,"0"0"-36,0 0-66,0 0-442</inkml:trace>
  <inkml:trace contextRef="#ctx0" brushRef="#br0" timeOffset="534850.5274">13132 11021 1021,'0'0'63,"0"0"-54,-105-71 65,66 57-47,-2 13-23,3 1 5,7 12-8,3 18 12,8 8 8,5 8-7,11 5 0,4 0 0,7-6-11,20-8-2,5-12 3,3-10 0,5-13-2,1-2 3,-1-19 5,2-16-8,-6-6 3,-8-8-5,-7-3-18,-9-2-20,-11-1-4,-1-2-28,0-4 41,-14 0 12,0 5 17,2 10 8,3 17 5,3 16 22,-1 13 2,1 23-20,-3 22 2,3 18-6,4 9-7,2 8-5,6-1-1,20-5-36,5-9-88,3-14-166</inkml:trace>
  <inkml:trace contextRef="#ctx0" brushRef="#br0" timeOffset="535202.6685">13654 10965 651,'0'0'410,"0"0"-381,0 0-14,0 0-4,106-28-11,-72 28-32,-4 0-149,-6 0-226</inkml:trace>
  <inkml:trace contextRef="#ctx0" brushRef="#br0" timeOffset="535343.7973">13755 11147 877,'0'0'54,"0"0"-10,0 0 56,84-10-100,-38-5-15,6-3-244</inkml:trace>
  <inkml:trace contextRef="#ctx0" brushRef="#br0" timeOffset="535509.2902">14298 10865 979,'0'0'90,"0"0"-88,0 0-4,105-22-70,-76 22-330</inkml:trace>
  <inkml:trace contextRef="#ctx0" brushRef="#br0" timeOffset="535667.0145">14427 11073 873,'0'0'74,"0"0"-35,0 0 86,0 0-73,0 0-52,116-18-26,-70 2-227,-4-2-617</inkml:trace>
  <inkml:trace contextRef="#ctx0" brushRef="#br0" timeOffset="535983.0753">14807 11043 945,'0'0'39,"0"0"53,0 0 20,103 21-63,-49-27-29,4-15-19,4-4 3,1-9 3,-2-1-6,-10-3 2,-12 0-2,-18 4-1,-15 4 8,-6 6-5,-26 9 5,-18 8-8,-7 7 0,-3 10-1,4 19 2,5 12-1,3 7 6,9 2-4,11-1-4,8-5-2,14-12-53,0-12-100,27-15-140</inkml:trace>
  <inkml:trace contextRef="#ctx0" brushRef="#br0" timeOffset="536214.2015">15510 10386 1186,'0'0'25,"0"0"-10,0 0 28,0 0-6,85 122-5,-57-51-8,-7 8-1,-12 7 4,-9 3-19,-21 0-4,-30-4-4,-19-8-94,-15-8-264</inkml:trace>
  <inkml:trace contextRef="#ctx0" brushRef="#br0" timeOffset="537473.9293">16729 10593 712,'0'0'142,"0"0"-50,0 0 8,-60-74-18,36 74-28,0 2-28,-3 28-7,1 12 7,5 12-7,12 5-1,9 0-1,0-8-13,25-9 1,8-15-5,9-14-2,8-10-2,10-3-95,3-10-75,-1-13-133</inkml:trace>
  <inkml:trace contextRef="#ctx0" brushRef="#br0" timeOffset="537961.8379">17176 10455 559,'0'0'204,"0"0"-104,0 0-3,0 0-23,0 0-40,0 0-4,-52 77 9,48-30 8,4 1-18,0-3-1,3-6-14,10-9-1,8-9-2,3-9-8,6-12 3,2 0-2,3-21-4,-5-9-9,-7-4-64,-8-4-30,-6-2 70,-9 1 31,0-5 2,-15 5 6,-13 2-3,-9 4 4,-2 12-2,-3 14-2,5 7-3,6 17-2,5 15 1,13 7-11,11 0-56,2-5-165,17-7-264</inkml:trace>
  <inkml:trace contextRef="#ctx0" brushRef="#br0" timeOffset="538808">17488 10381 402,'0'0'129,"0"0"-60,0 0 86,0 0-50,0 0-39,0 0-6,8-35 8,-8 35-28,0 3-7,0 21-11,3 11 27,1 6 3,8 2-31,3-3 10,6-6-22,4-7-2,3-9-4,5-11-3,5-7 12,3 0-12,1-15-3,-3-12-13,-9-3-65,-12-2-10,-10 1 35,-8-3-5,0 4 32,-3 1 20,-11 2 6,0 10 3,6 6 8,3 9 22,2 2-14,1 18-12,2 18 11,0 3 25,0 1-8,2-7-5,7-7-18,1-5 0,-2-5 15,-2-6-8,-5-6-9,1-4-4,-2 0 0,0-8-6,0-12 0,0-6-49,0-7 0,0-6-41,0-4 37,3 2-21,7 7 7,-4 13 66,0 12-3,0 9 7,0 9 20,-2 19 66,1 7-11,1-2 1,2-3-44,3-11 9,4-8-24,8-9 2,2-2-4,5-12-15,-1-16 0,-3-1-29,-4-7-15,-7 5-36,-10-1 17,-5-1 37,0 1-3,0-2 21,-8 0 8,0 8 19,3 6 23,3 14 26,2 6-14,0 21-29,0 16 27,0 10-10,11 2-1,8 5-32,5 0-6,6-7 1,1-6-4,-4-8-1,-3-14-48,-8-6-103,-10-9-132</inkml:trace>
  <inkml:trace contextRef="#ctx0" brushRef="#br0" timeOffset="538952.9342">18046 10417 1048,'0'0'147,"0"0"-128,0 0 4,91-44-17,-31 34-6,13-2-69,10 1-243,4-3-195</inkml:trace>
  <inkml:trace contextRef="#ctx0" brushRef="#br0" timeOffset="539134.7614">18782 10192 1065,'0'0'72,"0"0"-53,-23 99 28,23-48-12,0-2-27,9-3-4,0-9-8,-4-8-28,-4-7-120,-1-8-169</inkml:trace>
  <inkml:trace contextRef="#ctx0" brushRef="#br0" timeOffset="539306.8764">18615 10479 1197,'0'0'57,"0"0"25,0 0-2,0 0-74,0 0 1,119-76-7,-71 57-53,-3 1-54,-6-1-101,-9 1-318</inkml:trace>
  <inkml:trace contextRef="#ctx0" brushRef="#br0" timeOffset="539536.3302">19180 10153 1158,'0'0'96,"0"0"-22,0 0-11,0 0-49,0 0-11,36 79 3,-17-26-6,-7 5 0,-6-3 0,-6-6-7,0-7-49,0-16-48,0-8-100,0-8-60,-7-7-428</inkml:trace>
  <inkml:trace contextRef="#ctx0" brushRef="#br0" timeOffset="539674.0301">19106 10467 971,'0'0'93,"0"0"21,0 0-3,41-79-83,-10 58-27,4 1-2,1-1-89,-1 0-119,-3 1-233</inkml:trace>
  <inkml:trace contextRef="#ctx0" brushRef="#br0" timeOffset="539821.9446">19599 10058 1176,'0'0'35,"0"0"-35,0 0-2,0 0-69,0 0-279</inkml:trace>
  <inkml:trace contextRef="#ctx0" brushRef="#br0" timeOffset="539994.101">19710 10517 1281,'0'0'35,"-52"87"-26,32-32-4,1 6-5,1 2-80,3 0-628</inkml:trace>
  <inkml:trace contextRef="#ctx0" brushRef="#br0" timeOffset="540856.2522">18149 10594 630,'0'0'170,"0"0"-72,0 0 26,0 0-27,0 0-50,0 0-24,35 30 9,-15 4 12,4 0-8,4-2-21,7-8-11,8-12 7,17-12-11,7-5-4,6-23-113,-7-6-233</inkml:trace>
  <inkml:trace contextRef="#ctx0" brushRef="#br0" timeOffset="544967.9887">6176 12011 889,'0'0'58,"0"0"11,0 0 12,0 0-44,-31-75-18,49 57-19,13 3-8,8 5 8,1 10 0,-1 17 0,-8 33 13,-13 26 7,-9 15 2,-9-1 5,0-8-12,-13-16 0,5-18-5,8-14-5,0-17 3,21-14 2,9-3-10,10-16 0,-1-12-24,-6-6-8,-9 0 22,-11 5 10,-8 6 5,-5 10-5,0 9-2,-5 4 2,-5 17-1,1 17 2,3 11 0,4 6 3,2 0 1,0 0-5,0-3 5,0-2 8,0 2 2,-1 0 9,-23-1-6,-6-5-7,-7-5-3,-5-9-5,2-7-1,4-8-4,8-13-3,4 0-72,12-26-173,4-13-546</inkml:trace>
  <inkml:trace contextRef="#ctx0" brushRef="#br0" timeOffset="546385.9766">5451 13318 632,'0'0'77,"0"0"11,0 0 3,0 0-30,0 0-21,0 0 2,-36-57-16,36 57-8,0 0-6,3 20-6,8 20 23,8 15 21,-4 9 9,-3-2-30,0-8-11,3-14 4,3-15-2,10-11-9,13-14 5,8 0-3,1-18-8,-2-9-2,-13-2-3,-13 2-16,-13 7 4,-5 10 9,-4 10-6,0 4-6,-7 27-1,-4 13 16,1 7-1,3 1 3,4-1-2,-2-5 0,5 0 0,-3-4 1,-3-2 0,0-5-1,-7-4 2,-4-6 1,-5-4-1,-8-4 0,-3-3 1,0-4-2,2-7-1,4-3-15,5 0-56,5-13-126,6-5-56,0-3-286</inkml:trace>
  <inkml:trace contextRef="#ctx0" brushRef="#br0" timeOffset="547665.0842">4623 14873 754,'0'0'116,"0"0"-27,-12-76-40,12 42-36,5 1-9,13 2-4,4 7 2,5 16 11,-2 8 5,0 32 9,-5 27 25,-5 19 2,-11 9-26,-2-3-14,-1-14-8,5-19-3,12-18 5,9-18-7,6-15 2,7-8 2,1-25-2,0-11-3,-10-3-1,-11 3-9,-11 6 10,-9 12 0,-2 15-1,-20 11-5,0 11-9,2 28-11,4 13 20,11 7 3,5 5 2,0-2 1,3-5 0,5-1-1,-5-9 2,-3-3 1,0-9 20,-2-3 2,-19-6 5,-6-3-15,-7-3-7,-1-8-7,0-6-40,4-6-104,10-11-91</inkml:trace>
  <inkml:trace contextRef="#ctx0" brushRef="#br0" timeOffset="549386.1053">5099 16312 454,'0'0'432,"0"0"-341,0 0 53,0 0-31,0 0-84,9-111-29,3 48 0,3-4-1,-2 2 0,-1 7-8,-3 9-4,-9 11 5,0 12-16,0 12 9,-13 14 7,2 0 5,1 22 0,-2 8 0,6 7 2,6-2-2,0-7 0,24-9 1,6-12-4,4-7-3,5 0 4,-2-3 1,-7-3 0,-6 6-11,-5 10-10,-2 24 6,-1 11 13,1 6 6,-3-3 1,0-10 0,-1-8 8,1-13-4,2-11-3,8-6 6,7-5-5,11-22-1,7-10 10,-7-9-12,-3-3-20,-8 2 0,-12 4 14,-8 1-3,-11 6-18,0 3 3,-17 5 22,-8 11-3,-3 12 5,-5 5 5,3 16-4,0 17 2,2 9 2,10 8 21,11 3-5,7 1-6,6-6-4,22-10-5,8-14-4,7-14 4,2-10-4,4-7 5,6-23-5,1-14-2,-1-8-6,-6-7-16,-7-2 1,-14-1 16,-9 2-2,-16 0 6,-3 7 1,-13 7 13,-5 11 39,-1 14 21,7 14-25,4 7-23,1 27-25,7 23 2,0 14 0,0 5-2,15-3 0,-3-6-4,2-9-92,-3-9-78,1-14-39,-2-15-148</inkml:trace>
  <inkml:trace contextRef="#ctx0" brushRef="#br0" timeOffset="550436.1979">5987 15988 378,'0'0'407,"0"0"-299,0 0-10,0 0-16,0 0-67,0 0-15,41-97 0,-2 68 0,2-5-2,-3-1-12,-8 3 2,-6 3-61,-9 11 54,-6 9 13,-4 9 5,-5 19-2,0 19 3,0 10 36,0 3 4,1-5-5,11-8-21,6-10-6,10-11-3,8-11-4,4-6 6,2-7-7,-3-17-11,-3-5-66,-6-3 21,-10 0-25,-12-3-69,-5 1 27,-3 3 89,-6 3 29,-9 8 5,2 10 100,2 10 18,3 8-39,4 22-46,-2 11 23,6 1-12,0-4-15,7-5-21,7-12-1,8-8-5,2-8 9,0-5 1,3 0 22,-2-15-20,-1-9-14,-4-6-9,-4-3-54,-1-5 12,-8 5 18,-7 2 8,0 5 17,-3 9-2,-10 12 10,1 5 2,2 5 1,4 19 16,0 8 32,3 0-6,3 0-6,0-7-9,0-9-15,12-6-7,7-9-1,6-1 5,5-2 4,-2-15-9,-1-3-5,-6 0-2,-3 2-9,-9 4-14,-6 5 21,-3 9 2,0 0-3,0 13 3,0 12 0,0 4 36,5-3-14,8-2-4,11-5-12,7-8-6,6-8 14,4-3-14,-1-6 5,0-15-2,-5-6-3,-4-2-10,-10-3-26,-11 0-25,-5 4 21,-5 2 5,0 7 6,0 6 29,0 9 12,-5 4 11,2 8-6,0 20 8,-1 9 48,-2 2-26,3 3-20,0-7-14,3-7-10,0-7 2,0-8 4,0-4-3,0-9 3,0 0 0,0 0 11,0-16 2,-3-7-22,3-6-15,0-8-29,0-4-11,0-5 15,8 1 3,5 9 10,0 11 27,5 13-13,0 12 11,3 3 2,-2 23 42,-5 6 8,-2 6 3,-2 2-40,-1-5-10,3-4-3,3-8-131,4-14-226</inkml:trace>
  <inkml:trace contextRef="#ctx0" brushRef="#br0" timeOffset="550923.9582">8208 15483 721,'0'0'151,"0"0"-51,0 0-5,0 0-42,-95 5-48,74 30 7,5 8 37,8 7-26,8-1 8,0-5-13,25-8-12,13-9-1,7-13-4,10-12-1,3-2-33,-3-12-83,0-10-32,-13-6-132,-8 0-131</inkml:trace>
  <inkml:trace contextRef="#ctx0" brushRef="#br0" timeOffset="551179.5286">8501 15643 429,'0'0'231,"0"0"-55,-26 96-55,26-59-52,12-10-45,19-12-1,5-12-7,8-3-10,6-10 1,-3-15-5,-4-7 1,-10-4-3,-14-2-10,-10 1-13,-9 1-7,-3 0-7,-27 4 16,-11 5 20,-7 9 1,-9 14 11,3 4-5,6 21 1,8 14-4,14 7-1,12 2-4,14-1 0,3-10-29,27-9-244,10-14-291</inkml:trace>
  <inkml:trace contextRef="#ctx0" brushRef="#br0" timeOffset="551981.2919">8954 15475 741,'0'0'161,"0"0"-65,0 0 6,0 0-38,-47 91-15,47-44 6,0-2-19,6-8-5,14-10-14,4-10-12,4-11 1,5-6-6,3-6-6,0-18-22,0-5-64,-8-4-57,-4-4 45,-12 1 13,-3 2 18,-5 8 73,-4 11 4,2 14 56,-2 1 12,0 22-33,4 8 40,2 4-14,6-4-7,0-5-43,3-10-3,5-6-8,0-9 6,0 0 0,-2-14-8,-5-9-2,-1-2-25,-6-2-15,-6-1 11,0 1-7,0 3 13,0 10 12,-3 8 0,0 6 4,0 13 3,0 15 4,1 6 30,1-2-4,1-4 21,0-6-22,0-10-15,0-7-10,1-5 9,5-2-8,2-15-2,8-8-37,-1-3-51,-1-3 7,2-3 2,-7 1 5,-2 5 29,-2 8 18,1 13 20,-3 7-8,2 18 16,-1 14 65,5 3 5,1-1-36,11-6 20,6-10-24,10-9-6,2-9 14,3-3-29,4-22 1,-4-9-10,1-4-7,-7-3 5,-15 0-2,-8 0-2,-13 0 4,0-1 2,0 1 11,-10 8 39,4 12 37,5 14-12,1 7-22,0 28-47,0 17 2,-2 16 17,-4 3-12,3-3-12,-2-5-1,2-10-21,2-10-32,-1-13-22,-2-9-107,1-11-170</inkml:trace>
  <inkml:trace contextRef="#ctx0" brushRef="#br0" timeOffset="552137.8989">9681 15494 951,'0'0'146,"0"0"-38,0 0 14,0 0-72,0 0-34,0 0-15,129-65-1,-70 44-40,1-2-39,-7 2-145,-10 1-242</inkml:trace>
  <inkml:trace contextRef="#ctx0" brushRef="#br0" timeOffset="552274.7829">10291 15161 1178,'0'0'69,"0"0"-23,0 0-41,0 0-5,-15 75-95,0-38-300</inkml:trace>
  <inkml:trace contextRef="#ctx0" brushRef="#br0" timeOffset="552392.2165">10246 15645 1136,'0'0'94,"3"86"-93,-7-37-1,-23 4-238</inkml:trace>
  <inkml:trace contextRef="#ctx0" brushRef="#br0" timeOffset="553782.0668">3704 16943 873,'0'0'30,"0"0"46,0 0-12,0 0-13,0 0-11,15-75 12,-9 72-7,-3 3-16,6 34 1,3 24-9,3 17 9,6 8 28,4-10-33,6-19-12,11-17 6,9-22-14,4-15-1,-3-3-4,-7-18-1,-15-4-13,-14 1-16,-11 4-27,-5 7 52,0 9 2,-9 4 3,-5 23-11,4 21 11,7 12-5,3 6 5,0 3 3,18-6-3,-5-4 0,-1-7 0,-9-7 0,-3-4 9,-7-10 0,-19-4 1,-4-4-5,2-11-5,1-6-18,5-2-87,7-13-253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5-11-30T04:42:29.1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3040 6466 716,'0'0'89,"0"0"-12,0 0-3,0 0-16,0 0 7,0 0-48,0 0-9,-16-12-8,16 15-3,9 1 3,15-4 0,7-2 0,18-34 17,18-21-3,20-21-7,13-14-3,10-4 2,-5 7-4,-11 14 28,-20 23-17,-15 25-3,-21 23-10,-11 8-11,-15 37-59,-6 24-31,-6 15-282</inkml:trace>
  <inkml:trace contextRef="#ctx0" brushRef="#br0" timeOffset="447.3076">4413 7460 416,'0'0'456,"0"0"-371,0 0-70,0 0 58,0 0-24,28 79-28,-4-70 15,21-9-18,22-16 19,18-33 32,21-23-54,3-17-2,-5-3 4,-10 15-8,-22 23-9,-22 29 0,-17 25-60,-16 23-97,-14 34-117</inkml:trace>
  <inkml:trace contextRef="#ctx0" brushRef="#br0" timeOffset="941.117">5778 9364 896,'0'0'81,"0"0"-33,0 0 46,0 0-32,0 0-12,0 0-34,128-4 29,-28-66-3,24-21-41,6-8 2,-2 10-3,-16 25 5,-24 34-17,-25 30-33,-21 14-193,-19 32-45</inkml:trace>
  <inkml:trace contextRef="#ctx0" brushRef="#br0" timeOffset="3117.4219">4726 7473 376,'0'0'124,"0"0"-13,0 0-7,0 0-25,0 0 4,0 0-7,0-46-28,-6 41-5,-6 1 10,-7 4-32,-5 0 1,-7 6-22,-2 16 3,3 8-3,4 2 0,6 3-6,9-3 6,11-3 0,0-2-1,18-2-4,18 1 3,10-4-1,9 4-10,2 1 12,0 4-7,-2 1 4,-13 2-3,-14 2-19,-13 4 10,-15 2-17,-3 4 22,-30 0 10,-7-2-33,-8-6 23,-1-8 2,7-10 11,5-9-2,10-10 3,6-1 0,9-7-6,9-11 3,3-1-111,6 2-6,18 9 11,7 8 89,5 8 14,6 38 3,4 27 36,-1 24 63,-3 26-16,-4 13-32,-5 3-23,-3 1-6,0-12 9,-5-16 80,-5-19-94,-7-24-14,-4-16-2,-3-20 27,-3-14-25,2-11 3,2-8-6,5-6-4,6-14 3,6-5-19,4-3-60,2-2 41,6 2-158,1 2-83</inkml:trace>
  <inkml:trace contextRef="#ctx0" brushRef="#br0" timeOffset="4530.8969">3046 6464 834,'0'0'13,"0"0"-1,0 0 12,0 0-4,0 0-3,109-89-17,-45 42 5,6-2-10,-1 0 5,-6 7-29,-10 5-40,-17 13-74,-15 10-107,-18 14-179</inkml:trace>
  <inkml:trace contextRef="#ctx0" brushRef="#br0" timeOffset="4717.4195">3191 6427 430,'0'0'50,"0"0"18,0 0 48,0 0-80,0 0-35,0 0-1,112-100-2,-60 64-1,-3 3-21,-7 7-20,-12 10 5,-15 6-35,-15 10-72,0 0 9,-24 15 4</inkml:trace>
  <inkml:trace contextRef="#ctx0" brushRef="#br0" timeOffset="4814.93">3283 6360 189,'0'0'125,"0"0"33,0 0-67,0 0-59,0 0-10,0 0 2,45 32-12,31-84-12,11-17-172</inkml:trace>
  <inkml:trace contextRef="#ctx0" brushRef="#br0" timeOffset="13047.3302">16944 3737 861,'0'0'48,"0"0"-19,0 0 7,0 0 19,0 0-53,0 0 8,0 0-10,-48 63 0,51-26-3,9 2 6,4 2-3,2-5 0,6-3 4,1-9-8,3-10 4,-1-10-15,2-4-21,-1-10-23,-2-19 40,-3-7-23,-3-5 28,-10-6 14,-5-4 28,-5-1 33,-2-5 10,-20 5-36,-2 10 18,-8 13-22,0 18-23,-5 11-6,1 17-2,1 17-44,10 4-15,11 0-77,13-6-111,1-9-383</inkml:trace>
  <inkml:trace contextRef="#ctx0" brushRef="#br0" timeOffset="13385.3958">17649 3433 39,'0'0'595,"0"0"-387,0 0-129,0 0 52,-10-76-70,5 71-20,-2 5 15,-4 5-47,-5 23-4,-3 14-5,-2 16 0,3 13 15,4 5-13,8 0-2,6-5 1,0-12 2,13-11-3,16-10 0,10-13-14,6-9-39,7-13-45,0-3-107,-4-13-345</inkml:trace>
  <inkml:trace contextRef="#ctx0" brushRef="#br0" timeOffset="13766.9203">17876 3585 891,'0'0'75,"0"0"-24,0 0-42,0 0-9,-12 75 0,12-31 3,0-3 8,3-5-4,-1-3-2,-1-5 36,-1-7-32,0-7 4,0-5-2,0-5-8,0-4 18,0 0 7,0-13 3,0-11-20,-1-5-11,-2-9 0,3-7-1,0-8-15,0-3 15,4 4-8,15 7 8,5 13-4,7 16-10,1 10 15,2 6 0,-2 12-5,-9 18-5,-5 11 1,-4 4-21,-5 2 16,-5-3-29,-4-6-50,0-7-224</inkml:trace>
  <inkml:trace contextRef="#ctx0" brushRef="#br0" timeOffset="14217.7388">18311 3141 892,'0'0'99,"0"0"-59,0 0 65,14-75-73,-3 71-26,2 4-4,-3 0-2,0 15-2,-3 8-7,-7 1 13,0 1-4,0-4 0,-12-1 2,3-3-7,4-7-24,4-4-23,1-6 8,0 0-39,0 0 41,13-7-4,7-4-12,3 2 1,2 2 19,-2 7 35,0 0-1,-4 1 8,-4 15 3,-4 6 34,-6 2 2,-5 3 29,0-1-9,-2-3 1,-12 1 3,-4-4-25,0-1-18,-1-5-15,5-5-2,3-4-14,5-5-91,6 0-174</inkml:trace>
  <inkml:trace contextRef="#ctx0" brushRef="#br0" timeOffset="14466.6869">18759 3053 938,'0'0'60,"0"0"-18,0 0-27,0 0-2,0 0-8,115 86 4,-90-23 13,-14 10-17,-11 14-1,-6 14-2,-22 3 0,-13-5-4,-9-5-13,-12-13-55,-9-13-261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5-11-30T04:40:35.3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5324 1189 440,'0'0'1,"0"0"216,0 0-136,0 0 18,0 0-20,0 0-25,0 0-30,0 0-2,-13 2-1,13-2-14,0 0 10,0 0-7,0 0 0,0 0 8,-1-4-16,1-3 15,0-6-9,0-4-4,0-6 1,16-5-5,3 1 0,7-3-1,4 8 1,1 2-2,4 8 2,-2 7 0,-3 5 2,-4 0-2,-4 19-3,-9 5 2,-10 6 2,-3 5 4,-8 0 3,-15 0-6,-1-2 2,0-6-4,4-2 0,3-8-1,9-6 4,0-4-3,5-4 0,3-3 1,0 0 6,0-4 5,0-15-9,10-2-3,13-2-30,6 2 20,6 9 7,0 3 3,-2 9-7,-3 0 7,-3 5 0,-3 13-1,-5 4 1,-8 5-3,-11 3 6,0-1 0,-17 4 22,-16-1-13,-11 2 0,-4-1 5,-3-7-15,4-5 2,8-8-4,9-7 0,6-6-1,9 0 1,3-16-26,9-8-46,3-5-151,10-1-313</inkml:trace>
  <inkml:trace contextRef="#ctx0" brushRef="#br0" timeOffset="853.9454">7046 933 844,'0'0'133,"0"0"-51,0 0-21,-2-78-31,25 51-23,11 2-7,5 5 0,1 7-1,-2 10 2,-5 3 7,-8 6-5,-4 19 3,-12 4 3,-8 4 3,-1 4 3,-21 1 1,-9-1-14,-7-4 8,3-4-10,6-8 0,8-5 1,8-6 0,8-10-1,4 0 0,0 0-16,1-9 9,20-7-25,7 0 8,7 4 19,2 7-7,-1 5 12,4 1-2,-6 17-4,-4 8 6,-9 2 3,-9 3 2,-9-1 8,-3 0-7,-8-4 19,-17-2-7,-5 0-17,-6-2 11,-2-4-12,5-7-2,3-7-1,3-4-27,5-4-52,4-17-122,6-7-362</inkml:trace>
  <inkml:trace contextRef="#ctx0" brushRef="#br0" timeOffset="1489.2339">8662 711 833,'0'0'170,"0"0"-90,0 0 20,0 0-6,0 0-44,0 0-20,-17-48 19,14 56-49,-4 25 4,1 11-7,0 8 7,6 4 5,0-3-9,11-7 0,14-8-1,5-10 7,4-9-6,2-11 0,4-7-1,-4-1-3,-2-12-6,-4-16-23,-3-6 17,-9 0 1,-3 2 15,-8 6 2,-5 8 2,-1 8-4,-1 7 7,0 3 10,0 3-17,0 21 3,0 11-3,-3 3 0,-1 0 2,1-5-10,3-2-2,0-3-76,4-5-36,11-8-169</inkml:trace>
  <inkml:trace contextRef="#ctx0" brushRef="#br0" timeOffset="2088.9969">10246 721 843,'0'0'146,"0"0"-59,0 0 2,0 0-51,0 0-19,0 0-19,30 0 0,10 0 8,9-3-7,-1-8 7,0-8-8,-8-6 3,-7-2-8,-6 4 6,-8 5-1,-8 7 6,-8 8 2,-3 3 2,0 0 8,0 24-13,0 17-1,0 14-3,0 2 6,0-2-5,0-5 6,4-2-9,11-3 1,6-2-11,3-9-79,1-6-168</inkml:trace>
  <inkml:trace contextRef="#ctx0" brushRef="#br0" timeOffset="2704.8259">11508 846 423,'0'0'103,"0"0"0,0 0 44,0 0-27,44-80-35,-41 52-1,-3-2-24,0-4 1,-2 5-1,-11 3-18,-5 6-4,0 12-24,-8 5-13,-3 3 1,-6 10-2,2 12 0,5 11-3,6 2 3,11-1-1,10 0 0,1-3-7,7-3 6,17-2-7,5-1 0,9-2 4,1 1-5,0 0 4,-3-1 5,-5 5-5,-4-3 3,-6 2 3,-9-3-8,-2 0 7,-10-2-9,0-2 10,-4 0-3,-22-3 8,-10-3-1,-10-3-3,-6-5 0,4-6 5,12 0-3,14-4 15,15-20 24,7-12-38,6-13 1,19-12-5,5 0-10,3 2-58,-1 10-101,-2 12-62,-6 6-637</inkml:trace>
  <inkml:trace contextRef="#ctx0" brushRef="#br0" timeOffset="6096.3222">4835 2177 228,'0'0'213,"0"0"-162,0 0-22,0 0 105,0 0-21,0 0-24,-21 22-22,21-22-21,0-5 17,0-11-29,0-7-26,0-7 4,0-8-8,0-7 4,0-9-8,-10-11 0,-8-11 0,1-8 2,-5-3 2,8 7-5,1 5 6,6 10-5,5 5 0,2 9 0,0 9-7,0 8 8,0 1-1,0 5 0,0 0 4,0 1-2,0 2-2,0 3 0,2 2-3,-1 5 3,2 2 0,0 3-2,-1 2 5,1-4-5,1 1 2,0 0 0,-1-2-1,-1 2 1,4-1 0,-3 1 0,3 4-1,3-1-1,3-1 1,0 0 1,4-4-3,-4 1 4,0 2-1,-3 0 0,3 2 0,1 1-1,-1 1 0,3-1-12,3 0 12,3-1-5,3-2 6,-3-1-3,1 2 4,-7 1-1,-6 2 0,-3 5 0,0-2 0,-3 1 0,1 1 0,1-1-4,2 0 4,4-3 0,10 0 0,2-1-8,6-2 7,2 0-6,5-1-3,4 1 3,1-1-1,3-1 7,3 0 0,5-1 0,6-2-4,5 1 5,1-4 0,0 3 0,-3 1-1,0 3 1,2 0 0,1 0-1,2 0 1,5 1 0,1 1 3,-2-3-6,3-4 3,-1 0 0,0-1-2,-1-1 5,1-1-3,-2 3 0,3-2 5,0 5-6,2 1 1,-1 3 0,-2 1-2,-2 2 4,1 1-6,3-4 4,0 4 0,-1-1-1,-1 1 6,-1 1-7,0-1 2,-3-1 0,1-1-3,2 1 5,0 3-2,2-5 0,6 2 1,4-5-1,4-1 0,0 3 2,-1 1-4,2 1 2,-2 2 0,-3 0-2,-3 3 3,-5 0-1,-2-1 0,-3-3 3,3-2-3,-1 1 0,-4-2 0,3 2-3,-3 1 9,5-2-6,-1 2 0,-2 0 2,0 0-4,-6 1 2,0-2 0,-1 1-3,3-2 6,-1 1-3,1-2 0,0 1 1,1 2-4,-2 3 6,1-1-3,-2 2 0,-3 0 3,-6 0-6,-5 0 3,2 0 0,-1 0 2,3 6-1,5-1-1,4 2 0,8-1-2,-2 0 1,3-1 1,1-2 0,0 0-1,0 0 1,0-2 0,-4 2 0,-1-1 1,-2-1-1,1 2 0,-1 0 0,-2 0 0,-2 1 1,1-3-1,1 1 1,4-1-1,-3 2 1,-10-3-1,-9 1 0,-18 1-2,-11-2 2,-8 0 0,-4 0 1,-1 0 1,1 0-2,1 0 0,1 0 0,1 0-2,0 0 2,-3 0 0,-2-4 1,2 2 1,-2-1-2,1 2 0,2 1 2,-3-2-6,-2 2 4,1 0 0,-2-1 0,0 1 1,0-1-2,0 1 0,0 4-13,0 16 13,0 6 1,1 11 0,4 9-1,-2 4 4,0 8-3,-2 2 1,2 0 1,-1 0 2,7-1-4,-2-2 0,4-2 1,2-1 0,4-5-1,0 0 0,0-3 3,-1-4-1,-4 0-2,-4-2 0,0-6 14,-5-2-9,-1-4 9,-2-1-11,0-5-1,0-6 4,0-3-6,0-6 0,0 0 7,0-1-4,-5 1 1,-5-2-3,-3 1 2,-7-2 6,-5 1-9,-2-1 1,-10-1 0,-3 1 7,-4-1-8,-11 1 0,0-1-6,-9 0 4,-7 1-2,0 0-3,-4 2 5,-2-1-5,-2 2 5,-5 0-7,-1 0 3,0 2 3,-5-1-2,-1 1-9,-1 2 6,-1-2-3,-2 1 11,-5-1-2,-1 0 5,-2 1-6,-8 0 3,1 1 0,-8 2-3,0 1 4,2 3-1,4 1 0,3 0 2,12-1 3,0 2-4,0-2 0,-3-2-1,0-1 0,-3-1 0,-7-2 1,-6-1 1,-5-1 10,-6-1-10,6 0 3,-1-1-5,-5 2 4,0 2-6,0 3 2,0 2 0,5 2-3,7 0 3,3 1 0,0-1 0,5-1 2,-2 0-2,7-1 0,1-4 0,3 2 1,5-2-1,11-1 0,6 2-2,15-3 4,4 1-3,8 0 1,0-1 0,0-2-1,5 0 1,-1-4 0,2-1-1,4-3 4,3 0-3,-1 0 0,2 0 2,-3 0-1,1 0-1,-5 0 0,-3 0 1,-1 0 1,-5 0-3,-1 5 1,0 1 0,-8-2 0,2 1 0,0-2 0,0-2 0,4 3 0,-1-3 0,7 5 0,-3 2-1,0 1 0,-1 3 1,3 0 0,7-2-3,5-2 4,12-1-1,2-4 0,7 0 2,1-1-1,6-2 0,4 0-1,1 0 16,2 0-9,2 0-2,-2 0-4,0 0 4,-1 0-5,-3 0 0,-1 0 0,-4 0-3,-4 1 5,0 3-2,-4-1 0,3 0 0,2 0 0,2-1 0,2 0 0,5-2-2,-1 0 7,3 0 1,0 0 1,0 0-2,-1 0 7,1 0-7,-3-11-5,6-6 0,0-13-60,0-14-34,13-13-135,13-10-140</inkml:trace>
  <inkml:trace contextRef="#ctx0" brushRef="#br0" timeOffset="6823.1409">6169 722 277,'0'0'115,"0"0"-98,0 0 59,-15-84 4,13 71 89,1 10-92,1 3-51,-2-3 0,1 3-11,1 0 7,-2 9-22,-2 18-2,-2 10 2,0 16 0,-2 13 0,7 16 9,1 10-8,0 9 10,12 4 1,7 2-3,-2-1 10,-1-2-9,-2 1-8,-1-9 8,-4-10-5,0-10 11,1-20 20,1-9-26,1-9 7,6-3-11,-2 0 9,2-5 4,-2-6-17,-8-9 6,-4-7-8,-2-4 2,-1-4 6,-1 0-7,2 0 2,-1-4 14,1-16-17,1-10-48,7-10-83,-1-10-110,3-8-166</inkml:trace>
  <inkml:trace contextRef="#ctx0" brushRef="#br0" timeOffset="7438.8573">7777 420 407,'0'0'99,"0"0"-4,0 0 22,0 0 4,0 0-35,0 0-53,-27-21 10,24 21-13,3 0-19,0 0-11,0 0 0,0 14-8,0 23 8,0 19 0,3 21-3,6 18 6,2 14-3,3 11 12,5 6-12,1 2 7,3-2 4,-5-12-7,-2-8 3,-2-13-1,-3-17 7,-2-10-1,-1-16-12,-2-12 22,3-10-4,-5-8-18,-1-3 15,0-6-13,-1-7-1,-1-2-1,1-2 1,-2 0-3,1 0-12,1 0-42,1-14-24,5-7-124,3-12-144</inkml:trace>
  <inkml:trace contextRef="#ctx0" brushRef="#br0" timeOffset="8058.9963">9382 288 24,'0'0'517,"0"0"-455,0 0-50,0 0-9,0 0-3,0 0 37,11 114 29,-4-33-19,5 16-5,-1 14 7,1 5 11,1 1-34,-1-3-18,3-5 8,-3-9-14,0-10-1,-2-9-1,-2-16 7,1-9 0,2-8 3,-3-8 3,1-4 11,-3-6-17,0-6 5,-2-6-12,1-4 2,-2-5 4,0-5-6,-2-4-25,4 0-56,-2-11-117,7-16-167</inkml:trace>
  <inkml:trace contextRef="#ctx0" brushRef="#br0" timeOffset="8750.038">10970 283 357,'0'0'11,"0"0"90,0 0-8,0 0-9,0 0 18,0 0-33,-5-43-12,5 43 0,0 0-45,0 8-12,0 22-1,0 14 1,0 16 31,0 16 15,0 15-27,0 5 19,0 4-13,0-1-7,-1-3 0,1-9-12,0-6-5,0-12-1,9-13 4,4-5-2,-2-10 0,-2-6-2,-1-7 0,-3-5 0,1-6-15,-3-4-40,-1-3-43,-1-8-85,1-2-202</inkml:trace>
  <inkml:trace contextRef="#ctx0" brushRef="#br0" timeOffset="8892.2949">11052 1419 162,'0'0'649,"0"0"-568,0 0-74,0 0 22,0 0-29,0 0-168</inkml:trace>
  <inkml:trace contextRef="#ctx0" brushRef="#br0" timeOffset="9581.9379">5735 2432 962,'0'0'44,"0"0"-44,0 0 0,0 0 0,6 95-4,5-47 7,5 3-3,0-2 0,2-7-73,12-9-231</inkml:trace>
  <inkml:trace contextRef="#ctx0" brushRef="#br0" timeOffset="9943.7882">7225 2180 1035,'0'0'0,"0"0"-50,0 0-15,0 0 65,88-34 0,-51 34 5,-7 11-13,-10 16 2,-10 7-3,-10 4 7,0 2 3,-12-4-1,-1-6 16,-2-8 24,9-9 9,3-7-21,3-6-15,0 0 10,7 0-19,23-14-4,15-9-32,7-8-164,11 0-538</inkml:trace>
  <inkml:trace contextRef="#ctx0" brushRef="#br0" timeOffset="10250.8809">8768 1946 1061,'0'0'26,"0"0"-12,0 0-13,0 0 1,0 0-2,0 0 9,98-40-7,-77 55-1,-12 7-1,-6 3-2,-3 2 2,-8 4 0,-14-3-9,0-2-20,5-7-14,6-5 8,8-5-24,3-6-105,10-3-149,14 0 38</inkml:trace>
  <inkml:trace contextRef="#ctx0" brushRef="#br0" timeOffset="10369.404">8969 2128 301,'0'0'132,"0"0"-18,42 76 45,-41-43-76,-1-6 61,-1 0-102,-20-1-22,-3-2-1,-3-3-14,1-6-5,6-9-110,5-6-414</inkml:trace>
  <inkml:trace contextRef="#ctx0" brushRef="#br0" timeOffset="10872.2884">10716 1796 949,'0'0'57,"0"0"-54,0 0 3,-42 103 53,35-65-18,7-2-7,0-7-12,13-6-22,4-8 7,10-8-7,3-7 3,-1 0-1,4-8-2,-1-12-44,-7-4-4,-3 0-21,-7 1 29,-3 8 36,-8 5 4,-2 7 30,-2 3 15,0 7-31,0 17-8,0 10 7,0 4 6,0 3-18,0-3-1,6-5-85,9-8-151</inkml:trace>
  <inkml:trace contextRef="#ctx0" brushRef="#br0" timeOffset="11201.1376">11713 1799 522,'0'0'31,"0"0"-23,0 0 80,0 0 28,115 78-41,-68-53 7,-6-3-56,-7 1 1,-10-2 31,-11 0-37,-8-3 28,-5 1-8,-3-3-16,-17-2 10,-11-3-28,-6-5-4,-5-6-3,2 0-142,2-19-265</inkml:trace>
  <inkml:trace contextRef="#ctx0" brushRef="#br0" timeOffset="11323.5427">11826 1737 1085,'0'0'40,"0"0"-13,110-78-25,-62 61-2,-2 3-56,-10 3-435</inkml:trace>
  <inkml:trace contextRef="#ctx0" brushRef="#br0" timeOffset="12125.4685">8824 2201 529,'0'0'167,"0"0"-88,0 0 42,0 0-72,0 0-35,0 0-11,3-44 2,8 39 7,1-1-5,10 3 3,2 1-1,3 0-1,1 2 4,0 0-12,-3 0 1,-5 13-5,-6 4-13,-8 1-18,-6 3-5,0 2-17,-14-1-18,-2-1 3,-2-2-98,3-5-39</inkml:trace>
  <inkml:trace contextRef="#ctx0" brushRef="#br0" timeOffset="12231.3262">8948 2332 486,'0'0'203,"0"0"-114,0 0 10,0 0-99,0 0-41,0 0-395</inkml:trace>
  <inkml:trace contextRef="#ctx0" brushRef="#br0" timeOffset="16814.0475">3131 4778 912,'0'0'1,"0"0"-1,0 0 5,0 0-8,88-60 3,-43 60 0,4 13 9,-1 15-2,-9 8-2,-6 3 5,-14 1-5,-10-2 7,-9-4-5,0-10 7,0-9 7,-9-8-2,0-7-2,-4-4-7,-1-24-10,2-15-58,2-9-5,7-6-8,3 6-93,0 8-10,6 13 28,7 14 134,-1 13 12,1 4 5,1 9-3,8 8 30,1-2 20,4-4-5,1-5 25,5-6-25,-2 0-17,-1 0 5,-3-12-8,-5-7-7,-5-2-6,-7-1-8,-4 2 5,-6 0 10,0 3-7,-6 0 1,-9 3 2,-3 2 9,0 10 18,-2 2-37,0 8-2,2 20 3,0 12-4,8 5 15,10 4 13,0 2-1,13-2-8,12-5-21,5-8 2,3-10 0,0-13-3,3-13-2,3-4-13,-5-31-26,-1-13-145,-5-9-217</inkml:trace>
  <inkml:trace contextRef="#ctx0" brushRef="#br0" timeOffset="17307.344">3864 4429 435,'0'0'298,"0"0"-231,0 0-46,13 106 74,8-54-34,-3 0-12,0-6-25,-5-6 0,-5-8 17,-1-10-7,-4-8-1,-3-8-19,3-6-11,-3 0 12,0-7 0,-3-17-15,-10-12-39,-2-7-45,-3-5 25,9 3 18,6 9-12,3 12 9,0 16 15,17 8 24,3 0 5,4 20 26,-2 2 15,-5 1-11,2 1-1,-7-6 12,-4-2-22,-1-5 8,-4-4 10,-3-3-23,0-1 8,0-3-8,0 0-4,0 0 12,0-10-16,-3-13-6,-7-6-17,7-13-8,1-5 0,2-1-9,8 9-31,17 10 34,13 18 25,6 11 6,4 7 8,1 26 31,-5 7 8,-9 6-22,-5-3-1,-12 0-6,-5-4-18,-5-2-76,-4-6-123</inkml:trace>
  <inkml:trace contextRef="#ctx0" brushRef="#br0" timeOffset="19107.3137">5293 4986 772,'0'0'70,"0"0"-60,0 0 69,0 0 4,0 0-4,0 0-35,-33-57-25,27 17-3,-1-9 2,-1-10-14,4-8-2,-2-8 0,0-7-4,-3-1 1,3 6-7,3 13 7,0 17 1,0 15 2,0 12 4,-3 8-6,2 2 5,2 3-5,2 1-1,0 2-1,0 0-11,3 0-12,12 1 4,6 0 9,-2 0 7,4 2 2,5 1 3,5-4-2,9-3 2,13-3 0,9-6-2,12-6 5,9-1-4,8-4 1,9 0 0,3 2-6,8 1 8,-2 0-2,5 1 0,-4-1 1,7-1-1,10-1 0,2 1 0,9 0-6,5-1 4,-3 2-7,-6 3 8,-2 3-6,-12 5 6,-8 0-1,-6 2 0,-3 1-21,8-3 15,3 1-17,4-2 13,4-2 2,-1 1 8,3-1 1,1-1 1,-5 2 3,0-2-3,1 1 17,2 0-10,-1-1-4,1-1-2,-1 0-1,3 0-1,-2-2-1,1 1 3,-7 3-1,-4-3 2,-1 1-2,2 1 6,3 0-6,2-1 0,4 0-4,0-1 10,-4 0-6,0 3 0,-2 0 1,-5 1-2,-7 1 1,-5-1 0,-10 5 3,-11-1-1,-16 3 0,-14-1-2,-17 2 0,-16 3 7,-10 2 1,-7-1 11,-1 1 27,0-1-28,0 2-13,0 1-5,0 0-13,0 0 6,0 0 3,0 0-7,0 0 9,0 0-9,-1 6 10,-1 10-1,-1 5 4,2 6-3,1 12 1,0 7 0,0 6-1,1 8 1,5 0 0,3 1-1,-1 5 4,2-1-3,-4-2 0,8-3 0,-1-6-2,0-5 2,4-5 0,-5-4 0,-2 2 2,-4-6-3,-3-1 1,-3-2-1,0-8-4,0-4 5,-3-4 0,-7-2 1,5-5-1,-2-3 5,2-3-5,1 0 1,-7 3 2,1 0-2,-6 3-1,-4 0 4,-4 1-1,-4 2-4,-3 0 1,-5-1 0,-3 2 0,-3-1 1,-3-2-1,-1 1 1,-6-1 0,-9 2 2,-5-1-3,-7 2 1,-2-1-3,-5 0 4,-5 1 1,0-3-3,-12 1 1,0 0-4,-5-1 3,-6 3-14,-5 1 4,-4-1-31,-6 3 9,-2 1 4,-3 0-3,-6 3-6,1-1 11,0 0-6,-1 0-9,1 1-59,0 0-83,-1-1-52</inkml:trace>
  <inkml:trace contextRef="#ctx0" brushRef="#br0" timeOffset="20443.0619">8041 4907 324,'-109'13'135,"14"-3"-135,10-3-16,-2 2-40,2 1 56,0 2 75,1 4 8,-2-1 28,4 2-14,4 0-55,4-2 7,4 0-23,-2-1-25,-2-2 3,-1 1-1,-1-3-1,3 3 4,-6 1 18,-2 1-16,-1 4 21,-1-2-24,5-2 10,2-3-15,7-5 3,5 0-2,3-4-1,6 1 4,5-1-4,4-1 0,4 4 4,-2-1 2,-1 5-2,3-1-4,2-2 0,12 0 2,5-4 4,2 0-5,2 0 3,2-2-4,1-1 1,4 2-1,1-1 0,1 2 12,0-2 17,-2 1-17,1-2-3,2 0-3,0 0-4,-4 0 0,1 0-2,-7-9-34,-5-4 2,3 2 5,-6-2-5,0 3 9,2 3 1,1 3 10,4-1 9,4 0 2,6 0 0,2-1 1,8-2 0,0-2-2,0 0-10,0 0 11,0 3-1,0 4-1,0 3 1,3 0 4,5 0-2,-1 8 5,2 4 3,1 1-6,1-1 6,5 1-6,2 0 11,2 2-8,2 0 0,2 4 5,1 4-3,4 2 1,-1 5-4,2-1-3,0-1 9,-2-2-9,5-6 8,-2-5 8,2-6-11,4-6 2,3-3-3,2 0-5,3-9 0,6-5 1,4 0-1,3-3 0,11-2 1,6 0-1,2-4 0,8-2 0,-1-1 3,2 1 7,-1 1-3,-7 2 1,-2 9-5,-6 1-6,3 4 1,-3 3-25,0-1 21,-2-1-1,-1 0 6,1-2-1,2-2-4,1-1 3,3-2-5,-1-1 0,2 1 6,-1 0-4,0 1 6,1-1 2,0 0-1,4-2 1,2-2 0,5-1 4,4-1 1,-2 1-3,-2 4-1,-8 0 8,-2 6-11,-4 1 0,-4 4 0,-3-2-7,-1 1 7,-3-2-4,2-3 2,-1-1 1,2-2-2,-1-2 2,-2 0 1,3-2-2,0 0 2,2 2 0,3-3 3,-2-1-3,3-1 4,-6-2-5,0-2 1,0 0 0,-1 1-4,0 2 10,-5 4-4,-6 2-1,-6 5 3,-4 1-1,-5 5-3,-8 1 1,-4 2 0,-7 1-1,-7 0 0,-7 0-1,-2 0 6,-2 0-5,0 0 22,-5 0-10,-9 0-9,-5 0-3,-3 0-20,-2 0-15,-6 0-82,-6 0-205</inkml:trace>
  <inkml:trace contextRef="#ctx0" brushRef="#br0" timeOffset="21168.9231">6326 3993 204,'0'0'126,"0"0"-78,0 0 7,0 0 64,0 0 33,0 0-23,-3-56-47,3 56-20,0 0-18,0 2-23,0 30-19,14 22 4,10 30 29,3 22-21,3 17 2,3 10 3,2 2-1,-2-4-12,-6-15-4,-4-20-1,-9-22 1,-3-22 0,-6-16 0,-2-15-2,-3-10 0,0-6 6,0-5-6,0-3-19,0-20-47,0-15-29,0-11-62,0-9-220</inkml:trace>
  <inkml:trace contextRef="#ctx0" brushRef="#br0" timeOffset="21697.0252">7800 3612 439,'0'0'134,"0"0"37,0 0-67,0 0-40,0 0-15,0 0-36,0 9-7,0 29-4,0 21 12,6 24 24,10 21-17,6 14 21,1 9-11,1 4-9,-2-3-12,-3-12-6,-1-16-2,-3-19 3,-6-15-4,-3-17 20,-6-13-8,0-12-5,0-13 0,0-7-8,0-4 0,0 0-6,0-11-58,0-14-60,-3-8-30,3-2-226</inkml:trace>
  <inkml:trace contextRef="#ctx0" brushRef="#br0" timeOffset="22243.3622">8993 3421 487,'0'0'100,"0"0"1,0 0 25,0 0-31,0 0-48,0 0-32,9 68-1,6 3 44,0 24-22,7 12-21,-1 8 3,-3 4-4,1-9-7,-5-4 0,-1-10-7,-2-15 5,-2-10-5,-2-14 2,-1-11-2,0-9 2,0-12-2,0-4 0,0-8-1,-3-6 0,0-3 0,-2-2-22,1-2-14,1 0-22,3 0-19,3 0-19,4-14-147,1-5-141</inkml:trace>
  <inkml:trace contextRef="#ctx0" brushRef="#br0" timeOffset="22850.1745">10346 3360 445,'0'0'164,"0"0"-58,0 0-33,0 0 13,0 0-36,0 0-37,-1 38-9,-1 13 46,1 20 3,1 21-10,0 13-28,0 8-12,6 2 4,6-5-6,4-7 0,-1-9 0,3-14-1,-3-15 0,-2-16-2,-2-14-55,-4-13 54,-1-11 0,-3-10-43,-3-1-80,0-9-335</inkml:trace>
  <inkml:trace contextRef="#ctx0" brushRef="#br0" timeOffset="32167.9191">13065 1003 1050,'0'0'69,"0"0"-53,0 0-16,-24 79 0,15-8 10,-2 9-7,-2 9 2,4 1-5,-2-1 0,1-7-27,-2-14-56,3-17-100,-1-18-130</inkml:trace>
  <inkml:trace contextRef="#ctx0" brushRef="#br0" timeOffset="32464.6861">12847 1243 521,'0'0'228,"0"0"-180,0 0-29,0 0-14,0 0 36,0 0-22,-3 83 10,-8-73 0,-5-6 3,1-4 1,-6 0-29,3-8 1,3-11-5,5-2-9,4 2 2,6 0 5,0 1-13,16 5-4,6 6-7,3 7-27,1 0-44,1 10-118,2 8-229</inkml:trace>
  <inkml:trace contextRef="#ctx0" brushRef="#br0" timeOffset="32732.7464">13373 1448 682,'0'0'114,"0"0"-16,0 0 10,0 0-68,0 0 22,2 74-20,-20-61-24,-6-7-18,-1-6 0,1 0-20,7-10-20,7-9-27,6-2-10,4 0-54,0 4-123,11 5-99</inkml:trace>
  <inkml:trace contextRef="#ctx0" brushRef="#br0" timeOffset="33140.293">13691 1203 798,'0'0'117,"0"0"-86,0 0 7,0 0-10,0 0-26,0 0 0,-31 53 1,31-35 3,10-1-2,11 0 1,0 0-2,4-2 20,2 2-11,-2 0-5,1 0 4,-5 1-10,0 2 1,-5 2-2,-4-3 4,-3 2 2,-7 0-5,-2-1 26,-3 0 7,-20-3-16,-5-3-5,-5-4-13,2-9-28,3-1-29,8-5-50,5-20-211</inkml:trace>
  <inkml:trace contextRef="#ctx0" brushRef="#br0" timeOffset="33307.1907">13666 1212 812,'0'0'177,"0"0"-146,0 0-27,0 0 2,140-37-1,-61 20-10,9-3-21,-6-1-256,0-2-421</inkml:trace>
  <inkml:trace contextRef="#ctx0" brushRef="#br0" timeOffset="37348.0653">1323 2123 818,'0'0'98,"0"0"-54,0 0 20,0 0-20,0 0-9,0 0-11,0 0-19,-22-50-4,14 61-1,-1 11-21,2 10 8,1 3-2,6-1 7,0-3-1,19-3-10,6-6 14,5-3-3,0-5 7,4-1-2,-4-2 2,-7 1 1,-4-2 0,-11-1 0,-5-1 0,-3 2 11,-2 5 22,-22 3 42,-4 1-48,-5 0-16,0-5-9,9-5 1,2-9-6,8 0-22,7-16-107,6-11-245</inkml:trace>
  <inkml:trace contextRef="#ctx0" brushRef="#br0" timeOffset="37836.0197">1636 2142 534,'0'0'42,"0"0"12,27 73 121,-15-44-79,-2-3-54,-2 0-12,-5-5-10,0-4 11,-3-6-14,0-5 10,0-5 17,0-1-19,-3 0 3,-8-6-17,-2-9-11,1-6-7,-1-5-4,7-2-3,1-1 14,4-1-6,1 6 2,0 6 3,4 5-15,17 9 5,6 4 10,10 0-5,2 19 3,-1 4 1,-3-1 2,-9 0-3,-4-5 1,-6-5 2,-5-5-2,-7-5 6,-2-2-2,-2 0 6,0-18 31,0-11-18,0-12-21,0-5-3,-8-6-5,-4-5-6,-1 4 7,4 7-33,9 10-20,0 13-66,9 12-188</inkml:trace>
  <inkml:trace contextRef="#ctx0" brushRef="#br0" timeOffset="38089.8675">2400 1771 851,'0'0'173,"0"0"-132,0 0-38,-12 91-3,8-36 16,4 4-5,0-3 9,0-1-18,0-7-2,0-7-10,7-10-84,-1-11-101,-6-10-281</inkml:trace>
  <inkml:trace contextRef="#ctx0" brushRef="#br0" timeOffset="38351.8536">2248 1909 542,'0'0'50,"0"0"-46,0 0 72,0 0 49,0 0-77,0 0-15,-16 55 13,2-52-27,-5-3-3,2 0-16,1 0-5,7-7-1,6-5-27,3 1-2,0 1-26,9 4-57,15 6 13,1 0-135</inkml:trace>
  <inkml:trace contextRef="#ctx0" brushRef="#br0" timeOffset="38618.0187">2670 1992 479,'0'0'96,"0"0"-23,0 0 90,0 0-111,0 0 4,0 0-5,17 62-13,-31-54-19,-4-6-18,5-2 3,-2 0-4,3-7-2,6-7-7,1-3-17,5 0-33,0 3-83,0 0-140</inkml:trace>
  <inkml:trace contextRef="#ctx0" brushRef="#br0" timeOffset="39100.9848">2842 1639 734,'0'0'136,"0"0"-84,0 0 22,0 0-35,0 0-39,0 0-5,-5 48 2,16-14 3,-1 4 0,-5 4 2,-2-2 1,-3 0 0,0-5 15,0-5-17,0-9 16,-2-8-15,2-6 5,0-6-1,0-1-3,0 0 7,3-6 2,21-12-9,16-5-4,9-4 1,8-2-55,0 1-55,0-1-40,-2 4-113</inkml:trace>
  <inkml:trace contextRef="#ctx0" brushRef="#br0" timeOffset="39680.8478">3276 1590 632,'0'0'100,"0"0"-71,0 0-22,0 0-3,0 0 0,3 85 4,7-51 8,-2-4 22,-2-1 29,-3-4-10,0-5-9,-3-6-4,0-6 4,0-3-5,0-5-7,0 0-8,0 0 5,-3-9 12,-6-9-45,-2-9-6,3-4-8,0-5-21,5-4 13,0-1-11,3 3 24,0 5 3,0 5-4,0 10 10,0 7 0,0 3 2,3 8-3,3 0 1,9 18-15,3 10 13,9 5-5,-2 7 7,6-6 0,-2-4 3,-6-8-3,-3-8 2,-7-7 10,-5-2 13,-5-5-10,0 0 24,0-12 14,0-16-25,-3-13-17,0-7-11,0-10 0,0-5-7,0 2 4,-3 6 3,-2 18 0,-1 15-28,3 13-9,-1 9-79,-5 13-150</inkml:trace>
  <inkml:trace contextRef="#ctx0" brushRef="#br0" timeOffset="41250.8961">1248 3132 575,'0'0'62,"0"0"-49,0 0 117,0 0-20,0 0-40,0 0-23,-37 13 7,31-26 1,-3-8-41,0-9-1,-3-10-2,0-11-5,-4-11-6,1-10 0,-1-13 0,-4-13 1,-1-8-1,-4-3-3,-2 4 3,-6 14 0,2 9 7,0 18-7,4 15 1,6 14 14,3 8-7,12 7 3,0 5-9,6 5 3,0 4-9,0 3 4,0 3-4,0 0-1,0 0-2,0 0 3,3 0 3,9 0-1,9 0-1,0-1 3,7-9 0,9-6-4,8-3 0,9-5 0,5-5-7,7-3-1,12-2 8,7-4 1,4-7 2,5 2-2,3-4 3,6 1 0,2 3 0,-4-1 0,-4 8-4,-7 1 4,-1 7-9,-1 6 7,2-2-14,-4 1-4,-1 0-2,-3 3 18,-1-2 3,-5-1 1,3 2 0,9-1-8,0-2 11,-3 0-3,-4 0 0,-11 1 5,-9 3-6,-3 0 1,-7 4-1,-9 1-3,-8-1 3,-4 0 1,-6 1 0,-4-1 6,-6 2-7,1 3 1,-6 1-9,-6 4 7,0 4-4,-3 0 6,0 2 7,0 0-5,0 0 7,0 0-9,0 0 1,0 0-7,0 0 6,0 0 0,0 0 0,0 0-6,0 12 3,0 4 3,0 5 0,4 5-3,1 7 3,8 7 0,1 10 0,5 9 5,2 8-6,-2 11 1,4 11 0,0 5-4,-3 1 6,2-3-2,-1-12 0,2-6 4,-1-5-6,3-3 2,2 1 0,-3-6-1,-1-2 1,-4-10 0,-7-9-1,-2-13 5,-2-10-4,-5-7 0,-3-7 9,0-1 15,0-2 2,0 0 23,-8 0-25,-14 0-20,-8 5-8,-12 5 2,-4 3-3,-9 4 2,-12 1-5,-11 3 6,-16 5-5,-16 5-11,-19 8 9,-21 12-22,-16 9-19,-10 3 37,0 3-2,12-5 15,4-2-1,8-3 6,15-6-1,7-4 3,9-4-3,12-8 10,11-6-14,28-8 0,25-9 7,18-9-4,15-2-6,12 0-5,6-18-67,25-6-268</inkml:trace>
  <inkml:trace contextRef="#ctx0" brushRef="#br0" timeOffset="41817.9378">2478 3156 424,'0'0'385,"0"0"-325,0 0-2,-29-80 34,16 66-20,4 7 0,1 4-41,-2 3-8,-2 0-23,-1 17 2,1 7-5,1 4 0,7 3 2,4-3-6,0 1-5,6-4 11,12-3-18,7-2 12,2 0 3,-2-2-5,-1-1 8,-6-3-26,-6-4 27,-6-1-4,-3-2 3,-3 0 1,-5 4 28,-18 5 1,-9-4-28,-4 0-1,-1-7-17,7-5 5,5 0-34,6-14-31,8-7-57,11-6-140</inkml:trace>
  <inkml:trace contextRef="#ctx0" brushRef="#br0" timeOffset="42371.2717">2694 3055 741,'0'0'133,"0"0"-127,0 0 6,0 0 52,0 0-14,21 95-12,-12-69-4,0 0 20,-2-5 1,-2-2-33,-2-5 1,0-1 5,-3-6-18,0-2 15,0-5-20,0 0 2,0 0 15,0 0-11,0-5 10,0-12-18,-6-7-3,-6-5-1,-3-4-11,3-3-11,4-2 23,3 2-27,5 7-3,0 6 6,0 7-2,16 8 24,6 4-1,1 4-2,4 0 0,1 14-6,3 10 11,-1 0-2,0-3 5,-3-6-1,-5-3-2,-7-6 0,-5-4 13,-4-2 7,-4 0 13,1 0 12,-3-15-21,3-11-3,-3-7-20,0-9 1,0-2 1,0-8-3,0 1-3,0 0-10,0 4-52,-3 6-119,3 6-294</inkml:trace>
  <inkml:trace contextRef="#ctx0" brushRef="#br0" timeOffset="44201.8691">5680 4678 646,'0'0'170,"0"0"-70,0 0-23,0 0-39,14-81-16,10 60-16,6 5 28,1 5-10,-1 7-15,0 4 4,-6 5-13,-5 18 3,-8 6 6,-8 1-6,-3 3 9,-3-2-10,-11-3-2,0-5-6,3-5-1,2-6-17,4-5-8,2-7 4,1 0 11,2 0 16,0-13-35,2-3 6,12 0 12,13 5 8,1 3 10,3 8-3,4 0 3,-2 3 6,-5 13-4,-6 4 39,-8 3-19,-10 2-10,-4 5 27,-9 1 8,-22 1-21,-2-2-10,-3-4-15,3-8 2,5-8-3,7-6-21,4-4-45,9-6-65,5-19-370</inkml:trace>
  <inkml:trace contextRef="#ctx0" brushRef="#br0" timeOffset="44885.6316">6892 4377 788,'0'0'169,"0"0"-120,0 0-35,0 0 1,0 0-7,66-82 4,-32 75-11,-2 7 9,-7 0 21,0 18-31,-10 9 16,-7 4-3,-8 3-13,0 0 20,-12-3-19,-6-3 2,0-4-3,5-5-5,4-8-7,4-6-16,5-5-10,0 0 9,0-2-11,11-12 4,11-3-16,9 3-8,4 5 23,1 6 24,2 3 13,1 2 73,1 15 3,-7 5-39,-9 5 4,-13 3 0,-11 1-23,-5 0 45,-25 0-41,-9-2-7,-8-1-15,-3-2-24,0-7-72,5-11-123,3-8-316</inkml:trace>
  <inkml:trace contextRef="#ctx0" brushRef="#br0" timeOffset="45619.053">8554 4278 820,'0'0'157,"0"0"-112,0 0-1,0 0 29,0 0-68,0 0-5,6 33 0,8 4 10,1 2 2,-9-2-5,-6-4 13,0 0-18,0-9 2,-6-6-4,0-8 5,1-6-10,5-4-20,0 0-13,0-8 8,17-6-38,5-3 50,8 1 16,1 2 0,-3 3-1,-2 2 3,-5 1 0,-3 1 5,-8 1-4,-2 2 7,-5 1 4,-3 2 4,0 1 34,0 0-16,0 11-20,0 14 16,0 11-4,2 5 6,0 0-25,2-3-7,1-3 0,6-7-120,2-5-111</inkml:trace>
  <inkml:trace contextRef="#ctx0" brushRef="#br0" timeOffset="48415.8708">9581 4013 942,'0'0'68,"0"0"-45,0 0-19,0 0-4,0 0 2,0 0 0,88-41 0,-61 41-2,-9 9 0,-5 13 3,-7 7 1,-6 11-4,0 2 0,-6 0 3,-13-6-3,1-6 0,0-6 4,6-7 29,3-7-8,6-6 8,3-4-13,0 0-13,5-3 20,23-14-27,21-8-3,15-5-1,18-5-56,9-4-58,6 2-278</inkml:trace>
  <inkml:trace contextRef="#ctx0" brushRef="#br0" timeOffset="50470.9836">10936 3764 801,'0'0'102,"0"0"-35,0 0-30,-8-82-2,29 64-8,3 4-16,12 5-11,1 9 0,-3 0-1,-1 12 6,-5 16-4,-8 8 4,-7 2 9,-11 4 8,-2-2-16,-6-2 14,-14-4-16,0-6 3,1-6-7,5-8 0,5-6-14,4-7 11,5-1-31,0-1 21,0-18-24,14-5 9,10 2 18,5 1-2,4 8 6,2 10 6,-1 3 1,-1 3 31,-2 18 22,-9 6-11,-8 1 7,-14 3-20,0-2 28,-27 3-29,-12-1-28,-6-2 0,-2-3-1,3-9-59,5-13-120,10-4-353</inkml:trace>
  <inkml:trace contextRef="#ctx0" brushRef="#br0" timeOffset="53378.1376">4589 5623 835,'0'0'76,"0"0"-46,0 0 8,0 0 0,0 0-17,0 0-16,0 0-7,6-6 2,10 16 0,4 3 2,-4 1 0,2 0-2,-3-3 0,-3-1 5,-2-4-3,-4-5-2,-1-1 0,1 0 10,5-15-1,3-16 31,8-10-29,2-11-11,7-6 0,5-5-46,5-1-39,2 3-133,2 4-491</inkml:trace>
  <inkml:trace contextRef="#ctx0" brushRef="#br0" timeOffset="56217.0154">2840 7199 946,'0'0'107,"0"0"-77,0 0 9,0 0-27,0 0-7,0 0-4,-1 117 11,10-68 10,6 0-10,-3-4 0,-2-5-5,-1-4-7,0-6 15,0-8-14,-2-5-1,-4-8 4,0-4 1,-1-3-5,-2-2 0,0 1 3,0-1 4,0 0-2,0 0 0,0 0 10,0 0-15,0 0 3,0 0 7,0 0-9,0 0 19,0 0-12,0 0 3,0 0 1,0 0-9,0 0 0,0 0-3,0-6 3,0-1-4,0-1 1,0-2 0,0 0-2,0 2 2,0-1 0,0 1 0,0-5-7,0-2 5,9-2 1,1-2 1,2 1-8,-1 1 8,0 3-2,3 3 2,5 2-6,5 1 1,6 2 4,4 3 0,5 3-3,-3 0-1,0 12 4,-8 13-4,-4 10 2,-10 3 2,-6 2 1,-6-2 0,-2-7-3,0-6-30,-5-9-46,1-12-62,4-4-321</inkml:trace>
  <inkml:trace contextRef="#ctx0" brushRef="#br0" timeOffset="56884.4332">3421 7254 722,'0'0'94,"0"0"-72,0 0 5,0 0-22,0 0 30,0 0 26,34 103-14,-22-69 16,-3-3 21,-2-1-37,-2-6 2,-5-4-30,0-8-4,0-3 4,0-6-17,0-3 8,0 0 2,0-13-3,-12-10-9,-1-7-19,-1-4-35,6-8-7,2 2 5,1-3 19,5 6 7,0 8-1,0 3 28,13 11 0,7 5 3,5 10 2,5 0 0,1 17 24,2 11-14,1 7-9,-5 2 27,-7-3 19,-6-5-4,-4-3-10,-4-7-24,-4-5 7,-1-4-8,-3-6-9,0-3 9,0-1-3,0 0-1,-9-5 4,-3-14-10,-1-8-26,2-9-7,4-8-36,1-8 17,6 1 14,0 6-9,1 9 4,19 15 21,2 13 22,2 8 15,3 9 20,-3 23 23,3 10-7,-5 3 14,-6 3-15,-8-3-49,-4-7 8,-1-1-9,-1-8-162,1-9-298</inkml:trace>
  <inkml:trace contextRef="#ctx0" brushRef="#br0" timeOffset="76036.9538">4634 6825 597,'0'0'195,"0"0"-89,0 0-3,0 0-19,0 0-21,0 0-19,0 0 4,13-52-10,-13 52-25,0 17-3,-8 15-7,-9 12 4,-7 12 8,0 3-8,-6 1-2,0-2-5,2-6 1,4-11 1,5-11-2,2-13 0,4-7-2,5-10 9,1 0-7,1-7 0,-1-13-8,2 0 5,5 2-12,0 4 6,0 7 4,16 7-4,8 0 3,5 11 1,6 8 5,1 3-6,0-1 6,3 0-9,4-1-81,-3-2-50,2-4-55</inkml:trace>
  <inkml:trace contextRef="#ctx0" brushRef="#br0" timeOffset="76383.6394">5199 6942 563,'0'0'192,"0"0"-69,0 0 1,0 0-20,0 0-23,0 0-23,-18-20-58,18 49 2,0 8-7,0 3 9,0 4-4,2-4 0,1-5-21,1-8-72,-3-12-44,1-6-103,-2-9-215</inkml:trace>
  <inkml:trace contextRef="#ctx0" brushRef="#br0" timeOffset="76565.6559">5065 6935 560,'0'0'134,"-3"-80"-42,3 40-8,18 4-54,5 4-9,4 10-16,3 8-4,-4 10-1,-1 4 0,-9 17-38,-10 21-72,-6 14-6,-12 12-68,-19 9-72</inkml:trace>
  <inkml:trace contextRef="#ctx0" brushRef="#br0" timeOffset="76669.0671">5100 7175 274,'0'0'228,"-22"102"-37,22-68-87,0-10-28,18-12-30,11-9-28,12-3 4,1-11-8,10-16-14,-2-8-34,-7-4-190</inkml:trace>
  <inkml:trace contextRef="#ctx0" brushRef="#br0" timeOffset="77013.4954">5447 6942 682,'0'0'75,"0"0"43,-8 95-12,8-53-55,0 1-14,0-5-17,0-9 25,3-6-4,0-6-2,-1-8-12,-1-5-22,-1-4 18,0 0-14,0-14 10,-6-11-19,3-7-5,-1-9-8,4-8-21,0-2-26,4 5 31,13 7 12,5 15 9,2 10 5,0 13 6,3 1-3,-5 14 17,-3 15-5,-5 8 10,-5 5-16,1 1-3,4-4 1,5-6-4,6-8-50,5-9-143,7-8-553</inkml:trace>
  <inkml:trace contextRef="#ctx0" brushRef="#br0" timeOffset="77298.3518">6057 7058 905,'0'0'124,"0"0"-54,0 0 0,0 0-69,0 0 4,-27 109 2,27-71-7,0-3-4,0-5-61,6-8-193</inkml:trace>
  <inkml:trace contextRef="#ctx0" brushRef="#br0" timeOffset="77746.0962">6326 6639 879,'0'0'98,"0"0"-28,0 0 1,0 0-22,0 0-49,0 0 0,-14 88 4,20-38-1,6 1 19,-3-3-11,-3-4-1,-2-6 0,1-6-10,2-8 0,-1-10-72,-4-11-89,-2-3-419</inkml:trace>
  <inkml:trace contextRef="#ctx0" brushRef="#br0" timeOffset="77922.8952">6115 6605 918,'0'0'72,"0"0"-19,0 0 18,61-89-57,-19 74-13,10 3 3,1 11-3,-3 1-2,-6 15-35,-13 15-105,-7 9-360</inkml:trace>
  <inkml:trace contextRef="#ctx0" brushRef="#br0" timeOffset="78063.9809">6254 7119 816,'0'0'101,"0"0"-60,0 0 11,0 0-21,85 28-15,-32-52-16,3-7-24,-1-6-207,-12-3-263</inkml:trace>
  <inkml:trace contextRef="#ctx0" brushRef="#br0" timeOffset="78417.0164">6622 6770 814,'0'0'128,"0"0"-46,0 0-7,0 0-32,0 0 11,-10 105-2,11-69-45,5 0 24,-1-5-10,-2-6-5,-3-8 13,1-7-27,-1-6 2,0-4 6,0 0-7,0-16 13,0-10-16,0-4-25,-3-4 7,0-4-35,3-3-18,0 1 26,0 1 5,11 11 40,14 11-8,2 13 8,1 4 1,2 11 21,-5 19 2,-5 7 5,-2 2-19,-9 1 3,1-3-11,-1-4 3,-3-6-10,3-7-88,3-13-85</inkml:trace>
  <inkml:trace contextRef="#ctx0" brushRef="#br0" timeOffset="78888.3006">6937 6525 697,'0'0'143,"0"0"-36,0 0 21,0 0-21,-49-72-31,42 66-39,2 5 17,5 1-38,0 0 14,0 6-30,0 10 5,19 8 0,8 0-3,4 0-1,8-5 5,3-8 2,3-6-8,-3-5 0,-2 0 3,-6-3-3,-4-8 2,-10 3-2,-7 1 0,-9 3-7,-4 4 2,0 0 0,-14 18 1,-11 16-1,-3 14 6,0 7-1,-1 4 0,6 0 3,2-1-7,10-3-7,7-2-69,4-9-68,0-8-197</inkml:trace>
  <inkml:trace contextRef="#ctx0" brushRef="#br0" timeOffset="86726.0926">5624 3414 998,'0'0'22,"0"0"8,0 0 90,0 0-42,0 0-14,0 0-64,0 0 3,-19 33-7,31 22 6,6 7-2,-3 5 0,-2-3 2,1-3-6,-6-7-19,0-8-87,-2-10-40,-2-10-101,-2-9-190</inkml:trace>
  <inkml:trace contextRef="#ctx0" brushRef="#br0" timeOffset="86942.0835">5505 3756 810,'0'0'129,"0"0"-42,0 0-56,0 0-20,0 0-9,3 90 3,19-60 3,9-6-7,1-8-1,5-7 0,-1-7-70,3-2-136,1-2-246</inkml:trace>
  <inkml:trace contextRef="#ctx0" brushRef="#br0" timeOffset="87075.1425">5900 3662 937,'0'0'119,"0"0"-106,-34 93 41,22-41-11,3 1-35,1 0-8,0-5-87,2-7-310</inkml:trace>
  <inkml:trace contextRef="#ctx0" brushRef="#br0" timeOffset="87589.6157">4755 3612 856,'0'0'146,"0"0"-27,0 0-25,0 0-69,0 0-24,0 0 3,26 85 2,-11-43 0,0-1-2,-2-3-7,-2-4 3,-5-6-73,2-8-90,-7-6-257</inkml:trace>
  <inkml:trace contextRef="#ctx0" brushRef="#br0" timeOffset="88085.0166">4644 3395 211,'0'0'461,"0"0"-297,0 0-69,0 0 2,0 0-36,0 0-14,-10-67-21,17 67-19,2 0 1,-3 5 5,3 9-11,-5 1 1,-4 4-2,0-1 2,-1-1 4,-17 0 0,-1-6-4,-4-2-3,1-6-7,1-3-7,3 0-10,2-12-11,7-5 26,1-4-5,8 2 13,0-1-4,9 3 2,13 4 3,10 6-4,2 7-6,2 0 9,1 7-43,-4 8-92,-6 4-398</inkml:trace>
  <inkml:trace contextRef="#ctx0" brushRef="#br0" timeOffset="95477.1478">8529 3090 275,'0'0'14,"0"0"-2,0 0 20,0 0 94,0 0-113,0 0 55,0 0-4,-39-30-23,36 23 32,-4 2-30,4-1-13,0 1 10,0 0-8,3 3-7,0 0 15,0 2-33,0 0 1,0 2-8,9 14 0,7 9 8,2 7-5,0 4 18,-2 4-11,-1 0-4,0-1-2,-3-1-4,0-3 0,0-2-3,-6-3-42,0-5-64,-6-4-100,0-5-187</inkml:trace>
  <inkml:trace contextRef="#ctx0" brushRef="#br0" timeOffset="95763.076">8424 3368 473,'0'0'101,"0"0"-17,0 0-67,0 0-10,0 0-1,0 0 10,35 65 2,-17-48-10,4-3-7,3-1 9,4-3-10,-1-5-12,0-5-80,0 0-60,-3 0-108</inkml:trace>
  <inkml:trace contextRef="#ctx0" brushRef="#br0" timeOffset="95911.3101">8756 3334 406,'0'0'97,"0"0"45,0 0-35,0 0-81,0 0-18,-24 72 18,6-37-20,6 2-6,-3-5-23,6-2-221</inkml:trace>
  <inkml:trace contextRef="#ctx0" brushRef="#br0" timeOffset="96528.032">8781 2820 213,'0'0'307,"0"0"-153,0 0-97,0 0-56,0 0-1,0 0 65,16 99-56,-8-66 19,0-2-26,-2-1-1,1-2-2,-4-3-83,0-7-109,-2-6-149</inkml:trace>
  <inkml:trace contextRef="#ctx0" brushRef="#br0" timeOffset="96911.0707">8759 2792 271,'0'0'56,"0"0"-11,0 0 18,0 0-24,0 0-13,0 0-10,0-1 16,-5 2 3,-2 5-32,-5-1 0,-3 0 3,1-4-2,0-1 3,2 0-7,0-1 0,6-8 14,1 1-5,4-2 28,1-1 3,0 3-31,1 0 2,17 7-11,5 1 0,5 0-3,2 0 2,0 10-113,-8 0-160</inkml:trace>
  <inkml:trace contextRef="#ctx0" brushRef="#br0" timeOffset="103629.1162">8896 5387 401,'0'0'90,"0"0"32,0 0-31,-19-81-16,13 58-8,1 0 35,1 2-84,-1 6-16,1 2-4,4 5-1,0 5-42,0 3-51,0 0-109,0 7-24,0 6 1</inkml:trace>
  <inkml:trace contextRef="#ctx0" brushRef="#br0" timeOffset="103875.2654">8816 5336 264,'0'0'53,"0"0"22,0 0-9,0 0-41,0 0-16,0 0-8,-2-84 9,10 59-10,-1-4 0,-1 2-1,0 5 4,-2 9-3,-2 8 3,4 5 1,3 5-1,1 18 8,5 3-10,-3 2-1,6-7-62</inkml:trace>
  <inkml:trace contextRef="#ctx0" brushRef="#br0" timeOffset="130671.3719">18479 1384 942,'0'0'3,"0"0"12,0 0-13,-39 100-2,34-47 30,5 0-26,0-1 19,11 1 6,16-6-25,6-8 14,5-11-18,8-11 0,2-13-1,3-4-2,-6-17-2,-2-18-3,-9-10 7,-5-9 1,-11-2 7,-7-5 27,-11 0-2,-3-2-28,-26-2 1,-17 12-5,-9 14 9,-7 21-21,3 18 8,8 4-51,9 25 43,18 14-17,12 5-62,12 0-89,0-6-260</inkml:trace>
  <inkml:trace contextRef="#ctx0" brushRef="#br0" timeOffset="130943.2586">19164 1199 925,'0'0'20,"0"0"1,-81 82 59,59-27-30,7 10 11,10 0-60,5-3 12,6-6-13,21-6 5,8-11-15,6-9-42,6-12-33,3-15-153,1-3-261</inkml:trace>
  <inkml:trace contextRef="#ctx0" brushRef="#br0" timeOffset="131302.7466">19408 1278 757,'0'0'12,"0"0"-10,-7 106 134,7-59-93,0-1-14,7-8-17,-1-4 6,1-9 29,-5-6-38,-1-8 9,-1-7-4,0-4-10,0 0 14,0-11-9,-4-15-8,-2-4-2,6-10-4,0-6-1,2-7-13,16 1-9,5 7 12,7 14-3,2 17 19,-3 14-9,0 6 14,-7 23-5,-4 11 0,-4 5 10,-7 0-11,-7-1 1,0-8-13,0-7-71,0-10-269</inkml:trace>
  <inkml:trace contextRef="#ctx0" brushRef="#br0" timeOffset="131627.96">19681 1035 593,'0'0'411,"0"0"-322,0 0-63,0 0 12,0 0-35,0 0-6,61-42 1,-41 65 0,-8 7-6,-8 3-21,-4 3 26,0-3-13,-12-1 16,-4-4-6,4-9 11,4-6-5,5-6 3,3-7 4,0 0 4,12 0-11,18 0 0,8-10-3,2-1-70,2 2-114,-7 5-169,0 1-72</inkml:trace>
  <inkml:trace contextRef="#ctx0" brushRef="#br0" timeOffset="131897.29">20097 1042 808,'0'0'16,"0"0"-4,0 0 8,0 0 15,108 47 0,-77-10-32,-4 11 6,-13 8 0,-10 6 14,-4 8 26,-15-3-27,-15-4-1,-1-9-13,0-11-4,5-14-4,10-12 0,9-11-103,7-6-171</inkml:trace>
  <inkml:trace contextRef="#ctx0" brushRef="#br0" timeOffset="132141.0279">20566 1389 886,'0'0'121,"0"0"-90,0 0-24,79-39 12,-31 24-15,0-3-4,-4 2-38,-9 0-110,-12 2-255</inkml:trace>
  <inkml:trace contextRef="#ctx0" brushRef="#br0" timeOffset="132316.5553">20749 1144 853,'0'0'85,"0"0"-77,0 0 108,-11 99-79,11-53-5,0 4-28,5-1 5,6-1-18,3-10-54,6-5-84,9-9-232</inkml:trace>
  <inkml:trace contextRef="#ctx0" brushRef="#br0" timeOffset="132695.38">21226 1138 800,'0'0'131,"0"0"-79,0 0-26,0 0-23,0 0-3,-19 113 29,19-61-25,0 1 9,2-8 14,11-10-25,7-12 18,5-11-4,6-12 3,4 0 4,-1-15-21,2-16 12,-6-13-14,-3-4 7,-8-2-9,-6-2 2,-10 6 0,-3 1 8,-6 7-7,-17 10 26,-7 10-13,-6 16-14,-3 2-3,1 15-14,5 12-57,10 3-18,7-2-138,7 0-386</inkml:trace>
  <inkml:trace contextRef="#ctx0" brushRef="#br0" timeOffset="132981.5489">21779 916 632,'0'0'95,"0"0"-53,0 0 94,-78 99-79,56-48-11,3 7 1,7 2-32,9-4 12,3-4-6,12-7-21,19-9 5,12-11-5,5-14-23,6-11-80,1-3-200</inkml:trace>
  <inkml:trace contextRef="#ctx0" brushRef="#br0" timeOffset="133360.9612">22058 1049 378,'0'0'398,"0"0"-373,0 0 76,-18 88-5,18-48-55,0 0-33,0 0 10,0-2 6,0-6-6,0-7 14,0-8-10,0-9-10,0-8 12,0 0-8,0-22 44,-6-11-60,2-4-3,-1-2-2,4-5-49,1 2 21,0-1 6,3 8 9,14 7 16,6 8-12,-2 12 0,3 8 9,-1 0 8,-3 11-3,-2 14 10,-3 8-4,-5 5-6,-2 1 0,-1 2 2,-1-4-7,1 0-2,-1-12-95,2-8-159</inkml:trace>
  <inkml:trace contextRef="#ctx0" brushRef="#br0" timeOffset="133589.9178">22337 840 777,'0'0'87,"0"0"-9,0 0 35,0 0-85,110-19-2,-65 46-7,-2 11 3,-8 14-6,-16 10-11,-12 7 0,-7 3-5,-16 0-4,-20 0-53,-9-1-49,-10-6-280</inkml:trace>
  <inkml:trace contextRef="#ctx0" brushRef="#br0" timeOffset="134288.0028">20262 2559 729,'0'0'150,"0"0"-66,0 0-37,0 0-27,0 0 29,-60 106-9,60-65-20,0-1 6,14-8-23,8-7 0,5-9 4,5-12-1,4-4-6,2-13 0,-1-16 4,-6-6-9,-4-6-11,-4-4 1,-4-3 14,-9-3-10,-8-3 11,-2 2 0,-11 9 2,-14 10-11,-3 18 9,-2 15-10,-3 10-35,0 29-44,3 4-1,5 6-151,11-7-199</inkml:trace>
  <inkml:trace contextRef="#ctx0" brushRef="#br0" timeOffset="134595.5846">20851 2191 870,'0'0'71,"0"0"-50,0 0 25,-76 86-7,53-15-2,1 9-1,10 6-24,10-5 1,2-18 6,23-9-19,14-12 1,8-9-2,4-12-1,4-11-26,2-10-33,-5-3-87,-6-20-301</inkml:trace>
  <inkml:trace contextRef="#ctx0" brushRef="#br0" timeOffset="134978.0531">21121 2370 830,'0'0'58,"0"0"-49,-12 89 76,12-39-40,0 0-3,0-4-31,10-7 13,-2-8 6,-2-7-15,-3-9 16,-1-6-18,-1-6-12,-1-3 11,0-4-12,0-15 7,-3-7-7,-3-6-28,1-6 1,5-5 1,0-9-7,0-4 23,14 4-14,8 8 11,7 16-1,3 16 3,1 12 11,-1 4 1,-6 24 5,-3 13 3,-10 5-5,-5 3-4,-6-6 1,-2-6 6,0-7-14,0-9-39,-2-10-192,2-10-435</inkml:trace>
  <inkml:trace contextRef="#ctx0" brushRef="#br0" timeOffset="135285.6394">21373 2116 794,'0'0'112,"0"0"-51,0 0 12,0 0-22,0 0-51,97-57 8,-73 57-9,-3 12 1,-8 11-5,-8 8-2,-5 4 3,0 4-5,-12-3-7,-6-4 14,6-6 0,4-6 2,7-7 0,1-8 6,0-2-1,12-3-5,9 0 0,10-3-4,11-10 1,4-2-70,5-2 19,-3 0-127,-10 0-473</inkml:trace>
  <inkml:trace contextRef="#ctx0" brushRef="#br0" timeOffset="135509.2591">21823 2003 767,'0'0'113,"0"0"-27,0 0-37,0 0-14,0 0-32,102 93 13,-74-38 20,-8 12-20,-10 15 25,-10 12-17,-16 14-22,-29 0-2,-19-2-25,-18-6-165</inkml:trace>
  <inkml:trace contextRef="#ctx0" brushRef="#br0" timeOffset="151850.2942">3888 9331 924,'0'0'30,"0"0"22,0 0 12,0 0 33,0 0-57,0 0-40,0 0 3,7 71-3,8-16 9,-6 4-2,0-2-14,-6-5-32,-2-10-144,-1-10-265</inkml:trace>
  <inkml:trace contextRef="#ctx0" brushRef="#br0" timeOffset="152178.9929">3788 9066 822,'0'0'38,"0"0"-6,0 0-3,0 0-3,0 0-4,0 0-21,17 59 16,-21-42 2,-9-4-7,-1-4 3,-2-7-9,4-2-1,0 0 25,6-9 27,0-6-23,1-3-19,5 0-15,0-2 5,0 3-5,14 3-17,8 5-12,5 8-60,3 1-61,0 13-210</inkml:trace>
  <inkml:trace contextRef="#ctx0" brushRef="#br0" timeOffset="152415.1607">4292 9357 1010,'0'0'47,"0"0"-26,0 0 33,0 0-54,0 0-6,82-78-85,-51 74-99,-7 4-295</inkml:trace>
  <inkml:trace contextRef="#ctx0" brushRef="#br0" timeOffset="152565.558">4377 9571 847,'0'0'89,"0"0"-31,0 0 37,0 0-44,0 0-31,0 0-20,109-56-118,-57 27-265</inkml:trace>
  <inkml:trace contextRef="#ctx0" brushRef="#br0" timeOffset="153009.1857">4853 9227 586,'0'0'199,"0"0"-131,0 0-41,0 0 59,-4 100-31,9-59-21,9-4 9,5-9-23,5-7-1,6-11 17,4-10-21,3 0-1,-2-22 1,-4-14-5,-6-6-10,-11-6 5,-6 0-5,-8 3 9,0 3-9,-17-1 6,-10 6 20,-9 9-2,-3 10-9,-1 13-13,3 5-2,9 22-8,4 10-83,13 3-97,10 1-348</inkml:trace>
  <inkml:trace contextRef="#ctx0" brushRef="#br0" timeOffset="153997.8806">5837 9204 585,'0'0'242,"0"0"-100,0 0-23,0 0 8,0 0-52,0 0-40,-22-11-26,22 39-9,0 15 0,2 10 1,2 5-1,2-1-42,6-8-142,6-12-293</inkml:trace>
  <inkml:trace contextRef="#ctx0" brushRef="#br0" timeOffset="158273.2938">7018 8467 659,'0'0'174,"0"0"-99,0 0-8,0 0 2,0 0-26,0 0-17,0 0-17,-11 1-4,11 21-4,11 11 7,4 7 9,4 1 4,6 6-15,-1-2 2,0-1 6,-3-3-13,-2-4 5,-5-6-2,-5-2-3,-5-4 12,-4-3-9,0-3 4,-12 0 3,-10-2-8,-5-3-6,-7-5 1,3-8-24,-2-1-26,0-8-54,6-19-56,4-11-306</inkml:trace>
  <inkml:trace contextRef="#ctx0" brushRef="#br0" timeOffset="158633.846">6895 8167 494,'0'0'48,"0"0"27,0 0 79,0 0-70,0 0-56,-22 75-12,5-64-12,-2-5 2,0-5 1,4-1-7,0-4 11,3-12-10,3-2 0,0 2 1,6-3-2,3 3-2,0 3 2,18 4-11,7 2-11,2 5-111,7 2-170</inkml:trace>
  <inkml:trace contextRef="#ctx0" brushRef="#br0" timeOffset="159459.1019">7661 8564 469,'0'0'470,"0"0"-350,0 0-60,0 0-16,0 0-33,0 0-10,28-50-2,-11 46-25,0 2-79,-2 2-74,-6 0-332</inkml:trace>
  <inkml:trace contextRef="#ctx0" brushRef="#br0" timeOffset="159608.4513">7698 8713 758,'0'0'130,"0"0"-106,0 0 55,0 0-55,0 0-15,0 0-9,70-27-100,-40 1-410</inkml:trace>
  <inkml:trace contextRef="#ctx0" brushRef="#br0" timeOffset="160711.0599">8405 8021 710,'0'0'147,"0"0"-83,0 0 28,0 0-20,0 0-7,0 0-13,-16-35-27,16 35-4,0 0-21,0 16 6,0 7-12,9 5 9,3-1-3,-2-2 4,0 1-2,-2-7 5,3-1-7,-7-6 4,0-2-4,-2-4 0,-1-5 0,-1 2 2,0-3 5,0 0-7,0 0 3,0 0 1,0 0 3,0 0-5,0 0 0,0 0 4,0 0-5,0 0-1,0 0 0,0-3-8,0 2 4,0 1-14,0-2 9,0 2 7,0 0-2,0-1 3,0 1 1,0 0 0,0 0-1,0 0 1,-1 0 0,1 0-2,0 0 3,0 0-3,0 0 2,0 0-12,0 0 11,0-3-35,0 0-48,0 0-6,3-1-162,0 1-476</inkml:trace>
  <inkml:trace contextRef="#ctx0" brushRef="#br0" timeOffset="161556.9301">8450 8105 534,'0'0'135,"0"0"-35,0 0-8,0 0-5,0 0-42,0 0-9,-12-23-22,12 36-13,0 18 11,0 17 5,3 11 29,3 7 7,-1-3-23,-1-7-2,0-9-7,1-8-17,-1-7 8,2-11-11,-1-8-1,-2-7 0,-3-6 4,0 0-4,0-1 0,0-21-3,0-8-24,0-8-25,0-5 2,0-3 4,0-7-5,-5-1 3,-4-3 17,-3 2-1,-4 9 31,7 9-2,1 14 3,3 16 15,5 7-2,0 26 10,0 19-11,3 18 18,7 6-4,2 0-18,0-6-5,-2-14-3,2-11-1,2-13-92,-2-10-339</inkml:trace>
  <inkml:trace contextRef="#ctx0" brushRef="#br0" timeOffset="165042.4418">5845 5134 663,'0'0'154,"0"0"-145,0 0-8,0 0-1,0 0 0,0 0-11,6-2-48,8-2-78,5 1 17,0 0-91</inkml:trace>
  <inkml:trace contextRef="#ctx0" brushRef="#br0" timeOffset="165301.016">7064 4885 967,'0'0'41,"0"0"-3,0 0-37,0 0 2,0 0 29,0 0-23,-12-10-9,6 10-59,-6 5-87,-7 6-246</inkml:trace>
  <inkml:trace contextRef="#ctx0" brushRef="#br0" timeOffset="165600.3018">5851 5187 407,'0'0'46,"0"0"-46,0 0-192,0 0 24</inkml:trace>
  <inkml:trace contextRef="#ctx0" brushRef="#br0" timeOffset="165817.1382">7061 4907 945,'0'0'41,"0"0"-32,0 0-7,0 0-2,0 0 0,0 0-22,-66-8-176,35 18-386</inkml:trace>
  <inkml:trace contextRef="#ctx0" brushRef="#br0" timeOffset="166013.5246">5991 5181 134,'0'0'0</inkml:trace>
  <inkml:trace contextRef="#ctx0" brushRef="#br0" timeOffset="166205.169">7091 4946 994,'0'0'70,"0"0"-70,0 0 0,0 0 0,0 0-12,0 0-137,-69-22-723</inkml:trace>
  <inkml:trace contextRef="#ctx0" brushRef="#br0" timeOffset="167452.4477">5817 10472 570,'0'0'184,"0"0"-101,0 0 38,0 0-42,0 0-14,0 0 1,-26-48-30,25 48 1,-1 0-22,1 28-13,1 24 4,0 23-3,3 14-3,16 4 17,7-3-1,8-12-6,6-12-1,5-14-6,4-18 1,2-14-4,1-17 3,-1-3-3,-6-21 0,-8-15-2,-13-3 0,-14-4-10,-10 7 8,0 3 4,-19 12 1,-14 8 9,-6 12-10,-4 1 5,1 24-5,6 11-19,14 5-27,13-5-121,9-6-150</inkml:trace>
  <inkml:trace contextRef="#ctx0" brushRef="#br0" timeOffset="169717.3044">5927 5557 758,'0'0'62,"0"0"-30,0 0 21,0 0-1,0 0-19,0 0-22,0 0-11,12-17-5,33 0 5,34-13 0,27-15 26,28-11-5,14-8-12,13-1 0,-5 2-8,-12 5 5,-10 7-4,-26 6 0,-25 11-2,-29 11 0,-28 11-14,-20 12-3,-6 0-34,-23 11 15,-18 10-11,-9 6-55,-10 0-11,-1 1-9,-6 2-84</inkml:trace>
  <inkml:trace contextRef="#ctx0" brushRef="#br0" timeOffset="170295.6034">5784 5723 768,'0'0'53,"0"0"-53,0 0-12,0 0 1,0 0 11,0 0 33,94-30 8,-9-9-11,18-13-2,16-5 5,5-3 5,4-1-6,-4 2 4,-6 1-17,-9 5 0,-16 10-6,-19 9 1,-26 10 4,-18 12-15,-17 5-2,-7 5 3,-6 2 3,0 0 10,0 0 16,0 0-19,0 0-10,-3 0-4,-2 0-1,4 0 0,-1 0-1,2 2 0,0-2 0,0 0-5,0 1 6,0 0-7,0 2 8,0-1-1,0-1 1,0 0 0,0-1 0,0 0 0,0 0-2,0 2 4,0-2-2,0 0 0,0 0 0,0 0-1,0 0 1,0 0-13,0 0-17,0 0-29,0 0-35,0 0-58,0 0-137</inkml:trace>
  <inkml:trace contextRef="#ctx0" brushRef="#br0" timeOffset="171306.381">13581 2145 721,'0'0'118,"0"0"-56,0 0-9,0 0 58,0 0-19,0 0-21,-38 10-36,62-30-14,12-9-14,13-6-7,11-6 1,3-1 2,-2-3-1,-3 0 0,-6 4-1,-8 8-1,-10 10 0,-13 10-2,-11 7-5,-7 6-6,-3 0-37,0 0-31,0 4 9,0 13 11,-10 7-8,-11 4-48,-5 5-119,-7 0-35</inkml:trace>
  <inkml:trace contextRef="#ctx0" brushRef="#br0" timeOffset="171583.4885">13600 2256 430,'0'0'91,"0"0"-58,0 0 47,0 0 75,0 0-64,0 0-45,-15 31-8,48-51-9,15-9 8,13-11-16,8-5-5,2-6-1,4 1 6,-7 0-3,-5 4-18,-9 7 0,-14 13 1,-15 7-1,-13 12-4,-9 7-28,-3 0-28,-4 7 19,-13 12-26,-8 4-38,1 1-36,-4 4 24,-3-2-44</inkml:trace>
  <inkml:trace contextRef="#ctx0" brushRef="#br0" timeOffset="171832.5846">13681 2308 607,'0'0'151,"0"0"-137,0 0 34,0 0 57,0 0-41,0 0-41,40-38-23,3 5-2,12-6 2,5-3 0,0-3 2,-3-2-4,-7 6 1,-8 7-15,-12 9-18,-14 12-78,-13 12-176,-3 1 24</inkml:trace>
  <inkml:trace contextRef="#ctx0" brushRef="#br0" timeOffset="172063.4891">13676 2308 609,'0'0'154,"0"0"-139,0 0 29,0 0-20,0 0-10,107-93-11,-56 54-3,5-2-8,-3-3-17,-2 3-50,-5 4-74,-13 5-70</inkml:trace>
  <inkml:trace contextRef="#ctx0" brushRef="#br0" timeOffset="172297.2746">13800 2260 827,'0'0'19,"0"0"-19,67-82-8,-12 39 6,13-8-9,7-6-190,-1-3-97</inkml:trace>
  <inkml:trace contextRef="#ctx0" brushRef="#br0" timeOffset="173670.2998">6916 10497 492,'0'0'67,"0"0"53,0 0 12,-15-73-44,11 64-5,2 5-22,1 3-3,-1 1 7,2 2-31,0 25-21,0 23-10,0 19 7,2 12 0,-2 3-5,0-7-4,0-8-1,0-10-7,0-10-22,0-9-93,0-13-38,0-10-277</inkml:trace>
  <inkml:trace contextRef="#ctx0" brushRef="#br0" timeOffset="173991.2846">6676 10583 686,'0'0'87,"0"0"-82,0 0 5,0 0 54,3 103-30,-8-68-19,-14-3-14,-3-9-2,5-5-12,3-6 11,3-9 2,5-3 0,1-9 0,4-15-26,1-6 6,0-5 15,4 6-29,13 5-25,7 7 36,3 13-29,4 4-50,3 1-117</inkml:trace>
  <inkml:trace contextRef="#ctx0" brushRef="#br0" timeOffset="174274.5527">7249 10840 384,'0'0'220,"0"0"-162,0 0 26,0 0 35,0 0-56,0 0-28,-6 68-35,-16-67-3,1-1-9,1-4-8,4-16-29,1-4-75,9-3-57,6 3-62</inkml:trace>
  <inkml:trace contextRef="#ctx0" brushRef="#br0" timeOffset="174733.8159">7355 10508 213,'0'0'368,"0"0"-218,0 0-83,0 0-12,0 0-18,0 0-24,0 44 14,4-24-7,7-3 11,7-2-8,-3 0 2,4-2-3,2 0 5,-3 0-16,7-2 1,-3 2 1,4-2-6,-5 2-6,3 1 6,-5 0 10,-7 2 2,-4-1 12,-8 2-6,0 4 5,-20 3-11,-8 2-14,-4-3-5,2-6 0,5-7-8,6-8-38,5-2-66,4-19-27,4-9-297</inkml:trace>
  <inkml:trace contextRef="#ctx0" brushRef="#br0" timeOffset="174907.8968">7307 10494 111,'0'0'886,"0"0"-746,0 0-79,0 0-17,0 0-29,0 0-14,96-84-2,-41 62-23,3 4-172,0 1-274</inkml:trace>
  <inkml:trace contextRef="#ctx0" brushRef="#br0" timeOffset="175515.4111">8298 10391 785,'0'0'162,"0"0"-76,0 0-7,0 0 29,0 0-82,0 0-25,38-13 3,-3 1-4,2-1-5,1 0-46,-4 3-80,-3 4-58,-7 4-201</inkml:trace>
  <inkml:trace contextRef="#ctx0" brushRef="#br0" timeOffset="175690.8833">8414 10580 838,'0'0'97,"0"0"-62,0 0 60,0 0-37,0 0-33,0 0-21,73 2-4,-34-26-66,3-3-111,-9-1-315</inkml:trace>
  <inkml:trace contextRef="#ctx0" brushRef="#br0" timeOffset="176189.2268">8513 10090 485,'0'0'193,"0"0"-37,0 0-60,0 0 7,0 0 6,0 0-40,-38-25-30,38 25-16,0 0-12,0 2-11,18 13 4,12 9-3,12 3 9,13 0-8,8-4-1,5-4 4,1-6-5,-2-3 0,-13-6 0,-5-2-6,-16-2-10,-14 0-6,-13 0 4,-6 8 2,-4 6 2,-22 7 14,-10 12 7,-8 7 11,-3 10 13,-2 8-6,4 2-11,4 0-10,14-10-4,12-10-1,12-12-61,3-13-128,21-10-346</inkml:trace>
  <inkml:trace contextRef="#ctx0" brushRef="#br0" timeOffset="177578.2609">9808 9790 714,'0'0'112,"0"0"-42,0 0 21,0 0-4,0 0-39,0 0-42,-14 18-4,23 20 15,6 8 20,2 7-7,-1 2-16,-3 2-3,1-2 4,-4-5-1,-2-6-4,-1-11-8,-4-11-1,-2-9 1,1-10-2,-2-3 0,0-3 9,0-18 0,0-9-9,-9-5 0,-1-4-4,-1-4 1,-2-3-11,-2-5 0,-1-1-12,-1-4 0,4 7 4,1 7 6,4 11-11,2 15 12,6 9 11,0 7 4,0 7-3,0 22-5,6 13 8,6 9 0,1 6 1,-2 4 5,1 0-5,-3-2 1,-3-6 5,-2-7 0,-1-10-1,0-10-4,-1-10-2,-1-11 0,1-5 2,-1 0-1,1-14 0,-2-10-1,0-7-7,0-4-8,0-5 2,-3 1 9,-8-5-5,1 0 6,-5-1 3,1 3-1,0 3 0,3 9 1,2 11 0,5 9-1,4 10 1,0 3-5,0 21 2,10 11-1,5 9 4,1 4 0,1 0 1,1-4-1,-5-6 0,2-9 0,-4-8 0,-4-8 0,0-7-1,-5-6-2,-2 0-30,0-17-1,0-10-3,0-5-17,-12-5 19,-3-4 26,-3-3 8,-1-2 1,-5-2 0,2 0 5,-2 8 5,10 11-1,5 13 2,8 16-5,1 3 10,0 25-9,4 15 18,8 7 0,3 0-20,2-2-3,-3-7-2,0-6-10,-2-8-91,-2-7-253</inkml:trace>
  <inkml:trace contextRef="#ctx0" brushRef="#br0" timeOffset="181131.0313">9663 10469 339,'0'0'220,"0"0"-135,0 0 26,0 0 23,0 0-52,0 0-28,0 0-9,4 67-6,-4-67 8,0 0-4,0 0-11,0-12-6,0-8-21,0-7 10,-4-5-3,-5-8-11,0-7 6,-3-6-7,-1-6-1,-2-8-2,-3-2 3,-3-3-6,-3 1 1,0 3-3,-3 5 8,4 12-2,1 9 2,6 14-2,6 7 3,-2 3-1,6 5 1,1 3 0,2 3-1,3 3 0,0 1 0,0 1-3,0 2 3,0 0 0,0 0 0,-1 0-1,1 0 1,0 0 0,0 0-2,0 0 1,3 0-4,13-1 5,5 0 0,9-3 0,10-3-1,14-5 1,14-5 0,10-4 0,7-2 1,-4-3-1,2-1 0,-4 0-1,-13 3 0,-6 2 1,-15 3-9,-17 5-9,-10 1-1,-9 3 19,-8 2 2,-1 0-2,0 1 1,0 0-1,0 4 1,-4 1 4,-1 1-2,2 1 0,2 0-1,-1 0-1,-2 0-1,4 6-2,0 16 0,0 10 1,0 11 0,0 9 1,4 7 0,7 5-1,1 6 1,4 6 0,2 1 0,3-4 0,0-6 0,-3-11 0,1-5-3,0-7 1,-1-9-8,-3-4 5,-3-7-14,-1-4 19,-6-5-2,1-3 4,-4 0-4,-2-1 0,0-2 2,0-1 4,-5 0-3,-12-3 1,-10 4-2,-9-1 5,-12 3-5,-16 2 2,-9 4-2,-12 1 2,-2 3-1,2-1 1,11-2 0,11-3-1,15-4-1,8-4 0,16-1-7,9-2-9,12-4-21,3 0-65,3 0-105,15-6-146</inkml:trace>
  <inkml:trace contextRef="#ctx0" brushRef="#br0" timeOffset="184908.6108">8647 4109 756,'0'0'142,"0"0"-82,0 0 0,0 0 6,0 0-11,0 0-37,0 0 1,33-111-6,-2 56-4,6-9-9,9-9-2,2-1-21,1 6-35,-4 15-62,-3 15-187</inkml:trace>
  <inkml:trace contextRef="#ctx0" brushRef="#br0" timeOffset="185252.2071">9699 3752 206,'0'0'651,"0"0"-570,0 0-42,0 0 60,0 0 22,0 0-70,37-65-42,-3 17-9,12-10-3,7-11-54,12-9-74,-1-1-73,2 9-260</inkml:trace>
  <inkml:trace contextRef="#ctx0" brushRef="#br0" timeOffset="185564.3088">10946 3364 977,'0'0'111,"0"0"-93,0 0 53,0 0-40,73-86-26,-7 29-5,14-8-45,4-10-133,-2-1-293</inkml:trace>
  <inkml:trace contextRef="#ctx0" brushRef="#br0" timeOffset="188699.3808">6296 12266 521,'0'0'108,"0"0"48,0 0-55,0 0-21,0 0-32,0 0-1,0 0-14,-45-36-10,45 36-13,0 0-10,0 20-6,6 9 6,7 9-1,4 3 0,-1-3 2,-4-4-1,4-7 0,-5-4-1,-2-9 0,-3-7 1,-2-4-3,-1-3 2,-3 0-2,0 0 3,0-3 2,5-13-2,-1-4-4,4-2 1,3-2-7,6 1 7,5 2-5,5 7 7,3 7 0,1 7-4,2 0 1,0 21-1,-2 6 5,-7 3 0,-7 2 1,-8 1 2,-8-1 14,-1-1-3,-3 2 10,-12-4-10,-7-2-10,-2-6 1,3-5-5,-4-8-1,2-8-24,4 0-29,-5-15-30,5-11-199,-2-5-348</inkml:trace>
  <inkml:trace contextRef="#ctx0" brushRef="#br0" timeOffset="188962.1643">6304 12276 681,'0'0'114,"0"0"-23,0 0-13,0 0-8,0 0-35,0 0-32,14-83-2,29 65-1,11-2-3,9-1 3,1-3-125,-1 1-507</inkml:trace>
  <inkml:trace contextRef="#ctx0" brushRef="#br0" timeOffset="191781.9091">6975 12419 355,'0'0'151,"0"0"-76,0 0 96,0 0-41,0 0-53,0 0-15,-5 0-3,2 0-5,0 0 16,3 0-22,0 0-20,0 0-2,0 0-10,0 0-4,0 0-5,0-1-5,0-5-2,16-3 0,11-5 4,12 0-4,4-3 4,2 2-5,-2 1 1,-7 4 0,-6 1-1,-6 4-2,-9 0-4,-2 2 2,-7 2-16,-4 1-2,-2 0 3,0 0 1,0 0 0,0 0-53,0 3-16,-2 4-42,-1 0-209</inkml:trace>
  <inkml:trace contextRef="#ctx0" brushRef="#br0" timeOffset="194219.7445">8732 4147 559,'0'0'1,"0"0"0,0 0 3,0 0 14,-43-76 49,35 63-31,2 2-32,-4 1 27,-1 1 32,-2 2-29,-5 4-23,-4 1-7,-5 2-2,1 0 5,-5 0-5,-3 14 1,0 6 0,-2 5-2,1 9-1,1 7 1,10 7-1,6 4 2,8 9 0,7 6-2,3 8 4,1 3 0,17-3-2,9-11-2,4-7 5,8-12-2,5-8 17,6-12-7,5-12-8,3-13 4,2-2-8,1-23 3,-4-11 2,-3-7 1,-7-3 14,-8-4 0,-7-1-10,-10-4 12,-13-1 12,-9 0 10,0-4 0,-24-1-4,-9-2-13,-9 0-13,-5 1-14,2 12 5,6 12-6,9 14-14,11 17-36,13 7-49,6 18-59,0 19-283</inkml:trace>
  <inkml:trace contextRef="#ctx0" brushRef="#br0" timeOffset="194924.9784">9758 3857 562,'0'0'95,"0"0"1,0 0-11,-83-81-7,58 65-13,-4 5-33,5 5-25,2 6-1,-5 2-1,3 20-3,-4 14-2,-2 14 0,0 11 0,-1 13-1,8 9 3,7 4-2,10 2 0,6-8 4,9-10 5,18-9-3,9-10 5,7-10-1,9-13-2,11-9-2,13-14 3,2-6-8,-1-16 2,-1-18-1,-9-6-1,-6-7 2,-11-5-1,-10-3 1,-13-5-2,-11-3 8,-14-2 38,-2-3-9,-20 0-9,-15 7 7,-10 4-24,-12 9 6,-4 11-14,-6 11-4,-2 14 0,11 12-14,9 0-41,14 22-78,10 5-68</inkml:trace>
  <inkml:trace contextRef="#ctx0" brushRef="#br0" timeOffset="195741.0529">11113 3515 498,'0'0'96,"0"0"-1,0 0 43,0 0-66,0 0-18,0 0-10,-94-68 3,61 68-35,-7 0-8,-3 20 0,-1 8-2,1 10-2,3 10 1,5 14 0,7 10 6,12 9-2,13 0 1,3 3-1,18-5-5,16-7 2,15-7-1,14-15-1,16-14 0,9-18 0,3-15-1,-3-3-33,-10-23 0,-7-14 11,-11-7 17,-12-12 6,-9-3 20,-11-3 28,-12-7 28,-13-6 17,-3-5-52,-12-2-13,-19 6-12,-11 15-7,-4 14-4,-5 16-5,-1 15-1,6 13-23,3 3-89,8 19-92,7 12-259</inkml:trace>
  <inkml:trace contextRef="#ctx0" brushRef="#br0" timeOffset="198744.6102">7668 11998 563,'0'0'148,"0"0"7,0 0-39,0 0-5,0 0-18,0 0-67,0 30-17,0 13 3,8 10 5,3 2 5,0 0-17,1-4-1,1-4-4,1-10-2,2-5-15,2-7-99,3-10-91,3-6-305</inkml:trace>
  <inkml:trace contextRef="#ctx0" brushRef="#br0" timeOffset="198997.4606">8468 11930 264,'0'0'955,"0"0"-923,0 0-29,0 0 3,0 0-2,0 0-4,92-71-3,-43 58-49,-4 4-48,-4 5-60,-11 4-183</inkml:trace>
  <inkml:trace contextRef="#ctx0" brushRef="#br0" timeOffset="199147.235">8665 12093 212,'0'0'726,"0"0"-669,0 0-55,0 0 68,0 0-25,0 0-38,52 22-7,-10-55-17,1-5-87,-7-3-200</inkml:trace>
  <inkml:trace contextRef="#ctx0" brushRef="#br0" timeOffset="199417.7136">8750 11569 1010,'0'0'25,"0"0"-25,0 0 6,0 0 13,82 92 21,-30-55-26,5 4 5,0 4-4,-10-1 28,-11-1-22,-8 2-17,-16 2 8,-12 1 1,-3 3-10,-23-1 6,-7-1-9,1-7-17,4-9-68,10-12-81,5-16-324</inkml:trace>
  <inkml:trace contextRef="#ctx0" brushRef="#br0" timeOffset="200295.4311">8781 4953 142,'0'0'3,"0"0"-3,0 0-61</inkml:trace>
  <inkml:trace contextRef="#ctx0" brushRef="#br0" timeOffset="202589.4102">9673 11618 472,'0'0'190,"0"0"-40,0 0-37,-45-72-5,44 69-1,1 3-51,0 11-40,9 23-8,13 17 42,-1 11-5,2 1-30,-4-4 2,-7-5-4,0-6-8,-6-4 2,-5-6-7,-1-9 2,0-10-2,0-9-12,0-10-16,-4 0-13,-3-21-37,2-8-33,5 0 60,0 0 3,12 5 32,10 5 9,7-2 7,2 1 0,2-3 0,-2-4 12,-4 2 2,-3 0 0,-12-2-4,-2 3-4,-8 4 9,-2 7 10,0 12 32,-12 5 0,6 33-33,1 24-24,5 20 0,0 20-3,18 6-168,6 0-399</inkml:trace>
  <inkml:trace contextRef="#ctx0" brushRef="#br0" timeOffset="206752.907">10164 7912 72,'0'0'919,"0"0"-908,0 0-9,-45-78 3,45 57-4,14 4-1,11 7 0,3 7-18,4 3 16,-1 21-3,-3 25 4,-5 20 1,-4 20 2,-2 17 19,-4 17 5,5 3-7,3-2 0,7-11-9,8-15-10,10-13 4,6-14-3,11-18 10,1-14 1,0-17-12,-1-13 6,-5-6-6,-5-2-2,-7-14-2,-13-7-18,-11-3 0,-8 0 7,-10 2 0,-2 3-4,-2 6 16,0 8 3,0 7 12,0 0 22,-2 14-20,-1 18-5,3 8-2,0 14 9,0 10-4,0 15-8,8 15 8,17 19-8,12 20 24,11 12-3,7 8-22,6-1-1,-1-8-2,-6-11 0,-7-14 0,-9-9 0,-10-4 0,-7-4 0,-11-5 0,-10-5 0,0-9 0,-18-8 1,-19-3-1,-9-4 0,-9-6 0,-5-10 8,3-14-4,8-17-4,6-18 0,9-9-126,5-31-242</inkml:trace>
  <inkml:trace contextRef="#ctx0" brushRef="#br0" timeOffset="207556.0687">12329 8695 758,'0'0'115,"0"0"-55,0 0 35,0 0 5,0 0-55,0 0-22,-4 90 6,21-35-12,-2 3-8,3 1-7,-6-3-2,0-7-2,-3-8-36,5-10-92,-1-8-81,-1-12-368</inkml:trace>
  <inkml:trace contextRef="#ctx0" brushRef="#br0" timeOffset="207882.7078">12802 8972 85,'0'0'816,"0"0"-704,0 0-101,0 0 76,-2 88-41,2-52-40,0-1-5,0-2-1,2-3-43,5-4-83,1-5-260</inkml:trace>
  <inkml:trace contextRef="#ctx0" brushRef="#br0" timeOffset="208304.8818">12982 8689 757,'0'0'107,"0"0"-25,0 0-30,0 0 4,20-77-23,4 68-30,4 5-3,-1 4 0,-2 10-10,-5 20-18,-9 10 6,-5 7 12,-6 4 9,-1 0-1,-18-4 2,-2-4 8,3-9 15,2-9 20,7-9 0,2-8-2,7-6-23,0-2-7,11-2 0,17-15 0,8-7-8,9-1-3,1 0-8,3 0-61,-4 4-73,0 4-236</inkml:trace>
  <inkml:trace contextRef="#ctx0" brushRef="#br0" timeOffset="208525.3546">13594 8804 1132,'0'0'112,"0"0"-105,0 0 25,-10 109 15,10-56-40,0 2-5,0-1-2,1-4-50,12-7-144,-2-11-165</inkml:trace>
  <inkml:trace contextRef="#ctx0" brushRef="#br0" timeOffset="209039.3668">13772 8329 865,'0'0'113,"0"0"-95,0 0 37,65-72-2,-33 70-35,-1 2-11,-1 15-1,-8 16 2,-8 7 4,-7 5 6,-7-4 0,0 1-12,-16-4-4,-8-3-2,1-3-2,3-9-3,3-7 2,8-6-6,6-8 2,3 0 1,3-7-46,23-11 19,8-3 15,8 2 13,2 8 4,0 7 1,-1 4 42,-7 0 16,-8 21 10,-6 7-10,-14 12-14,-8 6-5,-6 8 5,-27-1-30,-13 1-14,-9-2-18,-11-2-69,-10-5-178,-15-4-718</inkml:trace>
  <inkml:trace contextRef="#ctx0" brushRef="#br0" timeOffset="210187.4436">12141 9874 757,'0'0'80,"0"0"-80,0 0 117,0 0-17,0 0-64,0 0-17,-14-29-3,10 6-3,-5-7-1,-1-7-5,-1-8 4,-4-15-7,-1-13-4,-5-18-1,-6-7-14,-7-9-28,-7 0 36,-2 6 1,5 7 4,2 12 0,7 13 3,3 13-1,3 13 3,5 10 3,5 9 17,4 6 1,6 3 8,3 3-17,0 1-11,0 1-4,10 0-1,10 3-3,3 0 4,7 0-3,6-1-4,6-5-7,9-4 5,7-7-2,12-6-5,16-9 5,13-8 1,11-7 5,10-3-5,9-1-7,6 4 13,9 5 3,6 5-4,-4 2 5,5 1 0,-2 0-2,-5 1 2,-3 0 0,-4 0-1,-10 2 0,-9 0 2,-11 4-1,-11 3 8,-11 3-5,-18 4-1,-18 4-2,-12 3 0,-13 6 1,-12 2-1,-4 4 1,-6 3-1,-2 1 2,0 1 3,-2 0-4,-10 6-1,-2 16 0,1 10 0,4 11 0,6 15-3,3 13 4,0 18-1,9 17 3,6 20-3,3 7 0,2 2 0,3-7 0,-2-13-2,-2-11 3,-5-13-1,-3-14 0,-3-10 1,-6-11 0,-2-6 0,0-9 0,-20-4 3,-13-4-3,-15-2 1,-16-1 0,-18-1 0,-21 2 0,-21 0-2,-22 6 1,-20 3-1,-14 4 23,-6 3 34,2-2-29,7 1-10,21-6-13,18-1-5,24-6-3,25-2 0,16-4-50,23-6-65,18-5-103,17-7-326</inkml:trace>
  <inkml:trace contextRef="#ctx0" brushRef="#br0" timeOffset="210592.548">13239 10143 754,'0'0'40,"0"0"11,0 0-2,0 0 61,0 0-45,-88 111 3,77-51-19,7-3-30,4-6-5,0-8-3,17-11-10,6-10 0,7-9-2,3-13-31,9 0-28,2-18-8,0-9-25,-4-3-90,-3-1-76,-7 2-10</inkml:trace>
  <inkml:trace contextRef="#ctx0" brushRef="#br0" timeOffset="210830.9875">13524 10337 439,'0'0'269,"0"0"-134,0 0-32,0 0-21,22 84-29,-5-77-17,5-7-11,2 0-3,3-9-9,-2-12-9,-4-4-4,-5-6 0,-8-3-5,-6-2-3,-2 1-12,-8 4-8,-19 4 15,-6 6 8,-6 9-7,1 9-18,2 3 8,8 15 0,8 13-35,5 8-13,12 0-27,3-2-84,5-8-73</inkml:trace>
  <inkml:trace contextRef="#ctx0" brushRef="#br0" timeOffset="211675.8667">13858 10089 175,'0'0'856,"0"0"-797,-12 82-35,12-48 92,11-3-47,9-9-40,3-5-17,4-10 2,0-7-13,1 0 4,-1-14-5,-3-11-12,-5-5-35,-1-2-23,-7 0-28,-5 2 17,-5 3 11,-1 9 49,0 6 20,0 10 2,-6 2 40,2 11 5,2 14 28,2 5 4,0 0-17,8-7-22,9-7-17,7-8-10,4-8 1,2 0-11,3-12 1,-2-12-3,-1-4-24,-7-5-15,-5 1-58,-9 2-4,-8 3 55,-1 7 27,0 9 12,0 8 7,0 3 15,0 7 23,0 16 15,0 5-3,0-1 7,0-2-25,0-6 0,0-5-12,0-5-9,0-8 3,-4-1-9,-4 0-1,2-17-4,-1-5-16,-1-6-17,7-1-10,1 0-35,0 5-4,0 11 42,0 10-8,6 3 46,7 16 4,4 13 2,2 1 36,2-2-4,0-6-7,1-9 0,3-9-3,5-4-5,2-7-7,2-18-10,-1-9-1,-2-4-3,-4-6-3,-9-1-11,-6 0 7,-12-1-10,0 0 6,-8 2 10,-9 11 0,1 11 2,3 15 41,4 7 21,2 24-24,1 20-12,3 12 2,3 4 18,0-3-19,15-3-28,13-5 3,12-5 0,8-10-3,-2-8-28,-4-12-59,-12-10-107,-14-4-387</inkml:trace>
  <inkml:trace contextRef="#ctx0" brushRef="#br0" timeOffset="211848.12">14510 9978 1096,'0'0'112,"0"0"-66,0 0-19,0 0 39,0 0-60,73-84-6,-17 55-34,3-2-93,1-3-72,-2 3-301</inkml:trace>
  <inkml:trace contextRef="#ctx0" brushRef="#br0" timeOffset="212128.978">15481 9495 1109,'0'0'111,"0"0"-85,0 0-3,0 0 52,9 83-35,17-36-4,2 4-19,-3-1-15,-4-1 1,-3-7-3,-7-7-10,-5-6-52,-5-10-40,-1-8-142,-13-7-434</inkml:trace>
  <inkml:trace contextRef="#ctx0" brushRef="#br0" timeOffset="212310.0262">15382 9825 948,'0'0'146,"0"0"-76,0 0 26,0 0 16,0 0-55,0 0-46,80-70-10,-17 40-1,4-1-42,3 0-30,-12 4-85,-9 2-133</inkml:trace>
  <inkml:trace contextRef="#ctx0" brushRef="#br0" timeOffset="212459.4355">15953 9546 394,'0'0'748,"0"0"-700,0 0-48,0 0-1,0 0-196</inkml:trace>
  <inkml:trace contextRef="#ctx0" brushRef="#br0" timeOffset="214461.2825">15610 9504 501,'0'0'200,"0"0"-87,0 0 5,-55-76-24,50 66-20,2 10 4,3 5-29,0 32-30,11 21 1,8 14 24,-1 7-18,1-1-4,-5-4-2,2-9-2,-5-11-7,0-12 7,-2-13-18,-3-10 4,-1-12-4,-5-7 1,0-7-4,0-22-5,0-10-19,-12-9-2,-4-5 8,-3-4 14,-3-2-1,-3-2 4,0-1 3,0 3-3,2 8 3,3 14 1,8 19 0,8 18 0,4 18 0,0 31 1,0 15 15,12 12-8,3 2 3,0-3 0,1-10-3,-1-10 3,3-16 2,-5-12-5,1-11-2,-7-12-6,-1-4-6,-4-9 6,-2-20-3,0-12-29,0-9-4,-14-5-6,-8-2 4,-5-6-4,-3-3 2,-4-2 18,4 5 16,3 13 0,11 20 6,7 28 0,9 15 8,0 39 14,0 18 28,15 11-15,1 3-12,0-5 16,1-6-18,2-13-3,-1-12-5,0-15-3,0-12-7,-6-15-2,3-6 1,-8-17-4,-2-19-5,-5-10-26,0-9-8,-18-6-15,-8 1 22,-5-6 13,-3 0-9,3 6 11,8 11 6,8 20 9,9 26 4,6 17 0,3 34 11,15 20 42,2 9-8,2 3-12,-3-4-3,1-7-7,-1-12 12,-1-11-28,2-15 7,-4-13-10,-3-12-3,-2-6 1,-4-17-2,-2-17-5,-4-11-20,-1-9-25,-1-2 8,-20-5 16,-4 1-14,-4-1-2,4 7 14,4 15 12,6 15 14,14 24 0,1 7 2,7 31 0,9 17 54,4 5-3,-4 4-24,-1-7 0,3-10 0,-5-11-11,-1-15-7,0-9-5,-6-12-4,3 0-1,-4-16-19,1-18-47,-5-11-59,-1-9-29,0-5-93,-18-2 55,-10-3 39,-3 0 42,-2 3 112,6 11 47,13 21 117,10 26-61,4 14-5,15 39 42,12 16-53,4 10-60,0 5-27,1-5-53,-4-4-167</inkml:trace>
  <inkml:trace contextRef="#ctx0" brushRef="#br0" timeOffset="218847.2681">8763 3818 560,'0'0'155,"0"0"-103,0 0-7,0 0 39,0 0-14,0 0-26,0 0 4,14-55-4,8-3-18,11-16-14,7-15-10,8-9-1,-2-5 1,-1 3-2,-6 15 2,-8 20-6,0 29-11,-2 26-54,2 10-77,0 32-46,-2 15-86</inkml:trace>
  <inkml:trace contextRef="#ctx0" brushRef="#br0" timeOffset="219207.9365">9881 3624 667,'0'0'307,"0"0"-265,0 0-25,0 0 84,0 0-65,49-118-16,2 45-17,5-8-3,2-5-49,-4-1-34,-6-1-84,-12 12-172</inkml:trace>
  <inkml:trace contextRef="#ctx0" brushRef="#br0" timeOffset="219519.9969">10997 3180 969,'0'0'32,"58"-109"-32,-5 35 0,10-9-3,6-5-161,-3 1-361</inkml:trace>
  <inkml:trace contextRef="#ctx0" brushRef="#br0" timeOffset="221162.3317">8853 3885 24,'-24'160'0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5-11-30T04:54:56.2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3714 1525 258,'0'0'230,"0"0"-176,0 0-11,0 0 129,0 0-82,0 0-7,0 0-24,0 0-6,-4 0-7,-3 0-23,-1 0 16,2 0-6,-4-4-8,4-2 12,3-2-19,-2-5 14,2-1-13,2-4-16,1-6 12,0-2-15,4-1 0,14 4-2,6 3 1,3 7 1,6 6 0,-2 7-3,4 0-4,0 20 7,-4 16-5,-1 14 1,-7 6-10,-10 4 13,-10-3 1,-3-3-11,-6-3 11,-15-5 2,-4-2-1,-2-5 2,-4-2 0,1-6-3,-1-7 0,-1-4 4,1-7 0,6-7-4,-1-6 0,4 0 6,1-20 1,3-10-10,5-4 3,5-1-33,8 2 0,0 10 15,3 5-16,16 13 11,4 5 5,7 0 15,1 11 1,2 11 4,1 4-2,-1 4 0,-3 1 0,-3-5 9,0-3-2,-5-4-7,-3-7 3,-4-4 1,-3-7 1,-3-1 4,0 0-1,-1-11 15,3-15-19,0-8-4,2-8-22,1-8-72,5-1-94,5 8-133,8 13-31</inkml:trace>
  <inkml:trace contextRef="#ctx0" brushRef="#br0" timeOffset="512.2768">4486 1669 752,'0'0'87,"0"0"46,0 0-55,0 0-49,0 0-17,0 0-7,-21 86 14,18-42 13,3-1-8,0-4 8,0-6-22,9-7 2,10-8-4,1-8-5,8-10 1,2 0 4,3-12-5,-2-14-3,-1-6-1,-8-4-7,-7-3 0,-7-5 7,-8-4 0,-5 2 2,-17 5 18,-5 10 1,-3 12-12,0 14-5,-1 5-3,1 1-15,0 19 10,5 3-76,5 2-84,10-3-231</inkml:trace>
  <inkml:trace contextRef="#ctx0" brushRef="#br0" timeOffset="2420.2026">6212 1391 442,'0'0'375,"0"0"-361,0 0 44,0 0-21,0 0-33,72-74-4,-47 74 8,2 0 0,-6 8 6,0 17 4,-8 9-16,-9 7 11,-4 0 8,0-2-4,-17-2-4,-7-6-2,0-3-2,-2-6-7,6-7 4,6-8-8,10-4 2,1-3 0,3 0-2,0-7-5,7-10-14,13-1 6,5 1 0,6 4 11,-1 8-5,0 5-1,-2 2 8,-2 15-1,-5 6 0,-5 2 2,-10-1-7,-6 1 8,0 0 1,-12-3 47,-15 0 0,-9 0-24,-7-5 2,1-3-8,3-6-11,5-6-3,4-2-1,5-6-3,10-15-10,8-8-67,7-3-18,10 3-124,22 4-378</inkml:trace>
  <inkml:trace contextRef="#ctx0" brushRef="#br0" timeOffset="2834.5213">6787 1634 607,'0'0'48,"0"0"44,0 0 24,-11 79-64,11-47-7,14-1-3,6-4-27,6-4-1,5-9-1,-1-7-6,0-7 6,-2 0-10,-1-10 3,-6-14-1,3-4-5,-8-6 0,-10-1-2,-6-4 4,0-1 1,-15 2 20,-9 3 19,-4 12-19,-4 12-17,1 8-6,-3 3-1,2 3-8,0 12-36,9 3-42,9 3-76,6-1-356</inkml:trace>
  <inkml:trace contextRef="#ctx0" brushRef="#br0" timeOffset="3518.4712">8005 1491 848,'0'0'52,"0"0"49,0 0-9,0 0-55,0 0-36,0 0 0,3 47 0,5-9 16,-5 4 16,4 0-11,-7 0 0,0-3 2,0-4-9,-10-5 1,-1-8-8,-1-6-8,-1-5 6,4-8-6,1-3 0,0 0-8,2-16-38,4-5-23,2 2 15,0 3 23,11 6 0,11 3 9,6 4 18,7 2 4,-1-3-3,2-2 1,1-4-3,-4-2-4,-5-4 9,-4-1-4,-6 2 4,-3 0 0,-6 4 1,-8 3 2,-1 3 15,0 5 28,0 0 21,-6 3-59,-5 18-5,-3 11 30,1 4-3,4 5-9,3-1-12,3-4-8,3-2-2,0-4-3,0-8-73,12-5-120,4-8-281</inkml:trace>
  <inkml:trace contextRef="#ctx0" brushRef="#br0" timeOffset="3971.8794">8717 1633 694,'0'0'114,"0"0"-34,0 0-18,0 0-9,0 0 13,-28 97-16,28-58-8,1 1-5,15-5 6,6-5-21,4-9-2,7-7-5,4-11-9,4-3 4,-1-10-7,-4-17-1,-2-10-4,-5-5-1,-12-5-7,-9-2 6,-8 0 4,-9 6 6,-21 9 15,-12 15-17,-10 15-3,-2 4-1,6 15-3,7 15-36,13 4-118,11-1-125</inkml:trace>
  <inkml:trace contextRef="#ctx0" brushRef="#br0" timeOffset="5568.3384">432 1074 1067,'0'0'6,"0"0"4,0 0 7,0 0 4,0 0-8,11-81-10,17 66 4,8 6-3,4 8-3,2 1 5,1 14-5,-12 16-1,-8 6 4,-7 5-4,-14 1 9,-2 1 2,-15-3-4,-9-3 8,-6-4-8,-3-5-2,-5-5 2,-1-8-7,3-5 7,3-10-7,6 0 1,8-10 1,4-11-2,7 0-25,8 1 17,0 5-10,11 3 10,19 10-2,7 2-1,11 0 8,1 8 3,0 3 0,-5-1 3,-13-6 0,-4-1 9,-11-3 14,-2 0-9,-5-6 10,-2-12-13,-4-9-8,0-3-6,0-4-35,0-5-70,3 3-84,4 0-306</inkml:trace>
  <inkml:trace contextRef="#ctx0" brushRef="#br0" timeOffset="5812.9203">887 877 377,'0'0'210,"0"0"-177,0 0 110,0 0-75,87 17-3,-53 19 0,-1 9 20,-5 10-42,-8 4 26,-7-3-47,-10 0-11,-3-7-2,0-4-9,-13-4-20,5-7-156,4-12-234</inkml:trace>
  <inkml:trace contextRef="#ctx0" brushRef="#br0" timeOffset="6762.0635">1845 741 673,'0'0'71,"0"0"6,-6 76 37,6-30-43,0 2-11,0-1 2,0-5 2,0-5-18,0-8-26,0-7 8,0-8-10,0-7-1,0-6-6,3-1-10,-3 0 8,0-18 4,0-12-13,0-9-3,0-8-17,0-3-6,-6-4 11,-7 2 2,4 5 1,3 12-1,-1 11 7,7 14 4,0 7 2,0 3-2,0 6-2,0 16-27,4 11 31,8 3 7,0 0 9,4-5 6,-1-6-17,6-5 1,-2-6 4,-2-5-5,4-7-1,1-2 0,-1-2-3,7-20-2,-1-6-17,-3-7-51,-6-6-28,-5-4 11,-8-2 30,-5 5 21,0 7 8,0 10 27,0 14 2,0 10 13,0 1 14,-3 22-26,1 17 0,-1 13 33,2 3 21,1-1-14,0-5 6,4-10-34,13-8 2,5-10-13,5-8 0,3-10 5,6-3-4,-2-6 4,2-16-9,-2-6-21,-10-6-60,-6-3 19,-9 0 18,-6 2 20,-3 8 20,0 12 4,0 11 7,0 4 26,0 12-20,0 19-12,0 10 41,0 3 8,0-3-30,0-6-5,0-8-15,0-9 0,0-8-17,3-7-106,4-3-143,2-8-288</inkml:trace>
  <inkml:trace contextRef="#ctx0" brushRef="#br0" timeOffset="6997.3528">2388 550 397,'0'0'244,"0"0"-164,0 0-13,0 0 26,0 0-17,0 0-26,-4 82-20,-7-71-11,-2-5-2,-2-5-8,1-1-3,1-1-4,3-13-2,2-6-31,5-1-6,3 0-50,0 4-11,18 7-135,3 8-143</inkml:trace>
  <inkml:trace contextRef="#ctx0" brushRef="#br0" timeOffset="7331.9442">2618 752 525,'0'0'150,"6"76"85,-3-41-106,0-4-48,-1-6-29,-2-9-16,2-6-13,0-6-21,-2-4 12,0 0-5,0 0 4,0-12 0,0-9-13,0-9-28,0-5-30,0-8 17,0 0-7,0 2 30,6 8-6,7 12 23,5 11-7,0 10 7,3 0 1,6 16 9,-5 12 15,5 6 16,-6 4-17,0-1-6,-6-2-13,-5-4-8,-2-6-114,-4-6-157</inkml:trace>
  <inkml:trace contextRef="#ctx0" brushRef="#br0" timeOffset="7662.7358">3491 602 781,'0'0'61,"0"0"48,0 0-29,0 0-70,0 0-7,3 76 3,7-16 51,-2 5-10,-1 1-24,-4-5 17,0-8-23,1-8-11,-2-11-6,1-11-1,0-13-38,3-10-66,0-4-45,3-23-64</inkml:trace>
  <inkml:trace contextRef="#ctx0" brushRef="#br0" timeOffset="7868.3517">3504 515 546,'0'0'14,"0"0"49,0 0 35,99-62-9,-68 69-72,-1 18 21,-5 7-4,-8 5 6,-7 1 1,-9 3 19,-1-4 19,-14-2-31,-18-4-19,-8-7-17,1-4-12,6-9-83,8-11-122,9 0-299</inkml:trace>
  <inkml:trace contextRef="#ctx0" brushRef="#br0" timeOffset="8238.0761">3899 646 763,'0'0'67,"0"0"-15,0 0 23,0 0-45,0 0 17,20 78 1,-5-54-11,3-5-9,3-3-5,1-6-9,1-5 2,-1-5 4,0 0-11,-1-10-2,-3-11-3,3-5-1,-8-6-6,-4-1-27,-6-4 1,-3 1 15,-10 3 14,-11 6 7,-8 11 8,-2 11-9,3 5-6,-2 2-9,6 20-66,5 5-14,11 1-82,5-1-168</inkml:trace>
  <inkml:trace contextRef="#ctx0" brushRef="#br0" timeOffset="9318.2877">4335 577 752,'0'0'60,"0"0"17,0 0-18,0 0 3,0 94 4,0-61-9,5-6-18,10-5-13,1-6 1,5-7-7,-2-4-17,4-5 8,2 0-6,0-9-2,-2-12-3,2-4-31,-6-5-56,-5-1-3,-5 2 27,-8 0 18,-1 8 45,0 7 3,0 7 23,0 7 8,0 4-27,-4 20-2,-2 7 13,3 5 45,3-8-9,0-4-29,0-10-5,15-6-16,0-5 3,4-3 9,2-1-12,3-19-4,4-4-7,-2-5-114,-4-3-7,-7 0-114,-2 1-30,-7 7 157,-6 7 1,0 10 114,0 7 111,0 4-90,0 19 144,0 5-1,0 4-16,0-3-31,8-5-72,4-6 5,6-7-5,2-5-23,5-5 7,0-1-6,6 0-14,-4-13 1,1-3-9,-7-4 0,-4-4-1,-6-3-5,-6 0-11,-5 2-9,0 2-10,0 3 30,-8 7 5,-9 4 13,-6 6 3,-2 3-16,-1 0 0,3 16 3,2 6 4,7 8 3,6 5 10,5 3-7,3-1 13,1-5-15,14-8 0,3-7-4,6-5-5,1-9 7,6-3-4,2-5 1,0-16-6,3-9-1,-2-3-26,-5-6-7,-9 1-30,-9-1 1,-4 2 36,-7 8 3,0 6 9,0 11 15,0 10 14,0 2 19,-3 5-27,-1 15-5,1 6 14,3-1 15,0-5-15,0-2-10,10-6 3,8-10-5,3-2 3,1 0 12,-2-15-18,4-7-28,-4-3-28,-6 0 24,-2-2 28,-6 3 4,-5 7 15,-1 7 41,0 10 12,0 0-37,0 22-28,0 14 16,0 9 26,0 5-33,0 1-7,8 6-10,4-5-47,9-5-200,-2-12-744</inkml:trace>
  <inkml:trace contextRef="#ctx0" brushRef="#br0" timeOffset="10045.9441">2451 1243 394,'0'0'171,"0"0"-166,0 0 144,0 0-44,0 0-35,0 0-12,-63 3-7,63-3 13,0 0-28,0 0-26,14 0-8,17 0 1,27-2-3,27-9 9,30-5-9,31 0 17,35-3-1,23 1 6,20 1-8,3 3-12,-15 0 7,-23 1-3,-22 2-4,-28 0-2,-18 1-1,-24 1-28,-26 2-25,-27 1-27,-24 3 0,-20 2 19,-14 1 23,-28 0 19,-16 0-80,-13 3-145,-9 5-36</inkml:trace>
  <inkml:trace contextRef="#ctx0" brushRef="#br0" timeOffset="10431.7482">2282 1398 423,'0'0'150,"0"0"-147,0 0 23,0 0 6,0 0-8,0 0 62,148-20-9,-48-1-33,30-6 15,29-4-5,29-1-10,20-4 7,15 3 3,4-2-30,-15 2 5,-21 4-9,-25 4-14,-32 4-1,-26 4-5,-31 6-11,-32 3-29,-26 5-44,-19 3-56,-25 0-93,-30 0-43</inkml:trace>
  <inkml:trace contextRef="#ctx0" brushRef="#br0" timeOffset="11305.0795">2451 1140 338,'0'0'77,"0"0"-49,0 0 103,0 0-80,0 0-3,0 0 8,104-30-46,-53 14-5,0-3-5,1 2 0,-10 4-23,-8 5-90,-19 5-33,-12 3-94</inkml:trace>
  <inkml:trace contextRef="#ctx0" brushRef="#br0" timeOffset="11457.9263">2576 1143 39,'0'0'128,"-104"44"-10,65-29-14,14-3 20,11-5-42,11-5-19,3-2-40,12 0-12,18 0-8,12-10 10,10-7-13,5-1-15,-4 0-136,-9 2-90</inkml:trace>
  <inkml:trace contextRef="#ctx0" brushRef="#br0" timeOffset="11591.7496">2372 1302 775,'0'0'10,"0"0"58,0 0 12,0 0-75,158-43-5,-42-4-93</inkml:trace>
  <inkml:trace contextRef="#ctx0" brushRef="#br0" timeOffset="13318.9862">1575 2080 541,'0'0'256,"0"0"-256,-82 69 1,55-30 12,5 5 4,4 1 2,12-4 33,6-4-20,0-6-16,16-10-3,10-7-12,8-11-2,6-3-2,2-14-85,3-16-87,-6-4-188</inkml:trace>
  <inkml:trace contextRef="#ctx0" brushRef="#br0" timeOffset="14087.4367">1745 2177 561,'0'0'70,"0"0"10,0 0 39,-13 75-65,13-53-28,3-6 12,10-8-22,8-6-13,3-2 5,1 0-2,-1-16 2,-6-6-8,0-5-10,-6-1-15,-3 1-21,-6 0 1,-3 3-8,0-2 5,-21 3 47,-1 2-8,-8 6 9,-3 10 10,2 5 0,-2 7 6,0 21 1,9 7 8,3 11 9,8 3 4,10 0-18,3-2 9,0-8-16,13-9-3,10-10 0,5-12-1,8-8-9,10-1 9,3-23-9,2-9 13,-2-6-13,-7-5-7,-9-4 6,-9 0-19,-11 0 20,-6-2 0,-7-2 6,0 2 8,-8-1-13,-12 6 3,1 7 18,2 13-16,4 9 39,4 13-18,4 3-11,1 20-16,-3 20-8,2 17 8,5 10 3,0-3 1,3-5 3,15-7 16,3-13-7,1-10 14,5-10-30,0-10 2,7-9-1,1-5 3,-1-22-4,-1-7 0,-8-6-12,-7-4-3,-12-3-19,-6-4 27,0-4 5,0-4 4,-12-4-2,-1 6 12,2 15-6,8 18 11,0 18-8,3 6-9,0 22-8,0 22-20,0 17 28,0 11 5,-3 0-3,-4-7-4,7-10 1,0-14-56,0-11-6,21-13-23,7-12-89,11-5 44,1-10-160</inkml:trace>
  <inkml:trace contextRef="#ctx0" brushRef="#br0" timeOffset="14348.0839">2436 1868 556,'0'0'110,"0"0"25,0 0 9,0 0-70,0 0-51,0 0-23,-45-14 0,42 40 0,3 7 1,0 2 0,14 2 15,3-2-8,0-3 8,1-6-5,-6-2-2,-3-5 16,-2-5-7,-7-3 2,0-4-3,-7-1-12,-11-2-3,-9-4-2,5 0-33,2-1-64,11-12-116,6-3-610</inkml:trace>
  <inkml:trace contextRef="#ctx0" brushRef="#br0" timeOffset="17048.335">3352 2521 381,'0'0'59,"0"0"-13,0 0 85,0 0-41,0 0-12,0 0 21,0 0-26,0-22-39,0 3-16,3-6-5,3-7-11,2-5 8,0-5-9,-3-8-1,-1-3 16,1-6-14,-2-4 4,-2 0-6,1-4 0,-2 1 0,0 0 0,0-2 3,0 3 5,0 4-6,0 6 14,0 7-4,0 5 0,0 7 9,0 8 15,0 6-31,0 6 8,0 2-10,0 2 6,0 1-4,0 0-3,0 1 2,0 2-4,0-1 0,0 4-2,3 0 6,-3 2-4,4-1 0,-1 0 3,0-2-8,3-2 5,-3-1 0,2 0-1,1-1 3,-1-3-2,0 2 0,-2-1 3,0 1-2,0 4-1,-3 1 0,3 2-1,-3 3 3,0-1-2,3 2 0,-3 0-3,3-1 1,-3 1-3,5 0-6,2 0 11,5 0-11,7 0 11,5 0 0,10 0 1,2 4-3,6 0 2,7 0 0,2 1-1,4-1 2,5 0-1,4-1 0,2-1 3,1-2-5,6 0 2,0 0 0,12 0-7,1 0 8,1-2-1,-3-1 0,-2 2-2,-9 1 1,3 0 1,-6 0 0,-1 0-5,-5 0 7,3 0-2,-6 0 0,0 0 4,2 0-4,-2 0 0,0 1 0,3 2-2,2 0 5,4 1-3,6 1 0,3-1 1,6 0 1,3-2-2,5-1 0,-1 0-7,4-1 9,-4 0-2,-1 0 0,-1 0 1,-5 2 1,2 1-2,2 0 0,5-1-1,3 1 1,1 0 0,-4-2-2,-3-1 7,-4 0-7,3 0 2,2 0 0,2 2-4,4-1 5,1-1-1,-2 2 0,-5-2 5,-2 0-10,1 0 5,-2 0 0,1-2-8,1-6 6,-3-1-5,5 2 5,1 1 2,1 4-5,-1 0 0,-2 2 5,-1 0-1,-2 0 0,-3 0 1,-4 0-1,-3 0-4,-1-1 1,-11-4 4,-6 0-3,-6 0-3,-7 1 3,0 1 3,-2 2-2,-3-1 10,-7 2-10,-8 0 2,-10 0 0,-10-1-8,-7 1 15,-1 0-7,0-1 17,0-1-17,0-1 7,0 2-7,0 0 0,2-1-1,-2 1 1,0 1 0,0 0 0,0 0-3,0 0-8,0 0-4,0 8 14,0 11-2,-6 6 3,-3 13 0,3 13 3,-3 17 0,-3 12 5,-6 9-2,4 6-6,-2-2 8,4-3-8,2-5 0,4-9-1,3-7 2,0-8-1,1-8 0,-1-7-3,0-10 1,-1-6 2,-3-7 0,2-7-3,-1-3 5,0-3-2,-6-4 0,-3-2 2,-4-1-4,-8-2 2,-7-1 0,-5 0 0,-13 0 2,-14 0-2,-13 0 0,-14 0-1,-12-3-2,-10-1-3,-9 1 4,-1 0-5,-7 3 6,-2 0 1,-6 0-4,-12 0 7,-5 0-8,-10 0 5,-9 3-4,-2 3-2,-5 0 6,1-2 0,2 2 0,3-3 1,1-1-5,-6 0 4,2-2-12,-7 1-17,2 1 22,-3 3 7,11 1 0,8 1 0,9 1-5,14 0 4,10 0 1,8-3 2,10 0 0,3-3-2,5 1 0,4-1 1,0 0-1,6 0 0,6-1 0,6 2-3,7 0 5,2 1-2,9-1 0,4-1 0,5-2 2,6 0-2,3 0 0,4 0 2,2 0 0,-2-5-2,-4 4 0,-5 1 0,-2 0 2,2 0-2,12 0 0,17 0-2,10 0 2,15 0 0,3-6-1,6-7-29,21-5-67,19-7-180,12-2-146</inkml:trace>
  <inkml:trace contextRef="#ctx0" brushRef="#br0" timeOffset="17671.5235">5302 1631 441,'0'0'13,"0"0"-11,0 0 25,0 0 19,0 0 10,0 0 21,-25-55 1,20 45 13,2-1-15,0-2-30,0-2-7,0-4 0,-3-1-16,2-1 5,-2-1-10,3 1-17,-2 2 9,4 1-9,1 11 2,-2 1 4,2 5-7,0 1 3,0 0-3,0 14-13,0 28-5,0 21 12,0 22 6,0 17 28,0 7-18,0 6-7,0 2 8,0-6-7,0-11-2,0-13-2,0-15 0,0-17 1,0-12 0,0-18-1,0-10 1,0-8-1,0-5-9,0-2-44,8 0-31,8-14-45,5-11-186</inkml:trace>
  <inkml:trace contextRef="#ctx0" brushRef="#br0" timeOffset="18196.8428">7076 1439 534,'0'0'38,"0"0"-10,0 0 101,12-80-25,-6 64-51,1 3-31,-1 5-5,-1 1-15,-1 4 8,-1 3-10,-3 0 0,0 0 13,0 7-13,0 31 0,0 26 8,0 23 49,0 19-8,0 6 4,-1-3-27,1-3-8,0-12-15,0-11 9,0-14-10,0-12 6,0-11-6,0-13-2,4-12 0,2-8-4,0-8-69,0-5-35,-3 0-118,-3-14-526</inkml:trace>
  <inkml:trace contextRef="#ctx0" brushRef="#br0" timeOffset="19373.6205">4153 2732 561,'0'0'20,"0"0"-4,0 0 23,0 0-16,0 0 41,0 71-15,0-31 26,0 2-45,0 5-1,2-2 7,-2-2-28,0-6 8,0-4 8,0-7-13,-2-7 13,-1-5-8,0-5-14,3-4 7,0-3-9,0-2 3,0 0 9,0 0-5,0 0 2,0 0 10,0 0-17,0 0 12,0 0-7,0 0-4,3-5 12,9-3-15,12-3 1,7-2-2,13 1 4,14-1-3,11 1 0,11 0 1,17 2-3,12 0 2,7 0 0,8 2 2,-6 1 4,-3 3-9,-12 2 3,-12 2 0,-8 0 1,-8 0 1,-7 10-2,-8 1 0,0 3-4,-11 0 4,-6-2 0,-7-4-2,-8-4 2,-9-2 0,-8-2 0,-6 0 7,-4 0-6,-1 0 13,0-3 13,0-10-13,0-4 8,0-8-18,0-5-4,0-8 6,0-5-2,-3-7 1,-1-6 0,-5-5-4,3 0 14,0 3-15,3 6 1,0 11-7,3 12-8,0 10-10,0 11-31,0 8-46,0 0-76,0 3-382</inkml:trace>
  <inkml:trace contextRef="#ctx0" brushRef="#br0" timeOffset="19882.8273">4898 3924 723,'0'0'49,"0"0"6,0 0 34,0 0-47,0 0-11,0 0-23,-63 41 12,63-14 7,0 4-17,11 3 27,14 0-34,6 1 0,4-3 4,-4 1 0,0-2 3,-10-1 1,-5-4-4,-7-2 21,-7-4-13,-2-1-1,-6-3 4,-18 0-15,-7-2 6,-4-6-9,-1-5-36,5-3-40,9-10-80,6-15-324</inkml:trace>
  <inkml:trace contextRef="#ctx0" brushRef="#br0" timeOffset="20270.2453">4932 4007 585,'0'0'18,"0"0"41,112-55 51,-67 42-81,-2 8-2,-6 5 0,-7 0-13,-6 17 10,-8 11-1,-1 9-2,-3 5 6,0 3 7,3 0 0,0-4 0,1-3-29,1-6 18,5-7 6,2-7-9,3-8 10,1-9-28,3-1 10,2-10 8,0-13-11,0-7 5,-5-5-14,-7-2 0,-7-1-1,-14-2 7,0 2-6,-18 1 0,-15 4 4,-3 6 7,-3 11-11,-7 10-22,-2 6-25,-7 9-138,-3 17-89,0 5-149</inkml:trace>
  <inkml:trace contextRef="#ctx0" brushRef="#br0" timeOffset="21486.2894">4559 4834 604,'0'0'14,"0"0"112,0 0-50,0 0-22,0 0 34,0 0 11,0-20-2,3-3-81,-3-10-10,0-8 9,0-6-12,0-6-3,0-11 1,0-9 5,0-10-8,0-8 2,0 1-3,0 1-5,0 12 6,0 13-4,0 15 3,0 15 6,0 8 0,0 8-1,0 4-2,3 4 7,-3 3-6,0 2-1,3 0 0,0 1 2,1-2-3,1 2 1,-1 0-1,5-2-6,3 0 1,9-1 6,9 0-6,9-3 12,7-1-12,9-1 6,8-1 0,4 0-5,15-1 4,5 0 1,14-2 0,5 2 0,19 0-3,17 3 3,13 0 0,17 2-5,2-1 4,4 4 1,-1 1-3,-5-1-1,1 1 2,-9-4-8,-1-2-1,-11-2 4,-12-2 1,-16-4 6,-21 4 1,-24-1-1,-21 4 0,-25 5-4,-18 3 4,-12 2 4,-3 2-3,0-1 2,0 1-3,-6 0-3,-6 0 0,3 0 3,0 0 0,5 0-7,-2 11 4,4 15-1,1 17 1,-1 13 3,2 11 0,-1 6 3,-1 2 1,-1 1 4,3 3-5,0 3-3,0 0 0,0-3 0,0-3 0,0-7 0,0-4 1,-9-7-1,-1-10 0,-2-10 0,-6-11-3,2-10 5,-5-6-2,-9-5 0,-6-3 0,-12-3 3,-8 0-3,-13 0 0,-7 0-4,-12-7 1,-9 1 3,-15 2-1,-10 1-7,-17 3 5,-21 0-10,-17 0-14,-14 0-18,-9 7 33,-6 7 12,12 1 15,12 4-8,12-1 20,22-1-2,17-1-11,19-5 4,21-4-17,21-7 10,27 0-3,19 0-1,24-17-7,0-7-3,33-9-87,23-7-28,19-3-116,12-2-184</inkml:trace>
  <inkml:trace contextRef="#ctx0" brushRef="#br0" timeOffset="21947.1433">6342 3711 613,'0'0'0,"0"0"108,0 0 21,0 0-61,0 0-9,0 0 9,0-26-34,0 32-29,-2 24-2,-5 20-3,-5 21 50,0 17-19,-1 6-3,2 2 7,-1-7-31,5-9 5,1-13-9,3-11 4,3-12-7,0-12 3,0-7-8,0-11-40,0-9-38,6-5-5,4 0-24,4-8-276</inkml:trace>
  <inkml:trace contextRef="#ctx0" brushRef="#br0" timeOffset="22430.416">6602 3968 814,'0'0'2,"0"0"-1,0 0 71,28 72 5,-15-35-24,-5 0-18,-5 2 1,-3-4-1,0 0-11,-5-4-2,-11-4-22,-1-5 7,-2-6-7,4-6 2,2-7-8,4-3 5,4 0-25,5-7-6,0-5-30,0 0 18,15 0 13,9 1-35,4 0 56,2 0-14,-3-2-3,3 0 4,-8-1-10,-2 1 33,-6 2 11,-6 4 18,-2 4 8,-3 2 4,-3 1-14,0 4-5,0 18-15,-9 13 68,3 9-30,-3 6-12,5-4 11,4-1-35,0-11-4,0-7-10,0-5-7,11-8-36,6-7-26,2-7-34,5 0-106</inkml:trace>
  <inkml:trace contextRef="#ctx0" brushRef="#br0" timeOffset="22767.9368">7128 4079 690,'0'0'72,"0"0"-66,0 0 115,-39 99-53,30-57-38,5-1-1,4-3-13,0-8 30,4-7-11,10-9-8,10-9 0,-2-5-23,6 0 5,-1-19-9,1-8 5,-2-6-12,-7-2-9,-8-3-3,-4-1 13,-7-1 1,0 3 4,-18 8 1,-2 6 0,-2 13-8,-3 10 7,-5 0-17,-7 13-19,-11 11-76,-10 3-321</inkml:trace>
  <inkml:trace contextRef="#ctx0" brushRef="#br0" timeOffset="24486.3973">5521 4970 388,'0'0'157,"0"0"-126,0 0 103,0 0-23,0 0-70,0 0-13,-15-37-19,15 58-2,0 11-7,0 11 33,0 7-3,0 7 8,0 1-18,0 2 10,0-3-8,-3-3-19,-4-5 8,1-7-6,0-9 10,0-8 10,3-11-24,1-5-1,2-5 9,0-4-2,0 0-4,0 0 16,0 0-8,0 0 13,0-7-20,0-2-4,11 0 3,5-1-3,7 2 0,18-4-3,12 2 2,14-1-4,9 0 5,12-2-1,9 3 0,9 0-7,3 3 7,1 4 0,-5 3-1,-7 0-3,-11 0 3,-17 0 2,-12 0-9,-15 5 9,-10-1 0,-12 0 0,-9-1 2,-5-2-7,-4-1 5,0 0 0,-1 0 3,-1 0 0,1 0 3,-2-3 25,3-9-15,-3-6 3,0-8-12,0-4-6,0-8 20,0-6-19,0-6 3,0-8-5,0-6 6,0-2-4,0-2-2,-3 5 0,-3 8-2,0 10 2,0 14 0,1 11 0,1 8 4,3 8-8,1 3 4,0 1-22,0 1-19,0 15-41,0 8-6,5 3-48,-2-2-267</inkml:trace>
  <inkml:trace contextRef="#ctx0" brushRef="#br0" timeOffset="25298.125">6434 6811 467,'0'0'77,"0"0"57,0 0 6,0 0-53,0 0-42,0 0 8,11-66-11,-14 49-20,-12 4 8,-12 3 0,-3 9-8,-13 1-18,-2 17-4,-2 14 0,5 9-2,7 3 2,13 0 9,10-3-9,10-4 0,2-8-4,11-7 2,14-9-3,8-9 5,3-3-1,3-4-3,1-15-2,-4-4-16,-5-1 5,-4 0-3,-2-1 20,-7 2 0,-3 6 3,-7 7 5,-5 4-1,-3 6 9,0 2-7,0 21 2,0 13 4,0 15 15,0 9-10,0 4 2,0-3-21,-3-8 6,0-6-7,0-6 3,3-4-8,0-8-2,0-5-89,3-11-105,13-12-346</inkml:trace>
  <inkml:trace contextRef="#ctx0" brushRef="#br0" timeOffset="25668.0803">6803 7051 762,'0'0'72,"0"0"-56,0 0 84,0 0-47,0 108 0,0-72-9,12-2-13,10-6 9,5-6-25,6-7 4,1-7-4,4-8-14,0 0 15,1-14-12,-3-11-4,-5-6 9,-6-8-6,-6-1-3,-8-6 3,-11-1 2,0 0-1,-25 3 1,-8 10-4,-13 14 3,-3 14-4,-8 6-7,5 6-29,5 20-71,9 5 11,17 4-100,9 3-374</inkml:trace>
  <inkml:trace contextRef="#ctx0" brushRef="#br0" timeOffset="28588.3906">4495 3246 414,'0'0'88,"0"0"31,0 0 20,0 0-56,0 0-35,0 0-1,0 0-22,-21-2-10,21 3 3,0 10-9,9 7 7,7 2-5,8 2-8,3-1 13,1-1-14,2-2-2,-6-1 5,-3-3-3,-6-1-1,-9-1-1,-6 1 3,0 2-1,-15 0-2,-8 0-2,-8-1-25,0-5-39,1-6-77,0-3-236</inkml:trace>
  <inkml:trace contextRef="#ctx0" brushRef="#br0" timeOffset="28985.4515">4514 3266 752,'0'0'2,"0"0"8,0 0 34,87-68-27,-57 55-17,-5 4-5,3 5-10,-2 2-11,-1 2 19,-5 0-10,-1 16-8,-3 5 12,-4 4 13,-3 4 4,-1 2 28,0-3-2,3-4 14,0-3-8,5-6-6,-1-7 23,4-7-21,5-1-13,6-1 8,1-17-23,-1-4 1,-6-2 0,-9-1-2,-6 0 3,-9-1-1,0 1 5,-3 2 21,-12 2-25,-9 7 1,2 8-7,-8 6-12,-6 3-7,0 23-54,-4 3-56,1 3-206</inkml:trace>
  <inkml:trace contextRef="#ctx0" brushRef="#br0" timeOffset="32217.9929">10439 4559 779,'0'0'2,"0"0"98,0 0-18,0 0-67,0 0-3,0 0 8,-15 107 15,15-57-1,-3 1-7,3-4 1,0-4-11,0-7-1,0-9 8,0-7-20,-3-10 11,3-6-13,0-4 3,0 0 4,0 0-6,0-4 7,0-16-7,0-12-3,0-8-1,0-5-10,0-7-15,6 0 24,9-1-10,-2 7-6,5 6 9,3 9-19,-2 10 26,4 10 1,-3 11 1,3 0-3,-1 11 3,2 14 0,0 6 1,-3 2 9,-3-1-10,-3-1 8,-2-3-4,-2-8 8,-4-4-3,-1-5-8,-3-4 8,0-2-9,-3-4 0,0-1 3,0 0 1,0 0 9,0-9-13,0-9-1,0-6-3,6-7-22,0-3 6,6-2 11,1-1-19,5 6 8,2 7-1,-1 14 7,5 10 13,-5 3 2,4 24-1,-3 9 20,-1 5 7,-6 6 2,-6-2-21,-2-1-1,-4-6-6,-1-7 1,3-9-4,-1-9-41,8-7-49,4-6-70,5 0-155</inkml:trace>
  <inkml:trace contextRef="#ctx0" brushRef="#br0" timeOffset="32417.9473">11240 4534 795,'0'0'21,"0"0"75,0 0-2,4 87-65,-2-53-4,-2-3-9,0-4-9,0-5-4,0-8-3,0-5-73,0-9-94,0 0-216</inkml:trace>
  <inkml:trace contextRef="#ctx0" brushRef="#br0" timeOffset="32568.3103">11221 4326 859,'0'0'3,"0"0"55,0 0-1,0 0-57,0 0-8,0 0-77,25 31-247</inkml:trace>
  <inkml:trace contextRef="#ctx0" brushRef="#br0" timeOffset="32917.375">11478 4699 859,'0'0'0,"0"0"14,0 94 98,0-71-15,0-8-29,0-6-22,0-5-8,0-4-9,0 0-9,0-3 19,0-18-29,0-10-4,0-6-10,0-4 4,0-1 0,0 0-2,8-1-19,10 7 5,1 9-14,7 10 10,-1 11 16,0 6 2,-2 9 2,-2 16 4,-5 7-3,-7 4 3,2 3-4,-11 0 3,0 0-13,0-4-70,0-6-59,-8-4-139</inkml:trace>
  <inkml:trace contextRef="#ctx0" brushRef="#br0" timeOffset="33610.2706">10674 3739 788,'0'0'13,"0"0"46,0 0 35,0 0-55,0 0-27,0 0-5,-25 104 15,25-61-1,0-2-16,0-2 7,3 0-12,-3-6-1,0 0-1,0-9-53,0-7-30,-2-11-91,-4-6-153</inkml:trace>
  <inkml:trace contextRef="#ctx0" brushRef="#br0" timeOffset="34042.3467">10451 3793 535,'0'0'45,"0"0"49,-3-73-19,10 50-38,16-1-37,8 4-1,9 2-6,5 2 8,0 6-1,-1 7 9,-5 3 0,-4 15 12,-6 19 16,-6 8-9,-8 9 4,-4-1-25,-3-3 20,1-5-1,3-8-10,3-10 8,3-8-2,5-12-14,6-4 16,4-4-13,4-20-2,-1-7-8,-5-6-1,-6-7-19,-9-1-5,-9-3-5,-7-4 26,0 4 3,-24 7 0,-6 12 0,-7 17 0,-6 12-1,1 9-11,3 21 4,2 12 1,14 2 5,9-1-21,9-6-42,5-9-100,18-10-26,9-9-130</inkml:trace>
  <inkml:trace contextRef="#ctx0" brushRef="#br0" timeOffset="34248.0221">11343 3535 719,'0'0'107,"0"0"-69,0 0 90,0 0-87,0 0-28,0 0 12,-37 122-11,32-61-9,5-5 1,0-9-6,0-9 0,3-7-48,5-8-3,-4-9-98,-4-9-216</inkml:trace>
  <inkml:trace contextRef="#ctx0" brushRef="#br0" timeOffset="34940.8848">11194 3774 725,'0'0'80,"0"0"52,0 0-39,0 0-77,0 0-12,0 0-8,101-40 0,-50 31-10,10-1-13,0-3-34,-1-1-11,-5-1-29,-7-3-24,-11 2 27,-12 2-20,-13 5 81,-10 2 37,-2 4 56,-11 3 62,-14 0-4,-3 10-15,-5 15 27,-3 5-56,8 6-4,2-1 14,10-6-29,6-4-8,7-5-24,3-8-17,0-6 2,9-3 2,10-3-6,5-2 0,2-12-14,1-4-22,-3-4-29,-3-2 10,-3 1 1,-6-3-6,-1-1 51,-4 6 0,-6 6 1,-1 8 8,0 7 0,0 0 8,0 21 5,-10 7-7,1 6 17,4 2 18,2-2-26,3-5 8,0-7-20,11-7-1,10-5 13,4-7-4,6-3 14,2-3-18,3-16-3,2-8-6,-3-8 2,-2-5 0,-7-5 0,-10-4 3,-9-5-3,-7-1 0,0 3 4,-11 7 12,-9 9 2,2 14 6,0 12 32,0 10-44,2 9-11,-5 23-1,6 16 4,3 14-6,3 10 2,6 2-19,3-1-35,0-8-52,0-13-31,11-10-241</inkml:trace>
  <inkml:trace contextRef="#ctx0" brushRef="#br0" timeOffset="35432.4101">12289 4483 865,'0'0'63,"0"0"34,0 0-7,0 0-67,0 0-23,0 0-12,36-24 11,-8 20-43,0-1-75,-1 4-96,-3 1-135</inkml:trace>
  <inkml:trace contextRef="#ctx0" brushRef="#br0" timeOffset="35581.3114">12325 4632 777,'0'0'93,"0"0"-69,0 0 67,0 0-21,0 0-64,0 0 2,41 26-8,9-41-113,5-1-212</inkml:trace>
  <inkml:trace contextRef="#ctx0" brushRef="#br0" timeOffset="37262.3036">13263 4373 333,'0'0'195,"0"0"-58,0 0 11,0 0-56,0 0-46,0 0-3,3-17-16,-2 14 20,-1 2-28,0-3-4,2 1 12,-2-1-26,0-2 11,0 0 1,0-1-8,0 0 5,-3-2-10,-2 5 2,1 0 15,1 4-13,0 0 2,-1 1-2,-1 21 3,-3 12 2,0 8 6,0 7-11,1 2 14,-1-5-17,4-5 4,-2-5 4,6-8-1,0-10-4,0-6-4,0-7 0,0-5 5,0 0 0,0-4-5,16-15 0,5-5 4,2-1-12,2 0-3,2 1-7,-2 4 8,0 5-13,-2 8 11,1 7 11,-2 0 2,0 14-2,-4 8 2,0 8-1,-4 2 27,-4 1-21,-7 2 4,-3-4 1,0 0-8,-21-4 6,-9-3-9,-4-6-2,-2-5-7,2-10-74,4-3-92,8-16-207</inkml:trace>
  <inkml:trace contextRef="#ctx0" brushRef="#br0" timeOffset="37656.9506">13355 4312 479,'0'0'81,"0"0"18,109-32 19,-67 29-27,-6 3-39,-6 1-19,-8 20 11,-7 12-16,-7 6-3,-4 7 26,-2-2-17,5-4 3,3-7-18,4-10-10,8-6 15,5-5-12,1-9 6,4-3-2,-1-6-14,0-14 8,-2-5-10,-6-3-7,-4-5 4,-8-3-2,-6-3 5,-5-2-6,0-1 2,-13 0 2,-9 4 2,-3 9-10,-5 12-3,-1 15-36,-2 2-22,-1 16 32,2 14-1,6 6-10,6 0-62,10-3-192</inkml:trace>
  <inkml:trace contextRef="#ctx0" brushRef="#br0" timeOffset="37904.1185">14172 4247 960,'0'0'118,"0"0"-115,0 0 49,0 0-15,0 74-5,1-21-6,-1 4-9,0-1 9,0-7-25,0-6 5,-3-6-6,-1-10-12,-1-8-72,0-11-76,2-8-71,-1 0-289</inkml:trace>
  <inkml:trace contextRef="#ctx0" brushRef="#br0" timeOffset="38052.8216">14015 4448 861,'0'0'64,"0"0"39,0 0-56,0 0-34,0 0-26,127-21 13,-71 13-89,-1-2-67,2 0-154</inkml:trace>
  <inkml:trace contextRef="#ctx0" brushRef="#br0" timeOffset="38409.0952">14740 4212 803,'0'0'14,"0"0"62,0 0 29,-113-14-63,67 26 41,1 11-1,3 4-48,6-1 1,12 0-23,9-2-6,14-5 6,1-6-11,7-4-1,16-6 0,5-3 2,5 0-8,0-10-11,-4-7-25,0 0 12,-6 2-16,0 0 28,-7 7 13,-2 3-2,-7 5 3,-2 5-1,-4 20 5,-1 11 15,0 6 5,-7 3-10,-5-1-10,3-6-6,3-4-48,6-7-56,0-10-140,4-9-251</inkml:trace>
  <inkml:trace contextRef="#ctx0" brushRef="#br0" timeOffset="38731.3366">15084 4421 985,'0'0'23,"0"0"-14,-53 72 47,47-51 22,6-4-53,0-5-13,10-5 21,17-5-19,6-2 8,3-4-14,4-16-4,-6-7-3,-4-4-1,-7-4-27,-7-3 23,-10-2-16,-6 4 16,-1 4 3,-23 10 1,-11 11-1,-8 11 1,-9 0-9,-3 12-10,-2 13-50,8 3-54,8 0-331</inkml:trace>
  <inkml:trace contextRef="#ctx0" brushRef="#br0" timeOffset="39067.9964">15625 4359 873,'0'0'67,"0"0"-15,0 0 27,0 0-65,0 0-14,0 0-1,104-13-43,-83 12-121,0-1-169</inkml:trace>
  <inkml:trace contextRef="#ctx0" brushRef="#br0" timeOffset="39218.0976">15702 4528 765,'0'0'40,"0"0"37,0 0 8,0 0-72,0 0-13,0 0-6,100 24-143,-54-42-279</inkml:trace>
  <inkml:trace contextRef="#ctx0" brushRef="#br0" timeOffset="39474.1249">16177 4217 712,'0'0'77,"0"0"-6,0 0 10,0 0-15,0 0-4,0 94 19,0-42-36,0 2-34,0-4 7,0-4-18,0-9-4,0-7-14,0-8-109,10-13-10,8-9-256</inkml:trace>
  <inkml:trace contextRef="#ctx0" brushRef="#br0" timeOffset="39929.1975">16447 4267 636,'0'0'235,"0"0"-234,0 0 88,0 0-20,-6 94-35,0-57 4,-1 1-11,0-1 2,1-2 6,-1-1-26,-1-6 9,-2-2-18,3-8 2,2-8-8,2-4 6,3-5-12,0-1 6,0 0-5,8 0-3,12-1 2,9-8 8,2 1 1,0-3 1,-1-2-4,1-3-1,-3-1-1,0-1-1,-4 1 1,-5 0 8,-5 1 0,-7 4 1,-3 3 2,-4 3 23,0 5 5,0 1 5,0 0-20,-4 11-10,-8 12-6,-3 7 2,0 3-2,3 3 0,2 1-3,7-2-52,3-7-65,0-7-67,0-10-388</inkml:trace>
  <inkml:trace contextRef="#ctx0" brushRef="#br0" timeOffset="40316.403">16994 4443 756,'0'0'279,"0"0"-275,0 0-4,-63 81 54,53-46-8,7 0-20,3-4 8,9-4-1,14-10-29,8-8 8,6-9 2,0 0-14,2-20 12,-4-8-12,-4-3 0,-4-2-6,-8-1 3,-5-4-1,-10-3 3,-4 0 0,0-1-1,-13 7 2,-11 6 0,-5 11-6,-5 10 2,-2 8 2,-4 0-3,0 16-39,4 10 8,8 1-39,8-3-33,13-3-177</inkml:trace>
  <inkml:trace contextRef="#ctx0" brushRef="#br0" timeOffset="40492.8688">17444 4580 1166,'0'0'19,"0"0"-10,0 0-9,0 0-130,0 0-346</inkml:trace>
  <inkml:trace contextRef="#ctx0" brushRef="#br0" timeOffset="42248.2272">17014 5291 547,'0'0'178,"0"0"-140,0 0 124,0 0-63,0 0-88,0 0 8,0 0-2,-18 26 3,31-7 43,2 3-36,0-2 4,3-1-6,-3-2-23,3-4 15,-6-5-11,1-7-2,1-1 12,3-1-16,9-24 15,8-13-5,14-13-5,12-11-6,5-4 1,7-5 0,-4 2-5,-6 7-3,-10 10-21,-9 16-62,-13 18-103,-11 15-231</inkml:trace>
  <inkml:trace contextRef="#ctx0" brushRef="#br0" timeOffset="45258.0516">3592 9181 588,'0'0'49,"0"0"50,0 0 48,0 0-60,0 0-24,0 0-22,0 0-1,-22-7-27,19 44 5,1 20 27,-1 15-22,2 6 1,-2-1-17,-1-4-4,4-9-3,0-12 0,0-12-39,13-17-48,12-13-57,8-10-251</inkml:trace>
  <inkml:trace contextRef="#ctx0" brushRef="#br0" timeOffset="45609.9655">4056 9331 205,'0'0'592,"0"0"-524,-34 111 38,27-69-15,7-1-37,0-8-37,5-7 10,13-8-22,6-9-2,6-8 9,4-1-12,4-11 6,-2-13-3,-2-6-1,-7-2-4,-5-5-5,-7-2 1,-11-2 5,-4 0 1,-4 3 0,-22 2 7,-5 7-5,-3 8 3,1 6-5,-1 12-1,10 3-2,0 10-14,8 18-40,8 4-38,8 0-118,0 1-365</inkml:trace>
  <inkml:trace contextRef="#ctx0" brushRef="#br0" timeOffset="46010.3091">4619 9346 817,'0'0'55,"0"0"-36,0 0 5,0 0 6,-8 105 8,8-64-2,11-7-11,8-7 18,5-7-26,3-10 11,4-9 3,1-1-24,3-9 6,-4-16 0,1-7-10,-8-5 7,-3-4-9,-8-1 1,-4-2 6,-9 1-1,0 3-7,-6 4 34,-18 9-31,-7 9 25,-9 13-26,-4 5-1,-2 7-2,1 16-20,11 9-11,12 3-19,11 0-59,11-1-96,0-4-584</inkml:trace>
  <inkml:trace contextRef="#ctx0" brushRef="#br0" timeOffset="46450.9355">6042 9090 580,'0'0'137,"0"0"15,0 0-23,0 0-26,0 0-28,0 0-8,0-20-31,0 35-35,0 14 9,0 14-3,0 10 1,0 8-1,0 2-7,0-1-1,0-2-50,0-10-118,0-5 5,0-11-337</inkml:trace>
  <inkml:trace contextRef="#ctx0" brushRef="#br0" timeOffset="48332.7026">3212 10398 371,'0'0'101,"0"0"14,0 0 15,0 0-42,0 0 22,0 0-30,-30-5-3,27-20-32,-3-7-35,3-10-4,0-10-6,3-8 1,0-9-7,-2-6 6,-1-6 0,-4-11 0,0-6-3,-4-2 3,-2-4-3,1-2 6,0 10-1,-3 11-1,6 20 3,1 22 27,0 10-16,3 9-2,2 7 3,2 5-16,-1 0 18,2 4-15,0 1-2,0 2-1,0 3 5,0 0-5,0 2 0,0 0-2,0-1-4,0-1 6,0 1 0,6-1-6,15-2 2,12 0 4,10-3 0,12 0 4,16-3-4,12-1 0,19-3 0,14-3-5,11-2 9,8 1-4,6-1 0,5-1 7,3 1-7,0 4 0,5-2 3,-1 3-8,7-2 5,4 1 0,6-1 0,-1 1 4,1-1-1,-9 1-3,-10-1-2,-17 1-6,-16 0 7,-11 4 1,-18-1 0,-9 2 4,-10 0-3,-9-1-1,-10 1 4,-12 0-13,-11 1 15,-12 3-6,-11 4 0,-5 2 5,0-2-5,0 2 2,0-1 6,0-1-12,0 1 4,0 0 0,0-1 0,0 2 3,0 0-3,0 0 0,0 0-8,0 0 5,0 0 0,0 0 3,0 0-2,0 0 0,0 0 2,6 0 0,3 0 2,4 0-5,1 0 3,-1 0 0,-1 0 5,-6-1-5,-3 1 0,-1 0 0,-2 0 4,1 0-4,6 0 0,1-2 0,7 0-5,4 0 6,2 1-1,-3 1 0,-2 0-4,-5 0-2,-2 14 3,-6 13 3,-3 11-4,0 10 1,0 10 3,-4 5 0,4 8 5,0 1-3,0 1-2,0 0 0,0 2-2,0 2 4,0-1-4,0-1 1,0-8 1,0-8-6,0-2-11,0-8 17,-5-5-6,-4-6 5,1-8 1,-2-7-2,1-8 4,-3-3-7,-1-3 5,-5 1 0,-6-2-1,-7 1 3,-4-1-2,-5 2 0,-2 0 2,-7 1-5,-6 2 3,-8-1 0,-10 1-1,-9-1 2,-9-2-1,-10 1 0,-5-1 2,-8 3 3,-5-1-5,0 4 0,-1 1-2,4 3 0,-2 1 1,-1-1 1,-5 0 0,-6 0 0,0-3 1,-7-1 1,-2-4-4,-7-5-3,3-3 4,1-2-3,0-2 3,3 0 0,5 1 1,6 1 0,16-2 4,15 0 0,18 0 5,15 0-7,13 0 1,17-6 4,13-1-7,18 1 0,3-1-3,6-1-44,24-2-19,13-4-18,11-1-37,13-5-136,3-3-207</inkml:trace>
  <inkml:trace contextRef="#ctx0" brushRef="#br0" timeOffset="48954.2841">5108 9119 288,'0'0'80,"0"0"20,0 0-29,0 0 3,-15-79-1,9 60-14,-1 1 23,-1-2-28,1-1-10,1-1 1,-2-1 2,2 0 0,0-1 6,-1 0-2,1 4-25,0 5-12,3 5-13,3 4 3,0 5 11,0 1-15,0 0 0,0 28-11,12 21 6,6 27 5,-3 23 13,-5 21 1,-4 14 6,-3 2-17,-3-4 8,0-13-11,0-20 4,0-17-4,0-22 0,0-17 0,0-18-2,0-11 6,0-8-4,0-6 0,3 0-29,2-5-50,-1-16-183</inkml:trace>
  <inkml:trace contextRef="#ctx0" brushRef="#br0" timeOffset="50162.3405">4432 10589 609,'0'0'39,"0"0"89,0 0-32,0 0-77,0 0-17,0 0 2,-6 94 32,6-49 1,8 6-11,-2 0 12,-2 0-12,-1-2 3,-3-5-7,0-7 11,0-9-3,0-9-19,0-6 3,0-7 0,0-5-12,0-1 14,0 0-4,0 0-2,0 0 9,0 0-7,0-3-7,0-7-5,0 0-2,10-2 2,10-1-9,13-2 0,13-3 8,20-4-1,17 1-1,16 0 2,11 3-7,2 2 8,4 3 0,-4 6 0,-4 4-2,-5 3 3,-4 0-1,-5 0 1,-10 6 2,-9 4-5,-10 0 2,-8-2-1,-9 0-1,-5-4 2,-10-1 0,-11-2-2,-8-1 7,-7 0-5,-4 0 0,-3 0 1,0 0 16,0-1 9,0-14-10,0-3-4,0-7-9,0-9-1,0-6-2,-6-10 5,0-8-3,0-10-2,0-10 0,2-5 8,-2 1-6,4 5-2,-1 13 0,3 16 3,0 16-9,0 15 6,0 11-12,0 6-2,0 0-81,-1 21-46,-1 10 16,-5 8-200</inkml:trace>
  <inkml:trace contextRef="#ctx0" brushRef="#br0" timeOffset="50664.1944">5153 12044 839,'0'0'53,"0"0"50,0 0 11,0 0-77,0 0-27,0 0 4,-31 111 0,23-50 16,5 1-16,0-4-12,3-6 1,0-8-3,0-11-3,3-10-40,12-9-63,7-9-21,4-5-245,2-5 67</inkml:trace>
  <inkml:trace contextRef="#ctx0" brushRef="#br0" timeOffset="50983.4005">5368 12300 679,'0'0'78,"0"0"33,0 91-41,11-67-36,3-10-25,7-6 1,4-8 11,5 0-19,6-14 11,4-11 7,-1-5-19,-2-2 9,-11-2-7,-10 0-3,-10 3 23,-6 0-8,-3 4 32,-19 0-11,-13 7-36,-5 6 15,-3 10-15,1 4-4,9 3-1,6 14-10,9 6 9,5 0-47,7 3-35,6-4-1,0-4-91,6-7-241</inkml:trace>
  <inkml:trace contextRef="#ctx0" brushRef="#br0" timeOffset="51248.3141">5994 12008 1081,'0'0'19,"0"0"68,0 0-8,0 0-79,0 0 0,-19 74-4,17-25 8,2 3 0,0-4-4,0-1-23,5-6-79,4-7-79,3-11-267</inkml:trace>
  <inkml:trace contextRef="#ctx0" brushRef="#br0" timeOffset="52949.0458">8954 9640 655,'0'0'34,"0"0"35,0 0 69,0 0-81,0 0-15,-21 89 5,17-32-2,-2 2-7,0 0-30,-1-5 6,2-8-14,-1-7 6,3-13-8,0-9 2,1-10-50,1-7-7,1-3-58,0-20-322</inkml:trace>
  <inkml:trace contextRef="#ctx0" brushRef="#br0" timeOffset="53268.1769">8668 9670 496,'0'0'90,"0"0"28,0 0 0,0 0-38,0 0-42,16-92-29,11 58-9,13-5 17,8-2-11,3 2 4,1 3-3,-1 11-6,-11 12 0,-6 13-1,-5 0-11,-7 21-5,-7 12-46,1 8-78,-4 2-68,3-1-132</inkml:trace>
  <inkml:trace contextRef="#ctx0" brushRef="#br0" timeOffset="53648.2103">9324 9721 795,'0'0'88,"0"0"-82,0 0 65,-10 72 28,10-31-45,0-3-5,0-3-29,10-8-3,4-6-3,2-8-13,1-6 19,3-7-14,1 0 1,2-10 7,2-11-13,-1-6 3,-2-7-4,-4-3 5,-6-3-16,-8-4 11,-4-3-12,-3 3 2,-19 1-19,-3 8 3,-2 9-20,2 12 11,4 14-14,0 0-10,2 24 45,2 6 12,11 5-29,4-3-9,2-6-67,8-9-149</inkml:trace>
  <inkml:trace contextRef="#ctx0" brushRef="#br0" timeOffset="53862.2559">9711 9479 993,'0'0'25,"0"0"52,0 95-15,3-55-45,4-1-13,-4-3 2,0-4-12,-3-4 0,0-5-64,0-9-11,-13-7-35,-2-7-130,-3 0-77</inkml:trace>
  <inkml:trace contextRef="#ctx0" brushRef="#br0" timeOffset="54430.4247">9614 9669 797,'0'0'51,"0"0"-39,95-16 77,-47 2-79,-3-6-8,1-5-4,-4-5 2,-6-2 0,-8 2 0,-7 0-13,-14 8 9,-7 5 4,0 9-4,-7 8-1,-13 0 10,-1 21 8,-3 8 40,4 4-4,3-1 20,7-2-20,8-5-29,2-5 3,0-7-20,14-6 1,4-7-3,1 0 7,2-4-6,-3-12-2,0-4-15,-5-1 10,0-2-24,-2 3 9,-5 3 2,-1 5 9,-4 9 5,-1 3 4,0 5-3,0 15 3,3 5 2,3 0 10,3-2 5,3-2-17,6-4 8,4-8-8,4-7 8,2-2 10,10-17-16,0-12 2,2-10-1,-2-6 1,-7-4-4,-7-6 0,-14-6 3,-10-2 3,-1 0-6,-17 9 1,-5 11 13,0 15-8,3 17 15,-1 11 6,-3 11-21,1 30-3,-2 24-3,2 19-34,-4 14-113,-1 10-355</inkml:trace>
  <inkml:trace contextRef="#ctx0" brushRef="#br0" timeOffset="55157.9178">9511 10674 1053,'0'0'5,"0"0"1,0 0 56,0 0-23,0 0-27,-32 74 35,31-33-8,-2-6-10,0-5-9,3-10 1,-3-11-20,3-7 7,0-2-2,0-20-4,4-18-2,8-11 0,-1-12-54,-1-4-12,-4-5-10,-3 6 39,-1 15 22,1 19 10,3 21 2,2 9-1,0 22 4,6 15 23,-1 5 33,0-1-14,4-8-8,-1-7-29,5-10 13,3-11-12,6-5-3,2-1 7,3-21-5,1-6-10,-5-5 5,-6-3-52,-8 0 0,-8 6 9,-6 9 22,-3 11 20,0 10-13,0 14 14,0 19 33,0 7 14,0 3 9,0-4-22,6-6-26,14-8 7,6-9-11,1-9-3,6-7 1,0-2 5,2-17-1,-2-8-6,-3-6-3,-6-3-1,-3-3-8,-8 0 12,-9 5 0,-2 10-3,-2 13-1,0 11 4,0 7 0,0 24 10,-10 9 2,1 6 5,-2-2-17,1-6 6,5-8-15,2-11-14,3-6-48,0-12-56,0-1-22,0-7-113</inkml:trace>
  <inkml:trace contextRef="#ctx0" brushRef="#br0" timeOffset="55299.1527">10060 10295 430,'0'0'57,"0"0"37,0 0 44,0 0-49,0 0-69,0 0-20,0-49-33,16 57-135,3 0-252</inkml:trace>
  <inkml:trace contextRef="#ctx0" brushRef="#br0" timeOffset="55594.1308">10263 10470 615,'0'0'124,"14"89"-10,-11-48 4,-1-7-3,1-4-38,-3-8-9,0-7-25,0-5-10,0-5-8,0-5-17,0-3-6,0-18 6,0-12-8,0-7-10,11-10 3,2-7-19,-1 0 1,3 6-18,1 13-11,3 16 29,-2 17 0,1 5 25,-3 19 33,-2 23 1,-4 11 3,-3 8-32,0 3-5,3-3-23,2-1-62,6-5-8,6-7-80,7-8-398</inkml:trace>
  <inkml:trace contextRef="#ctx0" brushRef="#br0" timeOffset="55788.4523">10936 10519 1104,'0'0'22,"0"0"0,0 0-7,0 0-15,86-73-9,-52 66-85,-4 0-141,-8 4-453</inkml:trace>
  <inkml:trace contextRef="#ctx0" brushRef="#br0" timeOffset="55937.2955">10982 10689 1017,'0'0'61,"0"0"12,0 0 17,0 0-71,0 0-19,0 0-6,40 32-141,-3-50-171</inkml:trace>
  <inkml:trace contextRef="#ctx0" brushRef="#br0" timeOffset="56231.7332">11825 10223 945,'0'0'46,"0"0"20,0 0 48,0 0-77,0 0-31,0 0 10,-42 87-7,32-33 16,4 3-21,1-2-2,5-6-4,0-12-1,5-9-30,12-11-49,3-12-28,7-5-33,3 0-243</inkml:trace>
  <inkml:trace contextRef="#ctx0" brushRef="#br0" timeOffset="56532.2133">12071 10346 878,'0'0'30,"0"73"54,0-26 9,0-3-57,0-9-8,1-8-25,13-10 7,10-12 6,-2-5-13,5-4 21,0-21-24,-3-8-1,0-5-5,-2-6-8,-10-1 14,-2 0-1,-8 4 7,-2 7-7,-6 7 1,-14 12-5,-3 9 5,-4 6-18,0 5 2,3 14-13,0 7 8,6 4-8,6 2-82,8-4-186</inkml:trace>
  <inkml:trace contextRef="#ctx0" brushRef="#br0" timeOffset="56768.0994">12553 10195 1066,'0'0'33,"0"0"78,0 0-66,0 0-42,0 0 3,-9 133-4,9-60-1,-5 5-1,-2-4-63,-2-9-122,-4-7-278</inkml:trace>
  <inkml:trace contextRef="#ctx0" brushRef="#br0" timeOffset="61045.2868">18619 1261 288,'0'0'57,"0"0"26,0 0-6,0 0-44,0 0 1,0 0 0,0 0 35,0 0-26,-26 44-3,23-24 7,0 1-13,1 4-16,0 3 16,1 7-18,-1 1 2,1 5-1,-2 3-8,-2 0 15,2 2-8,-1 4-5,1-1 9,0 2-11,1-2-1,2 1-3,0-3 1,0 3 0,0 3-4,0-1-2,3 5 11,2 1-6,-1-3-4,-1 0 3,2-2 0,-1 3 2,3 0 2,-1 0-4,1-2-1,-1-3 0,0-6 6,1-1-9,-1 1 3,0-1 7,-2 0-10,1-1 1,-2 2 4,3 3 0,-3 2-3,3 2-2,0 4 6,3 4 2,2 3-4,0 1 1,1 3 6,0 7-7,2 2-3,-1 3-1,2 2 5,1-2-4,-2-2-1,0 2 0,0 0-2,-3-2 6,2 0-4,-3-4 0,2 0 2,-1-3 1,-1 0-3,0 1 0,-2 4 0,-1 4 2,1 1-2,1 1 0,-2-1 8,2-1-7,-1 0-1,0 1 0,2-1 1,-3-1 0,3-2-1,-4 1 0,2 2 7,-4 0-7,-1 5 0,1 5 2,-3 2-2,2 2 3,3-3-3,-2 2 1,1-2 6,1 2-7,0 2 0,1-1 0,-1 3 2,-1-1 1,-1 2 2,1 8-1,-1 1 0,2 2 6,0 1-10,0-3 5,1 0-1,1-2-2,2-1-2,-1 0 5,0 3 1,1 7-1,-2 1-4,1 3 0,-1 2 11,0-5-11,0-3 5,0 2 3,-1-2-6,0-3 4,1 0-7,1 7 3,-2 4 3,0 0-6,1 4 0,-2-6 1,0-5 4,3-4-5,-3-3 2,-2-3 2,2-4-1,-1 4-2,2 2-1,-1 1 0,-1 1 7,-1-2-7,1-1 0,-1-4 2,5 1 1,-1-6-2,-1 0 1,1-4-1,0 0 4,-2 2-3,0 4 0,2-1 4,1-2 8,0-1-14,0-5 1,1 1-3,2-1 8,-3-2-5,3-1-1,-3 0 0,-2-3 3,3 1-3,-2 1 0,0 0 2,1-2 2,-2-4-4,4-5 0,-4-3 4,1-6-2,-4-4-2,0-5 0,-1-8 1,-3-6 1,0-11-2,0-6 0,0-13 1,0-6-9,2-4-15,-2-11-24,1-19-55,-1-16-200</inkml:trace>
  <inkml:trace contextRef="#ctx0" brushRef="#br0" timeOffset="62575.0662">20042 1916 235,'0'0'69,"0"0"-16,0 0 42,0 0-28,0 0-9,0 0 1,-1-3 11,1 3-22,0 0 7,0 0 9,0 0-20,0 0-11,0 0-6,0 0-2,0 0 6,0 0-17,0 0-5,0 0 7,0 0-14,0 0 9,0 0-2,0 0-5,0 0-1,0 0-1,0 0-1,0 0 2,0 0 1,0 0-4,0 0 0,0 0 3,0 0-1,0-1-2,0 1 0,0 0-2,0 0 4,0 0-2,0 0 0,0 0 2,0 0-2,0 0 0,0 0 0,0 0-1,0 0-3,0 0-7,0 0-4,0 0-11,0 0-18,0 0-34,0 0-34,1 0-53,4 0-3,-4 0-106</inkml:trace>
  <inkml:trace contextRef="#ctx0" brushRef="#br0" timeOffset="62952.7123">20041 1885 132,'0'0'350,"0"0"-307,0 0 52,0 0 3,0 0-75,0 0-15,0 0-1,0 0-5,0 0-4,0 0-10,1 0-44,2 0-2,-1 0 0,2 0-3,-1 0-44,-3 0-91</inkml:trace>
  <inkml:trace contextRef="#ctx0" brushRef="#br0" timeOffset="63131.12">20041 1885 237</inkml:trace>
  <inkml:trace contextRef="#ctx0" brushRef="#br0" timeOffset="63627.9051">20041 1885 237,'13'-1'243,"-13"1"-198,0 1 37,0-1 41,0 0-84,-3 0 3,0 0 4,0 0-21,0 0 13,0 0 3,0 0-9,-1 0 19,1 0-27,0 0 3,3-3 3,0-4-13,0 0 7,0-3-18,0-1-6,0-2 8,13-1-8,5 0 0,9 0-5,9 4 3,5 6 2,1 4 0,-4 4 1,-5 22 1,-8 7 0,-10 7-2,-11 2 13,-4 2 4,-10-2-8,-17-2 13,-10-4-16,-1-3 7,1-5-13,6-7 2,4-7-2,9-6 2,11-3-2,5-5 0,2 0-5,0-2 4,8-14-25,11-4-22,8 0 15,7 5 3,2 6 15,0 9 8,-2 0 7,-4 16 1,-6 9-1,-10 7-1,-9 2 1,-5 3 1,-18-2 10,-18-2 14,-9-2-7,-5-6-5,2-3-12,6-8 1,11-7-2,9-7-65,13-7-33,9-19-189</inkml:trace>
  <inkml:trace contextRef="#ctx0" brushRef="#br0" timeOffset="63961.4623">20545 2103 84,'0'0'705,"0"74"-616,-1-34-3,1-5-6,0-7-31,12-5-31,12-8 11,2-6-12,9-9-7,5 0 12,0-10-14,-1-17-6,-5-6-2,-5-6-8,-12-3-5,-9-1 10,-8 1 3,0 3 10,-19 4 10,-10 10-4,-3 11-9,-9 14-6,-8 0-2,1 24-11,1 6-55,12 2 1,17-2-40,11-5-129,7-6-310</inkml:trace>
  <inkml:trace contextRef="#ctx0" brushRef="#br0" timeOffset="64397.8844">22598 1672 694,'0'0'54,"0"0"113,0 0-70,0 0-25,0 0-60,0 0-6,-19 58 10,13-6 16,1 4-14,4 1-5,1-6-10,0-9 0,3-5-3,10-9-11,5-7-20,3-7-80,3-11-94,4-3-356</inkml:trace>
  <inkml:trace contextRef="#ctx0" brushRef="#br0" timeOffset="64728.003">22932 1835 400,'0'0'331,"0"0"-245,-18 109 45,17-71-69,1-5-28,1-8-8,19-6 5,6-7-16,9-7 15,5-5-9,5 0 2,1-19-15,-4-8-2,-5-7-5,-7-5-1,-9-6 0,-12-3-3,-9-3-12,0 6 14,-12 10 1,-13 11-6,-11 15 4,-9 9-21,-4 2-7,4 17 5,6 6-30,11 4-21,13-2-76,7-6-138</inkml:trace>
  <inkml:trace contextRef="#ctx0" brushRef="#br0" timeOffset="65216.0661">24738 1663 54,'0'0'741,"0"0"-611,0 0-58,0 0-50,0 0-7,86-66-12,-46 59 4,2 3-7,-5 4 8,-8 0-4,-10 14-4,-9 12-6,-10 7 2,0 8 5,-20 5-1,-16 4 4,-6-2-2,-3-7 14,8-9 1,7-6 11,11-8 6,10-6-12,6-5-2,3-3-19,0-3 8,18-1-6,20 0 5,21 0 0,9-17-8,9-4-58,0-5-98,-5-1-73,-5-2-205</inkml:trace>
  <inkml:trace contextRef="#ctx0" brushRef="#br0" timeOffset="65560.9009">25464 1689 627,'0'0'91,"0"0"-37,0 0 52,0 0-56,0 0-3,-22 93-9,17-55 3,5-3-33,0-5 14,0-7 7,14-4-16,5-8 22,3-5 0,7-6 7,5 0 0,5-17-31,1-8-7,-1-6 12,-6-3-13,-11-5 2,-6-3-5,-11 3 2,-5 5 6,-8 7-6,-23 8 11,-12 8-13,-8 6 6,-1 5-15,7 6 9,7 13-37,12 5-59,5 2-70,5-3-201</inkml:trace>
  <inkml:trace contextRef="#ctx0" brushRef="#br0" timeOffset="70378.3054">20697 2743 320,'0'0'467,"0"0"-467,0 0 9,0 0 92,0 0-72,0 0-17,0 0 2,-10-6-8,10 23-2,0 7 18,-2 8-10,2 8 13,0 8-3,0 2-13,3 2 5,5-3-8,-1-4-5,-1-2-1,0-8 5,-5-7 1,1-8-1,-2-6 2,0-7 9,0-3-14,0-3 2,0-1 1,0 0-2,0 0 11,0 0-5,2 0 6,-1 0 12,-1 0-15,2-2-4,-2-4-6,1 2 7,1-2-6,1 2-3,3-3 0,4 0-1,3-1 1,7-2 0,8-2 0,8 1 3,6 0-8,11-2 5,9 2 0,9-2-6,11-1 9,11 0-3,5 1 0,8-1 1,3 1 1,1 1-2,-4 1 4,-4 1-5,-6 3 1,-11 1 0,-11 2-1,-8 2-14,-4 2 10,-1 0 5,-1 0-14,-3 0 11,-8 0 3,-3 0 0,-5 2 0,-9 0 2,-5 0-3,-10-2 1,-4 0 0,-5 0-1,-2 0 3,-2 0-2,2 0 0,0 0 4,3 0-4,4 0 0,-1-4 0,0-4-3,2 3 4,-5-1-1,-2 2 4,-2-2-1,-4 1 7,2-2 1,-3 0-8,1-3 15,-1 0-17,0-4 3,2-6 7,1-6-9,-2-6 1,2-6-3,0-5 0,-3-7-4,0-4 4,0-3 0,-1 0 0,-5 11 3,0 9-5,2 14 2,1 12-3,1 4-1,2 4-23,-1 3-5,1 0 15,0 0-35,-2 0 20,2 0-40,-1 0-23,-1 0-106,1-1-209</inkml:trace>
  <inkml:trace contextRef="#ctx0" brushRef="#br0" timeOffset="71802.5078">21661 3691 618,'0'0'86,"0"0"22,0 0 12,0 0-68,0 0-20,0 0-27,-15-13-2,15 35 4,0 9-7,0 11 20,0 6-3,0 1-5,0 2 19,0-4-25,0-5 7,0-4 2,-3-8-15,-6-6 8,2-6-5,-4-4-3,1-5 11,0-4-9,3-3 0,1-2 3,3 0-5,-1 0 14,2-12-14,2 1-2,0 1 1,3-2-16,14-1 4,7 3 10,4 5-7,3 0 10,2 4-4,0-2 3,0-1 0,0-3 2,-2 0 2,-3-3-3,-5-2 0,-8 1-3,-3 0 3,-9 0-2,-3-2-1,0-1 3,0-1 0,-2 4-2,-3 3 5,0 4-2,3 1 2,1 3 1,-5 0-4,0 21-4,-5 7 4,1 6 14,2 3-13,4-2 9,2-3-10,1-3-4,-1-5-1,2-6-44,0-4-59,0-6-89,5-5-396</inkml:trace>
  <inkml:trace contextRef="#ctx0" brushRef="#br0" timeOffset="72313.4733">22283 3877 482,'0'0'100,"0"0"-40,0 0 29,0 0-15,0 0-4,-22 74-27,22-37 9,0-2-28,0-3 3,6-6-4,7-7-17,7-6 1,5-6-2,5-7-1,1 0 15,2-7-16,-3-10 3,-3-4-3,-4-3 1,-6-3-4,-6-1 4,-7-3 0,-4 0 7,-4 0 4,-18 1-7,-9 6-7,-6 7-1,-3 13-31,2 4-56,5 11-43,13 10-199</inkml:trace>
  <inkml:trace contextRef="#ctx0" brushRef="#br0" timeOffset="75381.5847">23690 3869 283,'0'0'173,"0"0"-102,0 0 82,0 0-24,0 0-31,0 0-44,0 0 16,-25-79-31,25 68-19,0-1 4,10 2-24,11 2-1,9 4 1,3 4 0,1 0-1,-4 8 1,-6 15 0,-8 7-5,-10 5-3,-6 4 8,-9 2 1,-18-3 2,-4-1 7,0-9-9,2-5 4,9-8 2,6-6-1,6-6 1,4-2 3,4-1-6,0 0 20,4-1-16,19-15-8,13-5-2,11-3-34,10 2-24,4 0-10,2 4 17,0 2-11,-8 4-91,-7 1-41,-12 2-73</inkml:trace>
  <inkml:trace contextRef="#ctx0" brushRef="#br0" timeOffset="75696.2679">24287 3811 479,'0'0'81,"0"0"52,0 0-13,0 0-45,0 0-26,0 0-19,-20 101 9,22-68-18,16-3-18,6-5 13,6-7-6,7-6-1,3-10 27,2-2-15,-2-9-13,-6-19 0,-8-8-1,-7-2-1,-8-1-6,-9 0 0,-2 2 4,-19 1 1,-14 5 1,-7 9-6,-4 9 3,2 11-8,2 2-4,4 15-32,3 9-27,2 2-56,-2 3-254</inkml:trace>
  <inkml:trace contextRef="#ctx0" brushRef="#br0" timeOffset="78208.0373">22438 4599 299,'0'0'77,"0"0"17,0 0-3,0 0 20,0 0-51,0 0-16,-19-20 9,19 18-16,0 2-14,0 0 3,0 0-25,0 7-1,0 18 4,0 9 6,5 12 23,2 6-12,2 0-13,-3 0 5,-2-4-11,-1-8-2,-1-6 7,-2-8-5,0-4 1,0-4 2,0-5-4,0-2 4,0-4-5,0-1 0,0-3 2,0-2-1,0-1 6,0 0 0,0 0 15,0 0 11,0 0-7,0 0-8,0 0 1,0 0-14,0-7 3,0-3-8,14-1 2,9-3-6,14-2 0,14-1 4,16 0 0,14 1 4,11 0 0,7 2-4,7 4 0,1 1 1,-5 2-1,-8 4-8,-11 2 7,-7 1-13,-3 0 13,-2 0 1,-2 6-1,-4 4-3,-3 0 4,-4-3 0,-8 0-1,-11-2 1,-12 0 0,-11-1 0,-10-1 2,-3-2-5,-3 1 6,0-2-2,0 0 10,0 0 7,0 0 7,0-3-7,-3-10-14,-5-4 9,1-3-12,-2-2 0,1-5 9,1-3-8,-3-4 3,2-1-2,1-3-2,-1-3 13,-1-2-13,5-3 0,-2-3 2,1-3-3,2-1 0,0 5 0,0 12-3,3 10 2,-1 11-15,1 5-17,0 4-36,0 6-8,0 0-50,0 0-231</inkml:trace>
  <inkml:trace contextRef="#ctx0" brushRef="#br0" timeOffset="79097.9795">23647 5974 610,'0'0'29,"0"0"66,0 0 4,0 0-36,0 0-58,0 0 0,-33 92 24,20-23 21,2 6 0,4 3 1,2-5-20,5-7-1,0-9-6,17-15-24,9-9 15,7-15-13,3-11-2,0-7 9,1-5-7,-3-15-2,-7-7 0,-6-2-17,-7 0 13,-10-1-5,-4 0 2,-4 5 3,-20 6-15,-8 6-1,-5 13-8,-4 0 1,0 13 19,4 10 0,8 6-6,12-4-54,12-4-94,5-7-128</inkml:trace>
  <inkml:trace contextRef="#ctx0" brushRef="#br0" timeOffset="79494.099">24148 6193 723,'0'0'45,"0"0"30,0 0 31,-42 104-60,42-64-12,0-2-15,3-6 11,11-6-9,5-7-1,2-10 0,0-6-11,6-3 3,1-3-6,2-16-3,-3-9 6,-3-1-9,-11-5 0,-8 0 0,-5 1 7,-2-1-9,-22 2 2,-3 6-6,-8 9 1,-4 11-38,0 6-5,3 3-24,3 14-47,6 3-175,8-1-195</inkml:trace>
  <inkml:trace contextRef="#ctx0" brushRef="#br0" timeOffset="80960.8985">22419 3589 436,'0'0'33,"0"0"5,0 0 63,0 0-64,0 0 4,0 0-11,-40-67 16,22 52-14,-3 1 19,0 1-40,-4-3 16,-7 1 1,-5 0-18,-8 2-7,-6 2-1,-7 1-1,-5 5 1,-6 1-1,3 2-1,3 2 1,7 0 0,3 9-1,0 7 0,-3 6 1,1 2 3,3 5-4,1 5 1,5 3 0,4 4 1,5 4 0,4 1 3,6 3-4,5-2 10,2 3-9,3-1-1,-1 2 11,3 0-10,3-2 2,2 0 9,7-3-10,3-2 15,0-2-12,6 0-1,14-1 2,4-2-6,7-2 5,5-1 0,5-4-1,8-4 5,3-5-7,9-5-2,3-5 5,3-6-4,4-7-2,0 0 0,5 0 5,1-11-3,0-3-2,-2-3-5,-7-3 3,-4 0-15,-3-4-4,0-3 15,-1-2-28,-1-3 32,-3-3-10,-4-4 8,-5-4-2,-1-1 6,-7-6 0,-3-2-1,-6-1 6,-8 3-5,-4 2 8,-11 3 12,-5 2 4,-2 2 15,-2-1-10,-20-3 8,-9 0-31,-7 3 9,-4 3-7,-1 9-4,0 10-8,-5 8 4,-3 8-8,-7 4-16,-5 6-39,-1 18-22,1 9-87,5 9-305</inkml:trace>
  <inkml:trace contextRef="#ctx0" brushRef="#br0" timeOffset="82109.3228">24375 5815 524,'0'0'41,"0"0"12,0 0 82,0 0-87,0 0-20,0 0 16,0 0-5,-87-45-14,60 34-5,-4 1-2,-6-2-15,-6 4 0,-7-2-3,-3 3 2,-7 4 8,-3 3-9,-5 0 2,-5 0 7,-2 6-10,-2 8 11,2 4 0,-1 7-8,4 8 13,5 8-8,3 8-7,3 6 12,7 6-8,7 1 5,8 3-10,6 3 1,6 1 1,7 0-2,6 0 0,4-1 3,6 0-3,4-5 0,0-1 0,1-2 4,18-5-3,6-2-1,8 4 0,8 1 9,7-2 3,7-4-1,10-8-7,2-12-1,9-6 12,6-8-10,6-7-3,6-7 9,5-4-7,0-10 1,3-15 1,-4-10-4,1-9 7,0-7-9,0-3 12,-5-2 3,-11-3-12,-14-4-3,-17-6 0,-19-9-7,-13-4 4,-12-1-1,-8 1 4,0 6 7,-11 7-5,-19 8 8,-12 10 8,-15 5-15,-11 5 1,-8 4-4,2 9-21,10 8-4,15 10-21,16 10-2,14 0-27,9 7-65,7 7-189</inkml:trace>
  <inkml:trace contextRef="#ctx0" brushRef="#br0" timeOffset="82807.173">27322 3550 834,'0'0'99,"0"0"-57,0 0 9,0 0-46,-3 92 17,-5-36 12,3 1-3,4-4-7,1-6-19,0-7-3,0-7 2,6-5-4,3-5-3,4-6-53,1-6-61,4-9-131,1-2-242</inkml:trace>
  <inkml:trace contextRef="#ctx0" brushRef="#br0" timeOffset="83162.0763">27584 3652 761,'0'0'68,"0"0"16,-13 93 8,11-51-23,2-2-24,0-7-15,9-6-4,8-8-9,2-7-3,2-6 4,6-6-10,3 0 5,2-12-5,1-13-5,-1-7 8,-7-6-11,-6-8-8,-8-4 1,-11-3-28,0 3 27,-8 7-5,-17 15-5,-6 14 5,-7 14-7,-3 2-2,0 25 10,4 5-9,10 6-15,12 0-11,9-6-45,6-3-109,7-10-7,16-6-43</inkml:trace>
  <inkml:trace contextRef="#ctx0" brushRef="#br0" timeOffset="83532.7829">28048 3626 793,'0'0'27,"0"0"56,-21 81 6,17-47-56,4 1-17,0-5 18,0-5-18,10-8-5,9-6 6,7-7-9,5-4 16,5 0-11,4-18-7,3-9 11,-4-5-12,-6-8-5,-12-4 0,-10 1 7,-11-1-1,-4 6-4,-22 11 4,-15 12-6,-9 12-1,-5 3-1,2 18-19,7 12-22,13 5-28,12 2-25,15-5-69,6-8-206</inkml:trace>
  <inkml:trace contextRef="#ctx0" brushRef="#br0" timeOffset="84877.2867">26981 4402 264,'0'0'413,"0"0"-357,0 0 63,0 0-46,-55 75-45,51-58-2,-2-5-7,6-5 11,0-3 9,0-3-9,0-1 7,0 0 11,0 0-4,0-18 3,0-11-30,1-10-14,4-8 1,-2-7-4,-3-10 0,0-7-2,0-8 1,0-7-4,0-7-3,-5-7-13,1-1 18,-2 3-16,1 15 19,2 18-1,-3 18 3,3 13 3,0 9-5,0 4 0,3 4 4,0 3-4,0 5 0,0 2 5,0 4-2,0 1 3,0 2-6,0 0 2,0 0-5,2 0 3,-2 0-1,4-2 0,8 1-8,5-3 9,13-2 1,8-2-1,12-5 3,9-1-3,14-5 0,18-2-1,18-1 5,15-2-5,10-2 1,6 1 0,2-2 0,3 3 6,-6 0-6,-10 3 0,-6 1-3,-19 2-3,-14 3 5,-18 1 1,-19 3-7,-20 3 7,-14 2 0,-11 3 0,-8 3-2,0-1-1,0 1 2,0-1 1,0 1-1,0-2 1,0 2 0,0 0-2,-2 0 1,-4 7 1,-4 17 0,0 10 0,0 15-4,3 12 4,0 12 0,4 13 6,3 8-6,0 6 0,1 6-1,17-5 3,0-4-2,0-9 1,-3-13 0,-5-10-1,-5-7 0,-5-8 0,0-6-1,-9-1 5,-9-6-2,-4-2-2,-1-5 0,-5-4-1,-7-3 3,-9-2-2,-10-3 0,-13-1 4,-12-3 1,-21 0-5,-15-1 0,-12 0 9,-12 0-9,0 3 8,-2 1 7,-1-1-13,6 1 7,16-2-7,15-1 5,23-3 4,21-1-8,17-4 4,22-2-7,12-1-10,10-3-14,0 0-73,19-4-70,14-18-233</inkml:trace>
  <inkml:trace contextRef="#ctx0" brushRef="#br0" timeOffset="86216.1758">29680 3470 156,'0'0'358,"0"0"-236,0 0-3,0 0-29,0 0-47,0 0-23,-1-2-7,1 2 4,0 0-9,0 2 7,1 9 11,8 1 4,-1 5 12,2 0-20,-1 2 8,2-2-4,-1-2-19,-1-4 1,-2-4 0,0-4-7,1-3 20,3 0-11,9-12 11,10-18 3,12-11-23,10-11 5,11-12-5,7-11 1,4-8-1,3-1-1,-2 3 0,-11 14-3,-12 19-9,-19 18-13,-16 16-33,-10 11 9,-7 3-27,0 4-52,-7 13-1,-7 0-101</inkml:trace>
  <inkml:trace contextRef="#ctx0" brushRef="#br0" timeOffset="97875.1479">20970 9082 671,'0'0'3,"0"0"78,0 0 29,0 0-15,-16-79-52,16 75 8,0 2 17,0 2-37,0 2-15,0 18-11,4 13 17,-2 9 17,-2 8-20,0 2-3,0 6-11,0-3 0,-6-4-5,3-8 0,2-8-7,1-8-45,0-7-91,0-10-99,11-10-524</inkml:trace>
  <inkml:trace contextRef="#ctx0" brushRef="#br0" timeOffset="98293.9863">21403 9265 724,'0'0'47,"0"0"-7,0 0 75,-12 99-71,9-57-10,3-4-6,0-4-8,15-8 0,7-8-6,5-8-2,3-9-1,4-1-6,1-7 8,-3-15-12,-2-4 4,-6-5 1,-4-3-6,-7-3 9,-6-3 16,-7-3 4,0 1-7,-14 1-11,-15 7-2,-6 12-5,-7 10-4,-7 12-2,-1 0-1,3 16-20,9 7-29,13-1-61,16 2-68,9 2-283</inkml:trace>
  <inkml:trace contextRef="#ctx0" brushRef="#br0" timeOffset="98909.8021">23441 9137 475,'0'0'85,"0"0"40,0 0 38,0 0-73,0 0-38,0 0-10,0-75-4,9 66-11,4 4-23,5 2 6,3 3-10,1 0-2,-1 5 2,-7 15 0,-7 9 0,-7 7-2,-3 10 2,-22 4 0,-6 4 2,-7-5 0,4-7 3,4-5-5,3-7 3,8-6 10,7-6 6,6-7 2,6-3-6,0-6-8,6-2 5,21 0-8,13 0 3,12-7-7,11-6-24,3 2-37,1-3-49,-1 0-66,-8-1-171</inkml:trace>
  <inkml:trace contextRef="#ctx0" brushRef="#br0" timeOffset="99278.5092">24127 9147 664,'0'0'60,"0"0"11,0 0 5,0 0-34,-34 93 7,30-57-18,4-2-7,0-5 4,13-7-1,6-7 4,5-5-9,1-6-1,5-4 2,-1 0-6,-1-9-10,2-8 0,-5-4-5,2-5 6,-1-6-4,-6-5-2,-9-1 4,-8-1-6,-3 2 5,-12 6 3,-20 8-6,-8 9-2,-8 11 0,1 3-13,3 9-49,12 13-28,8 5-28,13 0-236</inkml:trace>
  <inkml:trace contextRef="#ctx0" brushRef="#br0" timeOffset="100093.1963">25837 9010 604,'0'0'88,"0"0"41,0 0-42,0 0-69,0 0-11,0 0 1,72-84-1,-39 71-5,5 4-1,-1 3 7,1 6 5,-5 0 4,-5 9-5,-7 10 0,-11 5-1,-8 5-5,-2 2 1,-14-2-2,-16 1 1,-6-3 3,0-2-8,1-2-1,10-5 0,8-6 3,7-7-3,9-5 0,1 0-1,0-5-1,20-14-14,10-1-11,9 2 13,3 2-24,-2 9 14,-4 6 20,-5 1 0,-4 8 4,-8 12 4,-7 4 10,-7 3 29,-5 0-3,-6 1-4,-21-2 18,-12-1-10,-10-3-20,-3-3-19,-2-4-3,5-5 1,10-5-3,11-5-9,11 0-64,10-16-63,7-8-219</inkml:trace>
  <inkml:trace contextRef="#ctx0" brushRef="#br0" timeOffset="100467.9996">26550 9096 113,'0'0'554,"0"0"-458,-24 76 22,24-40-35,4 0-52,16-4 0,9-8 7,2-5-16,2-8 4,1-5 0,0-6-17,-1 0 14,3-16-18,-2-10-5,-4-5 7,-6-8-6,-5-4-1,-6-3 0,-13-1 1,0-1 7,-16 8-6,-18 10 6,-11 12-2,-7 15-6,-3 3-5,3 15-33,10 15-52,13 8-16,12 0-166,6 2-276</inkml:trace>
  <inkml:trace contextRef="#ctx0" brushRef="#br0" timeOffset="103139.8779">21676 10047 293,'0'0'261,"0"0"-241,0 0 79,0 0-3,0 0-64,0 0-7,-3 6 30,3 15-30,0 7 20,0 6-14,0 2-5,0 4 10,0 1-23,0 6 9,0 6 12,0 1-19,0-2 9,0-4-5,-3-6-14,-4-6 9,1-9-14,0-5 8,3-8 1,0-5-8,3-5 5,-2-1-6,2-3 1,0 0 10,0 0-8,0 0 2,0 0 4,0-2-5,0-3-3,5-4-1,5 0 0,8 2-8,4-1 7,9-1 1,11 1-1,12 0 4,10-4-3,13 1 0,10 0 1,14-1-6,13 4 5,9-1 0,4 6-1,-5 3 1,-7 0 0,-11 0 0,-10 6 2,-6-2-3,-9 1 1,-10-5 0,-13 0-2,-15 0 0,-14 0-5,-12 0 0,-5 0-6,-4 0 13,-1 0-11,-2 0 11,0 0-6,0 0 7,2 0-1,0 0 0,-1 0 0,1 0 0,-1 0 0,1 0 0,2 0 0,1 0 1,-1 0-1,2-6 0,0-3 4,-2 0-3,3-4 0,0-2 0,-1-2 0,1-3 6,-1 0-7,2-2 5,-4-7-5,1-3 13,0-6-6,-2-8 0,2-1 2,-2-6-6,0-2 1,-2-1-4,-2-2 5,-2 3-2,0 7-3,0 10 0,0 11-2,0 11 3,1 8-1,1 4 0,1 4-15,0 0-6,1 0-40,-1 0-8,2 0 13,-1 0-26,2 5-7,-4 4-75,-1 4-14,-1 2-61</inkml:trace>
  <inkml:trace contextRef="#ctx0" brushRef="#br0" timeOffset="103910.2981">22728 11084 554,'0'0'96,"0"0"-15,0 0 52,0 0-62,0 0-59,0 0 1,43-45-11,-6 41 6,1 4 15,-1 0-22,-3 2 21,-5 15 2,-12 6-16,-8 5 12,-9 4-6,0 3-6,-20 0 5,-10 0-10,-4-2-3,-1-5 0,2-7 1,7-6 1,6-6-2,10-8 0,4-1 5,6 0-1,0-15-3,4-8-1,17-2-37,9-1 6,6 4-11,1 5-11,0 8 33,2 9 6,-5 0 14,-1 16 5,-6 14-4,-6 5 17,-9 1 2,-9 1 10,-3-3-6,-13-1 23,-16-1-21,-8-3-5,-2-3-20,-1-6 27,5-10-23,5-9-4,8-1-1,7-18-5,11-15-66,4-6-100,3-4-368</inkml:trace>
  <inkml:trace contextRef="#ctx0" brushRef="#br0" timeOffset="104249.4899">23323 11312 680,'0'0'97,"0"0"29,9 108-49,12-75-41,3-6-22,6-8-11,-2-18 19,6-1 2,2-15-23,0-15 9,-3-4-6,-5-2-2,-5-5 2,-10-2-2,-10-2 15,-3-1 7,-10 2-17,-17 7-3,-6 13-4,-8 14 0,-5 10-7,-5 9-25,1 17 20,8 6-26,11 2-46,13-7-60,16-5-312</inkml:trace>
  <inkml:trace contextRef="#ctx0" brushRef="#br0" timeOffset="104968.1772">25291 11070 731,'0'0'81,"0"0"23,0 0 7,0 0-44,3-73-33,15 61-15,7 5-16,6 6 12,5 1-8,-1 1 8,-7 18 5,-7 8-12,-12 4 4,-8 5-5,-1 1 5,-12-1 1,-15-3-13,-7-2 1,-3-6-3,4-5 2,6-7-4,9-7-13,7-6-3,6 0 18,5-3-10,0-14-20,18-3-5,13-2-23,4 7 17,2 5 17,-3 10 11,-4 0 10,-3 9 6,-5 12-1,-7 3 0,-6 2 3,-9-1 24,0-1 4,-18 1-14,-12 1 18,-4-3-8,-6 0-20,0-6-4,5-4-3,8-9 0,11-4-31,11-3-68,5-19-87,11-8-386</inkml:trace>
  <inkml:trace contextRef="#ctx0" brushRef="#br0" timeOffset="105292.4331">25855 11183 794,'0'0'27,"0"0"88,-13 93-31,13-68-38,0-5-26,10-7 15,8-6-2,3-7-20,1 0 6,5-10-15,0-10-2,1-4-1,-3-1 1,-5-4 6,-8 0-7,-6-1-1,-5-1 20,-1 2-19,-4 0 9,-15 7-10,-6 6 5,-7 11-11,-10 5-26,-3 4-97,-2 15-79,0 6-657</inkml:trace>
  <inkml:trace contextRef="#ctx0" brushRef="#br0" timeOffset="106618.318">23450 12154 415,'0'0'78,"0"0"11,0 0 59,0 0-69,0 0-32,0-72-1,0 70-20,0 2-7,0 0-8,0 18-6,0 15 10,3 8 28,-3 8-9,0 5 5,0 1-24,0-3-6,0-4 2,0-6-6,0-2-5,0-6 26,0-6-19,0-6 7,0-11-12,0-6 0,0-3 3,0-2 1,0 0-5,0-2 5,4-9 2,14-3-10,8-3 2,7 1 0,5 3-3,8 2-3,7 4 3,6 3 2,8 0-4,10 3 4,9-1 1,5 1 0,6-1-2,0 1 2,0 1 0,-4 0-1,-10 0 1,-13 10 0,-11 5-1,-6 5 1,-2 3-6,-2 1 10,8-1-4,1-1 2,0-5 3,-3-5 0,-5-4-5,-7-6 2,-10-2 5,-7 0-6,-9-10 4,-4-5 19,-5-7 0,-2-3 11,0-4-18,0-8-11,3-1 8,-2-8-11,2-1-2,0-8 4,-2-6-1,3-5 3,-1-2-7,4-3 4,0-1-2,4-1 0,-1 1-2,0 7 0,-2 8 6,-2 16-5,-5 15-1,-4 12-1,-1 8-6,-2 6 7,0 0-4,0 11 3,0 5-15,0 3-8,0 0-18,-3 1-51,0 1-4,0 2-58,0-1-192</inkml:trace>
  <inkml:trace contextRef="#ctx0" brushRef="#br0" timeOffset="107526.785">24087 13428 486,'0'0'65,"0"0"29,0 0 49,0 0-43,0 0-36,0 0-13,0 0-29,24-28 9,-33 76 11,-6 16 20,3 10-12,2 4-21,7-5-3,3-8-1,0-10-21,17-14 11,6-12-15,1-12 0,1-11 7,2-6-3,0-2-3,-5-17-1,-5-5-1,-7-2-4,-9 1-3,-1 0-9,-13 6 6,-15 7-26,-10 12 14,1 0-9,0 10-50,5 7 18,9-1-59,9-3-137,13-6-251</inkml:trace>
  <inkml:trace contextRef="#ctx0" brushRef="#br0" timeOffset="107870.6427">24509 13672 809,'0'0'84,"-28"90"-17,22-39 45,6-6-28,0-9-55,13-9-5,11-12-3,3-11-14,6-4 15,3-7-20,0-20 2,-4-8 3,-5-7-7,-8-7 0,-9 0 0,-10 1 8,0 6-6,-11 8-2,-16 11-2,-7 12 0,-5 11-38,-1 0-28,4 16-43,6 8-50,5 1-160,7 1-199</inkml:trace>
  <inkml:trace contextRef="#ctx0" brushRef="#br0" timeOffset="109541.4745">23866 11050 304,'0'0'47,"0"0"55,0 0-13,0 0 12,3-81-4,-3 66-53,-7-2 10,-5-2-29,-2-1-9,1-2 20,-4 1-31,0 0-3,-3 0 7,-1 1-7,-2 2 6,-6 3-8,-1 1 1,-2 1 2,-3 1-3,-1 4 0,0 2 0,4 3 2,2 3-2,1 0 0,3 0-2,-1 7-1,-1 5 3,-2 2 0,-3 0-2,-3 0-3,-3 0 2,0-1-1,2 1 1,3-1-2,1 2 4,3 2 1,-1 3-4,-3 4 4,-5 1 0,-6 2 0,-4 1-3,-7-1 0,0 0 5,5-3-2,6 0 17,6 0-17,4-2 0,-2 4 10,2 2-9,5 5 6,5 2-6,2 3-1,7 1 16,6 1-16,2-4 12,7 4-9,1 2 0,0 7 1,9 2 5,11 2 0,5 0 6,6-3-8,9-5 5,5-4 1,11-4-8,12-5 10,8-5-3,6-8-7,6-6 3,4-7-6,-1-6 1,-1 0-3,-5-9 2,-7-12-3,-4-5 1,-4-7 0,-3-4 0,-1-3 1,-6-6 0,-5-6 0,-3-7 1,-7-7 14,-2-7-1,-7-3 6,-8-1 7,-11 4-20,-13 1 12,-4 4 17,-12 8-17,-19 10 10,-11 10-19,-10 11-5,-11 8-6,-6 6 0,-3 7 0,6 6-14,9 2-29,17 9-20,12 14-42,8 10-5,13 7-40,7 5-224</inkml:trace>
  <inkml:trace contextRef="#ctx0" brushRef="#br0" timeOffset="110644.633">24976 13568 168,'0'0'100,"0"0"-15,0 0 12,0 0-34,0 0 7,0 0-4,22-46 16,-20 36-49,1 0 20,-2-1 1,-1 0-8,0-1 0,0 0-16,0-4-3,-4 2 7,-11-3-24,0-2 1,-7-1-3,-3-1-4,-4 1-2,-5 2-2,-4 5 0,-2 3-1,-4 6-1,-4 4 2,-3 0-1,-3 0 2,-2 4-4,-1 9 4,-1 4-1,2 2 0,3 6-1,-1 3-1,2 3 2,-2 4 0,1 2-1,6-2 1,3-1 0,6 0 1,4-2 0,2 5-1,1 4 0,1 4 5,2 4-1,1 2-2,5 0-2,5-3 8,7-1-4,6-4-2,4 0-2,0 0 2,13 1 2,7 2-3,6 3 2,7 0 12,7 1-13,5-1 14,7-4 4,6-6-14,6-6 4,8-11-4,9-8-4,8-12 1,5-2 3,0-20-5,-4-11-1,-8-6 0,-8-5 5,-3-3-5,-4-6 1,-5-7 10,-2-5-3,-8-5 18,-7-5-7,-5-6-8,-12-4 2,-11-2-9,-14 4 1,-3 9 5,-21 10-8,-16 8-2,-10 4 0,-5 2 1,-3 5-7,3 9 6,3 5-41,8 11 4,8 8-24,11 6-30,15 4-35,7-3-161,9-3-237</inkml:trace>
  <inkml:trace contextRef="#ctx0" brushRef="#br0" timeOffset="111428.2813">28724 11087 586,'0'0'87,"0"0"-19,0 0 52,1-92-57,-7 68-36,-15-1 13,-5 1-17,-9 4 0,-11 9-16,-3 9-7,-5 2 6,2 17-5,7 13-1,8 6 13,10 3-1,14-3 6,11-2 3,2-7-16,18-7 10,12-9-12,7-7-1,5-4 0,3-3-2,-2-14-3,2-2-13,-5-5-16,-3-5 17,-5 2 8,-5-3 7,-5 3-4,-10 9 11,-3 8-7,-8 10 9,-1 5-7,0 28-1,0 14 28,-4 13 1,-2 5 0,1-2-27,5-5 4,0-9-7,2-6 1,13-7-7,3-7-37,4-11-20,5-10-50,0-8-122,2-8-237</inkml:trace>
  <inkml:trace contextRef="#ctx0" brushRef="#br0" timeOffset="111728.3182">29051 11104 458,'0'0'123,"0"0"-26,-6 72 29,3-36-36,3 0-42,0-8-24,3-6 15,17-9-19,10-7-6,3-6 15,5 0-16,-3-14 3,0-9-13,-4-5 2,-6-7 1,-5-6-5,-8-5-1,-9 0 2,-3-2 3,0 4-5,-18 10 0,-9 13-3,-15 17 0,-7 4-15,-11 22-51,-1 14 6,1 6-88,7 2-146</inkml:trace>
  <inkml:trace contextRef="#ctx0" brushRef="#br0" timeOffset="112641.3409">28017 11998 792,'0'0'24,"0"0"7,0 0 48,0 0 11,0 0-45,0 0 27,-17 12-27,17-39-42,0-13 11,0-12-12,3-11-1,-3-11 0,0-13-1,0-15 0,0-8 0,-7-8-12,-1-4 9,2 2 2,-1-1 1,6 7-6,-1 14 9,2 19-3,0 21 6,0 24-5,0 12 17,0 8 5,0 6-9,0 5 6,0 1-17,0 1 4,0 0-7,6-1 7,24 1-4,21-3-3,26 0 0,23-3-2,22-1 4,19-1-2,14-3 0,13-4-4,7-2 0,-2-6-7,1-7-5,-9-4 9,-10-3-2,-15 3 5,-24 6 3,-27 10 1,-31 7-2,-28 5 2,-20 5 0,-10 3 2,-2 1 1,-15 0-1,-7 0-1,-1 10 6,0 9-8,0 11 1,1 15 0,-1 15-2,0 13 3,2 9-1,5 4 0,9 0 5,9 2-1,0-4-4,2-3 1,11-2-5,2-6 4,0-3-2,-2-2-2,-2-1-3,-7-5-1,-4-3 6,0-4-10,-18-6 9,-19-2-7,-14-6 10,-13-4 0,-15-2 2,-19-3 13,-23 0-7,-27-4-1,-28-2-2,-18 0 2,-13-2 0,-1-3 9,16-6-12,37-9 14,43-6-18,41 0 5,32-20-10,20-8-31,19-4-67,6-4-111,35 0-140</inkml:trace>
  <inkml:trace contextRef="#ctx0" brushRef="#br0" timeOffset="113678.0239">30610 9415 715,'0'0'15,"-24"103"67,15-47 42,-3-2-78,3-5-8,2-7 4,-3-11 7,5-8-24,0-10 14,2-6-20,2-7-3,-2 0 7,-2-11 3,1-15-12,2-11-14,2-8-9,0-8 0,0-4-7,14-3-11,3 2 4,5 8 7,0 14 4,2 15 9,-5 18 0,-2 3 1,-3 25 4,-2 10 1,-3 7 29,-2-4-16,1-5-1,3-7-3,-1-7-10,2-8 15,-3-5-17,0-6 0,4 0 9,4-11-8,4-13-2,1-7-17,2-6-33,-5-3 16,-1-5 4,-3 3 11,-2 10 7,-5 13 3,-2 19 8,-1 6-7,-1 24 9,5 7 13,3-2 13,6-4-16,4-7 24,8-10-26,7-9-2,2-5-4,1-4 2,-1-18-8,1-6-1,-8-5-14,-10-3 18,-4-2-5,-9-1 5,-4 1 0,-1 7 1,-3 11 4,-1 13-4,0 7 12,0 24-11,0 20 5,0 12 33,-3 5-24,-1-4-10,3-10 8,1-7-13,0-12-4,0-10-13,0-8-73,10-10-65,-3 0-305</inkml:trace>
  <inkml:trace contextRef="#ctx0" brushRef="#br0" timeOffset="113884.0841">31420 8984 763,'0'0'32,"0"0"89,0 0-60,0 0-35,-88 45-9,62-45-4,2 0-11,7-15 2,8-6-4,6-3-48,3-1-87,9 6-91,16 7-174</inkml:trace>
  <inkml:trace contextRef="#ctx0" brushRef="#br0" timeOffset="114230.8877">31663 9214 721,'0'0'39,"15"96"71,-11-55-3,-1-2-42,-3-10-60,0-9 34,0-8-25,0-9-11,0-3 16,-4-7-18,-3-18-1,2-9-11,4-11-35,1-6 31,0-4 2,0-1 13,14 10-4,2 12 3,6 18 1,5 16 7,7 5-6,2 30 23,-3 16-2,-8 10 0,-13 1-3,-6-1-19,-6-6 0,0-9-68,0-11-112,0-10-597</inkml:trace>
  <inkml:trace contextRef="#ctx0" brushRef="#br0" timeOffset="122058.9536">29895 2959 264,'0'0'31,"0"0"30,0 0-13,0 0 2,0 0-26,0 0 5,0 0-5,3-25 60,-3 19-3,0-3-30,0-1-4,-3 0-28,-6-2 22,0-2-29,-1 1 0,-2-2 35,0 2-32,0 1 27,2 2-11,4 5-17,3 3 17,3 2-22,0 0-9,0 5-1,0 13-14,10 11 15,12 11 0,13 17 1,14 15-5,13 13 9,12 8-3,3 1 9,2-3-7,-3-8-2,-7-10 7,-12-12-5,-14-10 20,-15-15-14,-10-12-1,-9-7 8,-4-7-15,-2-4 5,-2-4-5,-1 0 0,0-2 13,0 0-15,0 0 4,0 0-4,0-7-51,0-18-116</inkml:trace>
  <inkml:trace contextRef="#ctx0" brushRef="#br0" timeOffset="171771.2873">14464 8392 783,'0'0'122,"0"0"-64,0 0 27,0 0 6,0 0-32,0 0-49,0 0 2,28 28 10,-13 33-8,-6 11 12,-7 7-25,-1 4 2,-1-4-3,3-6-4,1-12-59,1-12-36,3-16-15,-1-18-49,5-15-230</inkml:trace>
  <inkml:trace contextRef="#ctx0" brushRef="#br0" timeOffset="172007.8784">14526 8315 625,'0'0'26,"0"0"62,83-48-26,-49 48 6,0 12-41,-3 17-6,-9 9-6,-9 6 12,-13 3 16,-6-2-16,-24-1-12,-12-6-11,-3-5-4,2-4-11,6-11-49,15-9-40,13-9-124,9 0-360</inkml:trace>
  <inkml:trace contextRef="#ctx0" brushRef="#br0" timeOffset="172448.1876">14959 8808 747,'0'0'31,"0"0"41,0 0 74,0 0-54,0 0-65,6-85-23,18 41-4,0-5 0,0-3 3,-5-2-2,-4 1-1,-3 2 0,-6 9 9,-3 10-8,-3 12 13,0 12-1,-1 8-10,-10 2 6,-2 19-9,5 7 0,4 4-3,4 2-3,0 2-10,16-1-16,7 2 2,-1-1 29,-2-1-2,-4-2 3,-6-5 1,-5-2 2,-5-4-3,0-3 0,0-4 4,-12-4-9,3-5 5,3-6-90,6 0-141</inkml:trace>
  <inkml:trace contextRef="#ctx0" brushRef="#br0" timeOffset="173076.2883">15402 8464 287,'0'0'599,"0"0"-488,0 0 9,0 0-41,0 0-39,0 0-20,-40 59 20,40-24-19,0-1 0,0-4-2,8-8-16,6-3 3,1-8-6,3-7-10,-1-4 3,0 0-17,3-10-12,-1-9-6,4-6-33,-2-2 46,-3-2-18,-5-1-2,-1 0 47,-6 4-5,1 8 7,-5 5 3,-2 13 2,0 0 21,0 10-2,0 15-1,-3 7 35,0 4-19,3-2-22,0-3 2,12-8-15,13-5 12,4-6 1,-3-6-12,4-6-1,-3 0-4,0-10-3,1-9 2,-5-7-50,-1-5 2,-4-1 32,-5-4 0,-5 1 15,-5 4 2,-3 5 0,0 8 2,-15 10 5,-6 8 1,0 1 9,-6 22-12,3 8 25,1 5-17,6 7-1,7-1 3,5-4-11,5-5-4,2-5 0,16-7 7,13-5-6,12-8-1,12-5-9,14-3-37,7-4-51,-3-16-148,0-6-268</inkml:trace>
  <inkml:trace contextRef="#ctx0" brushRef="#br0" timeOffset="173808.3499">16368 8413 137,'0'0'523,"0"0"-431,0 0 47,0 0-82,-83-52-12,58 52-12,-2 0-6,-4 11 18,0 13-12,-1 7-8,6 7 16,6 7-41,5-1 8,9-2-5,6-5 3,0-7 4,6-8-10,9-8 0,3-10 0,4-4-12,4-5-44,2-19 49,-1-8-48,-2-7 13,-2-4 19,-6-6 10,-4-4 13,-6-4-19,-2-3 19,-5-8 7,0-1 1,0 5 67,0 14-29,-5 20 26,-1 17-6,-2 13-43,1 7-4,-5 34-19,3 22 4,2 17 13,4 4-4,3 0-10,0-8 6,0-8-2,13-14-6,5-14-1,5-13 6,0-13-14,6-13 4,-2-1-32,-2-11-41,-4-13-83,-2-4 22,-5-7 23,-3-5 37,-1-4 74,-3 5 4,0 6 3,-2 15 47,-4 17 21,-1 1 21,0 28-43,-1 9 21,-5 6 17,2 1-48,4-7-15,0-7-4,0-11-16,17-7 4,6-8 4,2-4-9,2 0 7,0-13-10,-2-8 1,-1-8-5,-7-1-6,-4-6 10,-6-2 0,-5 5 3,-2 3-1,-3 8 5,-18 14-5,-9 8-4,-4 1-2,0 19 2,2 6 1,7 3-87,8 1-89,11-2-204</inkml:trace>
  <inkml:trace contextRef="#ctx0" brushRef="#br0" timeOffset="174344.325">17012 8346 407,'0'0'510,"0"0"-465,-94 13 66,58 14-28,7 8-31,9 5-28,8 2-17,9-1 23,3-6-30,0-7 8,11-5-6,11-9 7,6-7-11,2-7 2,5 0-67,-1-7-4,-1-11-16,-5-2-15,-3-3 25,-4 1-18,-6-1 56,-3 2 36,-6 5 3,-3 7 68,-3 9 35,0 0-36,0 16-36,-9 10 35,3 3-4,6-2-11,0-4-29,7-7-1,12-6-20,3-6 3,3-4 0,2 0-4,0-10 0,-3-9-34,0-2-5,-4-2 31,-3-4-2,-4 0 10,-8 0 23,-5 5 11,0 3 3,-21 6-7,-7 9-19,-7 4-9,-3 7-2,3 16-2,7 4-24,7 1-117,9-3-91</inkml:trace>
  <inkml:trace contextRef="#ctx0" brushRef="#br0" timeOffset="175069.1315">17707 8468 818,'0'0'46,"0"0"44,0 0-11,-83-58-9,56 55-23,-3 3-7,-2 6-31,-1 18 13,1 8 10,4 7-28,8 3 1,9-2 2,9-3-2,2-6-1,3-7-4,15-8 0,4-8-3,1-8 3,4 0-29,4-14 4,2-13-22,1-6-11,0-6 49,-7-4-8,-3-6 15,-8-1-4,-7-4 6,-4-1-4,-5 5 8,0 5 10,0 12 12,0 15 9,-3 8 11,-8 10-32,-3 2-6,-3 24 1,-1 12-6,3 10 16,7 8-17,6 3 3,2 0-4,3-6 2,12-9-2,4-9-1,-1-9 3,3-12-3,4-9 0,3-5-13,5-4-1,6-16-15,2-5 19,-2-9 3,-1-6 11,-7-6-4,-1-4 0,-7-3 0,-4-2 19,-7 4-11,-2 7 2,-10 12 10,0 12 11,-11 16 0,-21 4-16,-7 23-14,2 19 20,4 12-20,9 7 0,15 0 9,9-1-7,8-8 0,17-8 4,5-12-1,1-10-12,4-10-14,4-12-45,5 0-7,-3-9-135,-9-8-72</inkml:trace>
  <inkml:trace contextRef="#ctx0" brushRef="#br0" timeOffset="175587.0575">15311 9306 779,'0'0'86,"0"0"-21,0 0 46,0 0-53,0 0-11,0 0-17,140 1-22,-10-15 16,27-4 4,22-4-18,4-3 19,-4 1-25,-13 3-4,-23 3 4,-31 2-4,-33 5-18,-37 2-50,-30 4-28,-12 5 29,-37 0 8,-14 0 31,-13 1 7,-14 8 0,-6 4 21,-9-1-16,-3 1-85,-2 3-20,1-3-44,3 1-186</inkml:trace>
  <inkml:trace contextRef="#ctx0" brushRef="#br0" timeOffset="175841.0995">15331 9376 479,'0'0'169,"-90"26"-125,57-16 62,14-4 26,18-4-84,5-2-22,47 0 8,31 0 3,33-11-14,31-6-12,24-3 20,18-1-9,9-1 19,1-1 1,-11 0-37,-20 3 11,-27 1-16,-38 2-3,-35 3-1,-34 4-63,-30 3-34,-3 4-54,-32 2-138</inkml:trace>
  <inkml:trace contextRef="#ctx0" brushRef="#br0" timeOffset="180148.3178">13698 10305 470,'0'0'266,"0"0"-101,0 0-87,0 0-45,0 0 13,0 0 14,19 92-25,-11-50 2,0 5-13,-5-4-7,0-4-4,-2-6-13,1-6 4,1-7-4,0-7-34,4-7-87,2-6-108,2 0-291</inkml:trace>
  <inkml:trace contextRef="#ctx0" brushRef="#br0" timeOffset="180377.9438">13816 10307 369,'0'0'335,"0"0"-211,0 0-42,0 0 3,102-29-30,-62 43-8,3 13 14,-2 17-7,-13 11-12,-13 10-4,-15 4-25,-1-6-7,-28-6 2,-4-6-8,2-9-14,0-8-38,8-11-116,5-13-183</inkml:trace>
  <inkml:trace contextRef="#ctx0" brushRef="#br0" timeOffset="181124.31">15029 10612 488,'0'0'208,"0"0"-86,0 0-13,0 0-24,0 0-7,0 0 7,-47-12-20,47-8-30,8-8-20,14-10-1,8-11-12,6-9 3,2-5 0,-1 0-5,-4 1 0,-9 8 4,-11 15-4,-8 15 0,-5 12-1,-3 12 2,-15 0 1,-4 10-2,-1 13 0,8 4-1,11 2 0,4 4-1,6-1 2,20 1-7,12 1-1,7 1-1,4 2 7,0 1 0,-6-2 4,-11-3-2,-13-2 0,-11-4 2,-8-3-2,-10-2 3,-18 1 0,-8-5 0,-2-2-3,6-8-8,10-6-49,9-2-64,10-9-123,3-16-524</inkml:trace>
  <inkml:trace contextRef="#ctx0" brushRef="#br0" timeOffset="181451.6031">15484 10424 733,'0'0'104,"0"0"8,5 84-5,-1-59-43,4-5 3,4-4-30,1-6-15,3-4-2,3-6-16,1 0 6,1-3-5,-1-16-4,-1-5-2,-2-7-15,0-7 3,-4-4 2,-5-3 8,-8-1 3,0 7 0,-15 8 1,-13 8-2,-8 16 2,-4 7-3,-5 12-1,5 16 3,6 6-3,10 2 3,13 0-9,11-5-81,0-8-118,21-8-373</inkml:trace>
  <inkml:trace contextRef="#ctx0" brushRef="#br0" timeOffset="181774.2758">15793 10337 781,'0'0'48,"0"0"21,0 0 2,0 0-30,97 68-1,-73-33-11,-3 1-11,0-5 40,-3-6-23,-5-6-20,-5-5 1,-5-7-10,-3-3 0,0-4 4,-2 0-3,-8-1 2,-4-15-7,4-4 0,1-7-4,4-6-5,4-6-21,1 0-1,0 2-37,10 6-34,10 5-49,1 0-154,4 5 7</inkml:trace>
  <inkml:trace contextRef="#ctx0" brushRef="#br0" timeOffset="182006.9573">16194 10102 116,'0'0'425,"0"0"-258,0 0-22,0 0-32,0 0-23,-13 101-15,12-61-1,1 2-26,0-1-9,0-3-5,11-4-10,3-4 3,2-8-13,2-6-12,3-9 9,1-7-11,-2 0 0,1-10-36,-3-8-23,-9-6-128,-6-3-98,-3-3-278</inkml:trace>
  <inkml:trace contextRef="#ctx0" brushRef="#br0" timeOffset="182158.0718">16171 10290 779,'0'0'182,"0"0"-86,0 0 5,0 0-16,0 0-47,0 0-31,118-36-7,-60 13-11,7-6-118,4-1-190</inkml:trace>
  <inkml:trace contextRef="#ctx0" brushRef="#br0" timeOffset="184677.9674">15390 11603 709,'0'0'148,"0"0"-62,0 0 30,0 0-23,0 0-62,0 0-21,0 72 22,0-28-13,0 1-15,0-5 1,0-4-5,-4-2-1,-3-5-53,4-9-117,0-6-154</inkml:trace>
  <inkml:trace contextRef="#ctx0" brushRef="#br0" timeOffset="184991.9724">15396 11311 971,'0'0'48,"0"0"-48,0 0-7,0 0 7,0 0 6,14 78 3,-14-64 8,-8-4 8,-2-5-5,-2-2-13,3-3-2,1 0 1,1-10 0,4-7-1,-1 1-3,4-4-2,0 1 1,0 4-1,0 6-6,0 5-22,1 4-31,11 0 5,2 13-41,2 5-219</inkml:trace>
  <inkml:trace contextRef="#ctx0" brushRef="#br0" timeOffset="185438.1909">15678 11421 853,'0'0'72,"0"0"-5,0 0 16,0 0-36,87-72-32,-50 58-2,-2 1 6,-6 3-17,-5 3 3,-9 3-4,-6 3 0,-8 1-2,-1 0-8,0 5 9,-6 8 4,-5 3-3,-1 2 2,3 3-3,0 6-1,4 6 0,4 6 1,1 6 0,0 5 0,1 2 1,9-2-1,-3-3 1,0-3-1,-1-6 1,-3-3 0,-3 1 1,0-5 25,-6-2-23,-16-2 7,-6-4-6,-5-8-5,0-6-3,-1-9-68,-1 0-75,1-12-199</inkml:trace>
  <inkml:trace contextRef="#ctx0" brushRef="#br0" timeOffset="185990.0655">15104 11479 764,'0'0'118,"0"0"-32,0 0 5,0 0-20,0 0-44,0 0-23,-43-3-3,16 17-2,0 0 0,2-1 1,4-1 0,0-5 0,4-3-2,4-3 4,7-1-2,3 0 2,3 0-2,0 0 2,0 0-2,0 0-6,0 0 6,0 5-6,0 17 1,6 13 5,-1 9-1,-2 7 0,-3 4 1,0 3 0,0 5-1,-3 2 1,-10-3 0,0-4 3,1-7 2,3-7 5,5-11 1,4-10 0,0-9 5,15-10-16,24-4 8,19-2-8,19-18-4,19-7-100,11-7-108,11-4-562</inkml:trace>
  <inkml:trace contextRef="#ctx0" brushRef="#br0" timeOffset="186747.9401">16790 11361 628,'0'0'137,"0"0"-27,0 0-10,0 0-14,0 0-59,0 0-8,-42 12 12,20-2-13,1 0-11,3-3-7,-1 0 6,2-3-5,2-1-1,5-2 0,4-1-8,0 0 1,3 0-4,1 0-4,2 0 7,0 0-2,0 0 5,0 0 3,0 10-3,0 12 5,0 10 0,0 12 3,-4 5-2,-2 4 0,3 0 4,1-3 8,2-3 5,0-3 12,0-3-6,5-5 4,7-7-5,3-8-10,1-5-6,7-11-1,6-5-3,7 0-3,4-10-30,4-11-108,-5-3-39,-2-1-286</inkml:trace>
  <inkml:trace contextRef="#ctx0" brushRef="#br0" timeOffset="187023.3334">17051 11650 762,'0'0'89,"0"0"-39,0 0 42,0 0-25,-15 107-32,15-66-2,5 4-1,3 2 12,1-2-12,-1 2-15,-2-8 12,-3-4-18,-3-5-2,0-8 0,0-2-8,-17-4 5,-5-5-3,-5-5-3,2-6-16,4 0-33,2-20-80,6-11-69,7-13-286</inkml:trace>
  <inkml:trace contextRef="#ctx0" brushRef="#br0" timeOffset="187258.3341">17057 11461 217,'0'0'547,"0"0"-475,0 0 18,0 0-22,0 0-29,0 0-19,-12 10 2,-6-10-18,2 0-2,5-2-2,5-12-2,3 0-17,3-2-7,0 1-1,8 1-24,11 3-95,2 1-146</inkml:trace>
  <inkml:trace contextRef="#ctx0" brushRef="#br0" timeOffset="187655.5035">17414 11290 824,'0'0'74,"0"0"-12,0 0 9,0 0-44,0 0-26,0 0 9,83-45-7,-62 29 0,-3 2 2,-3 3-4,-6 3 6,-6 5 26,-3 3 1,0 0-13,0 4-13,-11 18 1,-5 8 6,2 6-14,1 4 2,4 6-1,5 6-2,4 5 1,0 4 0,0-3 0,0-4 2,3-9 4,-2-6 5,-1-2 10,0-6-14,-18 0-2,-15-1-6,-10-2-22,-12-3 13,-6-5-151,-6-7-140</inkml:trace>
  <inkml:trace contextRef="#ctx0" brushRef="#br0" timeOffset="188116.9793">16230 11837 446,'0'0'261,"0"0"-154,0 0 29,0 0-39,0 0-33,0 0-4,-28 0-42,46 0-9,10-2-4,6-3-2,7 0-3,-4-2-4,-4 0-58,-8 0-94,-8 0-220</inkml:trace>
  <inkml:trace contextRef="#ctx0" brushRef="#br0" timeOffset="188270.7075">16351 11688 808,'0'0'127,"0"0"-84,0 0 44,-28 113-40,26-55-42,2 2-5,0 3-78,0-4-596</inkml:trace>
  <inkml:trace contextRef="#ctx0" brushRef="#br0" timeOffset="192564.7328">16627 11111 413,'0'0'146,"0"0"-4,0 0 12,0 0-56,0 0-34,0 0-12,-79-6 12,53 26 9,0 7-13,5 3-16,5 2-13,11-1 7,5-1-15,0-5-19,23-8-3,12-9-2,16-8-34,12 0-110,5-18-416</inkml:trace>
  <inkml:trace contextRef="#ctx0" brushRef="#br0" timeOffset="200568.16">12963 13544 49,'0'0'85,"0"0"-41,0 0 57,0 0-15,0 0-35,0 0 21,0 0 1,-25-39 7,22 35 4,0 0 3,1 0-7,1 1-12,-1 2-16,2 1 4,0 0-9,0 0-40,0 15-4,0 10 9,5 8 13,-1 1-9,-1-2 3,0-1-7,-3-4-1,2-6-7,-2-2-3,0-8 5,0-4-6,0-3 5,0-2-4,0-2-1,0 0 7,0 0-1,0-7 0,0-10-2,0-5-4,0-3 0,0-6-5,0-2-5,0 1-9,0 4-1,0 5 12,0 6 5,0 4 2,3 5 0,1 3 0,-1 0 2,-2 3 0,1 0-1,-2 2 0,0 0 0,0 0 0,0 0 1,0 0-1,0 0 3,0 0-1,0 0-2,0 0-3,0 0 3,0 0-1,0 0 1,0 0-2,0 0-2,0 0 4,0 0-2,0 0 4,0 0-2,0 0 0,0 0 1,0 0 1,0 0-2,0-1 6,0-2-1,0-3 1,0 1 3,0-7-3,0-1 1,3-2 1,19-1-6,2 5-1,11 4 0,6 7-1,3 0 2,-3 11 0,-3 15 4,-13 2-3,-11 6 0,-11 2-3,-3 3-4,-17 0 1,-17-2-20,-5-3-16,-1-5 17,1-7 1,7-7 7,10-6-1,9-9 10,10 0 0,3-10-16,10-10-13,20 0 14,9 2 8,6 7 5,-1 4 7,1 7-2,0 0 4,-5 2-2,-7 14 10,-12 6 2,-15 7 8,-6 7-9,-22 7 4,-20 2-1,-13 0-10,-7-6 4,0-3-6,4-12-2,11-6 1,11-12 0,14-6-2,19-7-37,3-21-88,18-14-396</inkml:trace>
  <inkml:trace contextRef="#ctx0" brushRef="#br0" timeOffset="200817.9447">13463 13356 911,'0'0'56,"0"0"-45,0 0 17,0 0 47,107 60-10,-56-20 4,-3 5-30,-9 5-19,-16 0-3,-12 1-8,-11 3-5,-17 1-4,-23 1-36,-8 1-113,1-10-84</inkml:trace>
  <inkml:trace contextRef="#ctx0" brushRef="#br0" timeOffset="201652.938">14341 13587 710,'0'0'116,"0"0"-70,0 0 6,0 0-10,0 0-15,-10 82 18,10-48-5,0-1-9,2-1-9,2-4 2,-3-1-9,-1-7-3,0-9-4,0-3-3,0-8-2,0 0 4,0 0 2,0-16 4,0-10-6,0-6-6,0-4-1,0-3-5,0-1-5,3-2-3,0 1-1,5 2 2,3 5 7,3 7 0,3 7 0,5 8 2,0 6 3,4 6 2,1 0 1,-5 14 4,1 14 6,-6 10-9,-3 7 3,-2 1 4,-3-1-6,-6-2 5,-3-3-7,0-3-3,0-6 0,0-9-1,0-5-35,1-7-79,8-9-87,6-1-206</inkml:trace>
  <inkml:trace contextRef="#ctx0" brushRef="#br0" timeOffset="202070.9946">15052 13449 695,'0'0'149,"0"0"-57,0 0 3,0 0-27,0 0-17,0 0-19,-91-30-23,59 57 11,1 6 6,3 9-1,7 2-4,10-4-1,10-1 0,1-7-12,12-5-6,21-6 0,11-8-2,12-10-3,5-3-100,3-1-146,-6-15-521</inkml:trace>
  <inkml:trace contextRef="#ctx0" brushRef="#br0" timeOffset="204128.0865">15738 13947 597,'0'0'115,"0"0"-26,0 0 31,0 0-48,0 0-19,0 0-5,-8-52-8,8 32-6,0-5-12,0-5-4,2-4-11,6-2 2,-1-4-3,0-5-6,-1-5 3,-3-3-3,-3-5 0,0 0-3,0 1-8,-7 1 3,-5 10 7,3 6-1,3 9 2,3 7 0,-3 7 0,6 4 0,-1 5 0,1 2 0,0 4 0,0-1 0,0 3-2,0 0 1,0 0-6,0 0 3,0 0 1,0 0 3,1 0 0,9 0 0,1 0 0,5 0 0,-2 0 1,4 0-1,-2-3 1,2-1-1,-1 0 0,-3 0 0,-2-1 0,-1 2 0,-4 1 1,2-1-2,3 0 3,5-1-3,5-1 1,5 1 0,4 1-1,6-1 0,7 1-1,5 0 0,7-1 0,6 3-3,5-2 2,11 0 0,10 0 2,6-3 0,8 1-3,6-2 1,4 1-3,0 1 2,0-2-3,-6-2 4,-2-1 3,-4-1 0,-3-1 0,-3 2 2,-3 1-2,0 0 1,-5 2-1,-1 1 1,-4-2-1,-3 4 1,-13-1-2,-11 0-1,-18 2 0,-14-1 1,-11 1 1,-8 2 0,-3-2 2,0-1 11,0-2 0,0 2-1,0-2-8,0 2 0,0 0 0,0 1-4,0 0 3,0 2-1,0 1 2,0 0 10,0 0-13,0 0 4,0 0-4,0 0-1,-2 11 0,-4 13-1,-2 10 1,0 11-2,2 10 3,0 6-1,3 1 0,3-2 1,0 1-1,0-4 0,0-1 0,0-1-1,0-3 1,0-5-39,3-5 36,1-2 3,-2-4-2,-2-3-12,0-7 10,0-7 2,-5-5-3,-4-4 4,-4-3-1,1-4 2,-3-2 4,-1-1-1,-2 0-1,-3 0-1,-3 0-1,-3 0 0,-3 0 2,-1 2-2,-7 3 1,0 1-1,-5 0 0,-6 2-1,-7-1 1,-8 2-3,-9 1 3,-6-2 0,-8 3 2,-5-1-2,-7 0-1,-2-1 1,-2-1-5,-7 1 0,-3-4 2,-4 2-1,-4 0 1,6-3-26,4 1 28,9-4 1,9-1 1,11 0 1,11 0 4,11 0 0,10-1-1,13-4 1,9 3-6,9 2 0,9 0 0,7 0 0,3-2-2,0 2 1,0-1-18,0-1 5,0 2 4,0 0 1,0 0-10,-1 0-7,-6 0 4,-1 0-17,1 0-7,1 0-24,4 0-97,2 3-111</inkml:trace>
  <inkml:trace contextRef="#ctx0" brushRef="#br0" timeOffset="204663.0395">16351 14544 534,'0'0'43,"0"0"43,0 0 1,0 0-6,0 0-26,0 0-12,0 0-5,-1 39-1,1-39 15,0 0 19,0-7-9,-3-10-37,0-6-9,0-4-1,-3-5-3,5 2-7,-1-1-5,2 4-9,0 4-23,0 7-21,0 3-12,0 6-33,0 4-83,-5 3-197</inkml:trace>
  <inkml:trace contextRef="#ctx0" brushRef="#br0" timeOffset="204950.8215">16162 14455 481,'0'0'139,"0"0"-5,0 0-25,0 0-22,0 0-15,0 0-13,-10-5-41,27-15-13,5-2-5,5-4 0,3-5 0,1-2-9,-1-1-7,-2 3 2,-9 7 13,-5 9 1,-6 9-2,-3 6 2,-1 1 0,4 21 2,3 6 15,3 3-15,5 0-2,5-5-27,6-7-147,3-8-406</inkml:trace>
  <inkml:trace contextRef="#ctx0" brushRef="#br0" timeOffset="206750.0074">14633 12560 659,'0'0'77,"0"0"-5,0 0 26,0 0-30,0 0-18,0 0-9,-45-56-6,45 53-6,0 3-9,0 0-20,7 4-6,10 14 6,5 5 0,6 2 3,5 4 0,5-1-2,5-4 0,2-4 0,1-8-1,0-9 1,3-3 2,1-10-3,0-17 0,1-8-19,-8-3-30,-2-2 19,-3 4 13,-2 5 11,-3 8 5,0 9 1,-2 10-1,-1 4 2,4 6-1,1 12 7,1 1-6,3 3 3,0-5 10,3-2 19,4-4-13,1-7-20,-1-4 9,-4 0-8,-2-5-1,-7-13 2,-6-5-4,-5 0 2,-1 2 0,6 5 0,8 7 0,10 5 0,14 4 2,8 0 10,9 0 2,3 1 4,6 2 3,3-3-9,-5 0-2,-3-3-7,-6-12-2,-7-2-1,-7-2 5,-15 0-5,-11 3-4,-4 8-3,1 6 3,9 2-7,5 14 11,7 9-5,6-1 5,5-2 0,4-8-1,1-11 3,-4-1-4,0-7-23,-6-14 0,-4-5 17,-11 0 3,-11 0 5,-12 3-1,-9 5 1,-6 7 0,-5 3 0,0 3-18,0 3-54,-8-3-52,-3 0-351</inkml:trace>
  <inkml:trace contextRef="#ctx0" brushRef="#br0" timeOffset="208231.9465">12562 12000 686,'0'0'151,"0"0"-45,0 0-9,0 0-26,0 0-42,0 0-12,31-85-12,-3 75-3,2 6 3,-3 4-5,-6 9 0,-5 20 0,-13 14 0,-3 7 2,-6 5 0,-17 0-2,-3-4 0,1-7 0,7-8 0,6-10 0,8-9 1,4-8-2,0-8 4,13-1-3,15-4 0,11-19 0,13-4-8,-2-5-77,-1-1-121,-7 1-302</inkml:trace>
  <inkml:trace contextRef="#ctx0" brushRef="#br0" timeOffset="208458.2446">12954 11912 701,'0'0'129,"0"0"-108,0 0 80,87 86-3,-50-33-10,-9 7-51,-11 2-14,-14 1 1,-3-4-10,-20-4-10,-11-10-4,-2-8-57,8-12-74,10-14-118</inkml:trace>
  <inkml:trace contextRef="#ctx0" brushRef="#br0" timeOffset="209064.3556">13347 11926 708,'0'0'126,"0"0"-54,0 0 27,0 0-18,3-93-13,2 71-13,0-2-9,-4 1-14,-1 1-14,0 3-8,0 4-4,-1 6 3,-14 8-8,-2 1-1,-2 6 1,1 13-1,2 5-2,7 3-1,6 1-4,3 2 6,4-1-13,19 3 0,5-2-3,6 2 1,1-2 2,-1-4 5,-6-1 5,-8 0 2,-8-1 1,-12-1 1,-2 0 0,-23 0 8,-8-2 6,-3-3-5,-1-2-9,7-7 1,6-6-2,8-3-38,10-5-133,6-20-199</inkml:trace>
  <inkml:trace contextRef="#ctx0" brushRef="#br0" timeOffset="217808.0732">13935 11957 600,'0'0'254,"0"0"-145,0 0 27,0 0-27,0 0-43,0 0-25,-8-12-14,26 0-17,5 0-6,5 1-4,0-2-1,2 5-2,-5 5-43,-6 3-95,-8 0-65,-8 4-225</inkml:trace>
  <inkml:trace contextRef="#ctx0" brushRef="#br0" timeOffset="217958.3677">14001 12121 528,'0'0'292,"0"0"-184,0 0-2,0 0-17,0 0-64,84-13-25,-38-2-33,4-2-134,3 2-353</inkml:trace>
  <inkml:trace contextRef="#ctx0" brushRef="#br0" timeOffset="218418.0101">14686 11637 506,'0'0'271,"0"0"-152,0 0-25,0 0 22,0 0-45,0 0-13,-43-57-29,22 70-23,-4 12 22,-2 7 8,5 6-14,5 3 30,11 1-24,6-3-13,1-5-2,19-9-10,13-8-2,8-12-1,9-5-20,11-1-76,2-19-152,-2-3-650</inkml:trace>
  <inkml:trace contextRef="#ctx0" brushRef="#br0" timeOffset="224725.358">16217 13421 565,'0'0'160,"0"0"-32,0 0-40,0 0-37,0 0-15,0 0-7,0 0 10,19-54-4,-12 39-6,3-3 4,-1 0-19,-2 0 3,-2 1-5,-1 1-11,-4 6 1,0 2 6,0 2-2,-12 4 0,-4 2-5,-4 0 1,1 1-2,1 13-2,0 3 1,5 2-3,1 0 5,3 0-2,6-1 1,1-1 0,2 0-4,0 0 4,11-2 0,7 2-1,7-1-2,5-2 3,1 0 0,5 0-8,0-1-3,0 1-6,-2 3 17,-7 0 0,-8 0-1,-13 1 1,-6 0 0,-4 1 2,-20-1 19,-9 1-14,-3-3 4,2-2-7,2-7-2,4-5 3,7-2-5,6-10-10,8-17-56,7-7-158,0-2-382</inkml:trace>
  <inkml:trace contextRef="#ctx0" brushRef="#br0" timeOffset="225748.2107">16760 13195 321,'0'0'80,"0"0"18,0 0 0,0 0 9,0 0-14,0 0-16,13-61-32,-11 60-4,-2 0-5,0-1-18,0 2-6,0 0-4,0 9-7,0 17 20,0 13 13,0 10 1,0 12 16,1 6-32,4 8-9,-1-3-2,-1-4-6,0-5 11,-1-8-12,-2-5 0,0-5-1,0-8 1,0-9-1,0-8 0,0-10-7,0-3-23,0-7-78,0 0-24,-3 0-248</inkml:trace>
  <inkml:trace contextRef="#ctx0" brushRef="#br0" timeOffset="234204.0538">15323 12258 53,'0'0'36,"0"0"0,0 0 2,0 0-1,0 0 7,0 0-20,121 22-4,-43-22-19,23-8-1,20-7-8,19-1-84</inkml:trace>
  <inkml:trace contextRef="#ctx0" brushRef="#br0" timeOffset="234328.0554">16605 12157 34,'-112'21'0</inkml:trace>
  <inkml:trace contextRef="#ctx0" brushRef="#br0" timeOffset="235910.5056">8026 2942 910,'0'0'197,"0"0"-168,0 0 3,31-86 7,19 35-1,19-8-38,11-5 0,3-2-5,-3 5-10,-16 9 5,-7 14-2,-19 14-53,-14 14-36,-11 10-28,-11 1-79,-2 23 15,-2 8-86</inkml:trace>
  <inkml:trace contextRef="#ctx0" brushRef="#br0" timeOffset="236161.7769">8057 2983 674,'0'0'78,"0"0"-35,0 0 62,80-61-76,-27 21-27,7-6-4,6-2-14,-2-1-3,-3-1 0,-3 5-60,-10 10-78,-12 10-90</inkml:trace>
  <inkml:trace contextRef="#ctx0" brushRef="#br0" timeOffset="236320.5274">8220 2934 134,'0'0'474,"0"0"-465,0 0-2,0 0 54,90-68-61,-34 27-79,8-6-165</inkml:trace>
  <inkml:trace contextRef="#ctx0" brushRef="#br0" timeOffset="238014.7408">17317 13397 3,'0'0'90,"0"0"-1,0 0 9,0 0-13,0 0-5,0 0 15,0-40 2,0 36-1,0 3-17,0-2 7,0 1-25,0 2-6,0 0-17,0 0-20,0 0-10,0 0 15,0 0-7,0 0-5,0 0-7,0 0-4,0 0-4,0 0-65,0 0-55,0 0-95,0 2-178</inkml:trace>
  <inkml:trace contextRef="#ctx0" brushRef="#br0" timeOffset="240438.1982">17096 13251 596,'0'0'110,"0"0"-32,0 0 44,0 0-47,25 119-10,-11-68-39,0 1-23,-3-4 11,1-5-14,-3-10-4,0-6-16,0-11-74,3-8-173</inkml:trace>
  <inkml:trace contextRef="#ctx0" brushRef="#br0" timeOffset="241907.2578">17444 13297 486,'0'0'124,"0"0"-12,0 0-25,0 0-23,0 0-18,0 0-5,-3-74 8,-20 74-1,-3 0-33,-3 9 13,-4 12-3,0 6 2,0 8 7,5 4-14,10 7 0,12-1 7,6 0-8,5-3 6,17-5-16,6-9-9,5-8 4,7-10-4,8-10-7,8 0-44,6-13-84,5-14-71,-6-4-475</inkml:trace>
  <inkml:trace contextRef="#ctx0" brushRef="#br0" timeOffset="243654.9338">17910 13295 175,'0'0'76,"0"0"-51,0 0-13,0 0 8,0 0-7,0 0-13,0-1 0,0 1 0,0 0 0,0 0 3,0 0 5,0 0 17,0 0 20,0 0 27,2-1-4,1-7 6,-2 0-6,2-2-4,-3 0-21,0 0 13,0 2 6,0-1-25,0 4 2,0 1 4,0 1-10,0 3 24,0 0-21,-1 0-10,-2 0-8,-7 14-12,0 11-6,0 8 8,0 3-8,5 1 5,5-3-5,0-3 5,0-7-5,2-6 0,8-5-6,0-7 6,0-5-18,-2-1-4,0-1 6,-1-15-22,-1-4 30,-1-3-4,-1 0 5,-3 0-3,2 2-2,-3 5 7,0 5-9,0 5 8,0 4 2,0 0-22,0 2 1,0 0 16,0 0 4,-3 0 4,-1 4-5,3 3-17,-1 0-8,1-1-13,1 0-55,0 0-88,-2-2-54</inkml:trace>
  <inkml:trace contextRef="#ctx0" brushRef="#br0" timeOffset="244411.4322">17944 13257 249,'0'0'168,"0"0"-22,0 0 36,0 0-53,0 0-54,0 0-17,-17 48-9,11-31-11,-2 4-1,3 5 0,2 5-8,3-1 0,0 2-11,0-4-11,14-6 6,7-2-12,-1-7-1,5-7 0,-1-6-2,2 0-4,0-9-43,0-11-36,-1-5 18,-3-3-4,-4-5 35,-3-2 18,-6-2-13,-3 1 21,-6 3-5,0 9 15,0 10 3,-1 10 24,-9 4 24,3 7-11,-3 16 18,2 6-8,4 3 0,4 3 0,0-5-16,0-3-19,14-8-3,4-5-3,5-8-6,0-6 5,-1 0-6,0-5-1,2-9-1,-5-6-10,1-1-15,-8-3-18,-7-4 37,-5-2 2,0 4-2,-7 0 6,-9 8-3,-8 9 3,-6 9 0,-3 0-5,-3 17-9,0 9 5,8-1-42,7-1-42,12-4-57,9-6-213</inkml:trace>
  <inkml:trace contextRef="#ctx0" brushRef="#br0" timeOffset="244645.7138">18485 13230 980,'0'0'77,"0"0"-29,0 0 49,-20 122-34,20-65-33,0 9-24,2-2 2,2-5-5,-2-3-6,-1-13 1,1-10-39,2-8-96,4-12 67,0-13-155,-3 0-172</inkml:trace>
  <inkml:trace contextRef="#ctx0" brushRef="#br0" timeOffset="244838.2733">18482 13214 415,'0'0'126,"0"0"42,0 0-8,0 0-72,0 0-11,66 77-11,-66-32-26,-5 0-19,-14-3-11,-2-3-10,-3-8-46,5-9-84,9-9-172</inkml:trace>
  <inkml:trace contextRef="#ctx0" brushRef="#br0" timeOffset="245311.3916">18764 13255 614,'0'0'349,"0"0"-267,13 98-13,-4-74 6,3-7-39,6-7-32,0-9-1,1-1-3,4-11-7,0-16-65,-1-8-25,-5-9-1,-5-1 83,-5-1 15,-5 4 55,-2 10-8,0 12-17,0 12-5,0 8-4,0 1 1,0 23-9,-4 11-2,2 12 18,2 6-14,0 8-11,6 4 5,3 3-6,-1 5-3,-7 2 0,-1 3 2,0 2-2,-7-2 0,-10-6-2,-1-15-4,-7-14 6,-3-16 7,1-15-2,7-12-5,4-3-1,7-29-10,7-23-32,2-23-31,3-13 37,16-12-16,9 1-59,6 11-322</inkml:trace>
  <inkml:trace contextRef="#ctx0" brushRef="#br0" timeOffset="247634.9794">13111 15468 888,'0'0'93,"0"0"-26,0 0 38,0 0-74,0 0-25,-29 86-6,25-35 15,-2 2-10,0-6 5,0-1-2,-2-9-4,1-7-3,3-8-1,1-11 3,3-7-3,0-4 0,0 0 0,0-17-9,11-7-29,15-2 14,5 4 16,2 5-4,-3 4-55,-6 5 64,1 1 3,-7 1 0,-1-1 1,-6 0-1,-2-1 2,-3-2-1,-6 3 1,0 3 0,0 4 1,0 0 23,0 4 8,0 18-25,-7 8 7,1 5 4,3 0 2,1 0-16,2-6-5,0-2-1,0-7-16,2-6-82,8-7-54,4-7-232</inkml:trace>
  <inkml:trace contextRef="#ctx0" brushRef="#br0" timeOffset="247870.5733">13460 15340 969,'0'0'174,"0"0"-101,0 0-8,0 0-18,94 73 6,-58-18-13,-5 13-34,-12 4 9,-14 6-12,-5-1-2,-19-5-1,-17-4-34,-2-8-78,1-8-172</inkml:trace>
  <inkml:trace contextRef="#ctx0" brushRef="#br0" timeOffset="258236.1937">16217 14100 656,'0'0'106,"0"0"-46,0 0 21,0 0-27,0 0-22,0 0 9,0 0-30,0-2-5,0 2 5,0 0-9,0 0 0,0 0 1,1 0-3,5 0-27,2 2-62,3 0-138,0 0-55</inkml:trace>
  <inkml:trace contextRef="#ctx0" brushRef="#br0" timeOffset="259106.0873">16415 14173 19,'0'0'346,"0"0"-264,0 0 30,0 0 9,0 0-1,0 0-49,-9-26-39,9 26-16,0 0-16,0 9 5,0 12 7,0 9 18,0 7 8,8 5-7,4 2 0,4 2-2,5-2-1,3-3-12,8 0-4,4-3-1,5-3-2,4-2-9,4-2 3,4-6-2,6-5 0,-1-7 1,0-11-2,-1-2 3,-2-2-4,-3-18 2,1-9 0,0-6 0,-1-6 0,-5-4-1,-7-2 6,-10-2-5,-9 0 8,-7-1 5,-4 4 4,-6 5 4,-1 8-8,-3 11 0,0 7-6,0 5-7,0 5 2,0 2-3,0 3 1,0 0 0,-4 0-1,-1 0-1,1 0 1,0 0-2,3 0 2,-1 0 0,2 0-5,0 0-5,-3 0-23,1 3-23,-3 2-30,1-1-3,-1 2-32,-4-2-136,-1 0-23</inkml:trace>
  <inkml:trace contextRef="#ctx0" brushRef="#br0" timeOffset="259451.8531">17142 14241 515,'0'0'94,"0"0"31,0 0-4,0 0-52,0 0-30,0 0-15,-32 14-8,32-14 6,11 0 5,8-3 5,6-11-14,3-6-3,8-4-5,2-3-8,1-1-1,-3-2 3,-6 4-4,-8 2 8,-10 5 2,-7 8 10,-5 4 11,0 6 7,0 1 0,0 0-15,-3 20-20,-5 12 3,7 13 0,1 6-2,4 5 3,18-1-7,5-3-1,4-4-39,1-7-97,-4-4-120</inkml:trace>
  <inkml:trace contextRef="#ctx0" brushRef="#br0" timeOffset="266395.7969">16185 13541 779,'0'0'65,"0"0"-27,0 0 0,0 0 17,0 0-17,0 0-26,0 0-6,0 0-2,0-2-1,0-1-3,0 1-9,0-3-39,0 1-54,0-3-181,0-3-99</inkml:trace>
  <inkml:trace contextRef="#ctx0" brushRef="#br0" timeOffset="267058.2633">17237 13532 350,'0'0'511,"0"0"-491,0 0-12,0 0 62,0 0 13,0 0-29,3 0-4,-3 0-21,2 0 2,-2 0 6,1 0-20,-1 0 5,2 0-10,-2 0-12,0 0 9,0 0-8,0 0-1,0 0 7,0 0-4,0 0-4,0 0 1,0 0 0,0 0-3,0 0 3,0 0 0,0 0-7,0 0 3,0 0-1,0 0-5,0 0-5,0 0 7,0 0-9,0 0-5,0 0-3,0 0-18,0 0 2,0 0 13,0 0 8,0 0 6,0 0-24,0 0 0,0 0-7,0 0-63,0 2-106,0 3 35</inkml:trace>
  <inkml:trace contextRef="#ctx0" brushRef="#br0" timeOffset="276071.946">16390 15673 796,'0'0'73,"0"0"-49,0 0 12,0 0-1,0 0-25,0 0-7,0 0 0,27 6-3,-12-1-2,-2 2-30,5 3-75,-1-3-157,-1 1-220</inkml:trace>
  <inkml:trace contextRef="#ctx0" brushRef="#br0" timeOffset="276266.1487">16593 15738 644,'0'0'0,"0"0"-196,0 0-193</inkml:trace>
  <inkml:trace contextRef="#ctx0" brushRef="#br0" timeOffset="276614.3296">16593 15738 1015</inkml:trace>
  <inkml:trace contextRef="#ctx0" brushRef="#br0" timeOffset="276660.2362">16593 15738 1015,'39'69'0,"-39"-66"-9,0 5-140,4 4-159</inkml:trace>
  <inkml:trace contextRef="#ctx0" brushRef="#br0" timeOffset="277220.219">16428 15636 579,'0'0'218,"0"0"-167,0 0-8,0 0-23,0 0-2,0 0 9,13 70 21,5-13-6,-2 4-1,-2 2-6,-4-5-22,-3-3-11,-2-7 8,-5-5-10,0-5-4,0-10-18,-6-8-24,-5-7-5,0-12-13,0-1-61,2-7-108,-1-17-93</inkml:trace>
  <inkml:trace contextRef="#ctx0" brushRef="#br0" timeOffset="278088.0687">16353 15653 599,'0'0'42,"0"0"25,0 0-7,0 0 8,0 0-33,-8-79-18,8 69-17,2-1 10,2 2-10,2-1 0,2 1 1,5-1 2,1-1-3,6-2 0,9-3-1,7 1 0,11-2 1,10-3 0,11-1 0,10-2 3,15-1-3,8 2 0,8-1 0,-1 2 0,-1 4 0,-12 3 0,-10 4 3,-14 3-3,-16 2-4,-12 1-19,-10-1 13,-8 2 10,-9 1 0,-5 2 1,-8-2 8,-1 1 13,-2 1 19,0-2 9,0 2-15,0 0-11,0 0-14,0 0-4,0 0-4,0 0-1,0 5-1,0 9 3,0 4-2,0 1 3,0 8-3,0 5 3,0 7 4,4 8-2,2 6 1,1 6-2,2 6-2,-1 0-6,-1 0 5,-1-3-2,-1-6 0,-1-9 0,2-4 0,-1-8 0,2-4-4,-3-3 4,1-5-1,-3-8 2,-1-4-2,1-3-3,-2-4 4,0-1 0,0-2-13,0 1 12,-3-1 0,-7 0 1,-3-1-3,-5 0 0,-4 2 1,-6-1-1,-5 6 6,-9 2-7,-9 1-2,-11 3-20,-16 1 8,-9 4-12,-12-1 20,-9 1 8,-5 0 2,5 3 9,6 5 25,6-1-22,11-1-5,6-6 29,10-5-17,15-4-1,18-3-3,14-2-3,13-4-12,9 0-6,0 0-46,21 0 4,11-6-37,5-5-88,0-2-231</inkml:trace>
  <inkml:trace contextRef="#ctx0" brushRef="#br0" timeOffset="278292.7587">16921 16250 957,'0'0'0,"0"0"-233,0 0-399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5-11-30T05:00:49.7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3813 1406 748,'0'0'249,"0"0"-182,0 0 46,0 0-27,0 0-37,0 0-49,0 0 0,-12 75-6,27 2 12,-3 11 0,0 4 7,-3 1-4,-2-4-2,1-11-7,5-6-5,1-14-16,2-17-70,2-16-130,-3-22-152</inkml:trace>
  <inkml:trace contextRef="#ctx0" brushRef="#br0" timeOffset="236.8525">3756 1394 551,'0'-74'39,"11"20"85,14 22-10,8 19-53,3 13-23,10 0-33,-3 25 23,-4 7 10,-13 12-30,-13 7 7,-13 5 5,-8 2-17,-29-1 27,-9-7-26,-3-7-4,7-11-4,12-9-61,12-13-102,14-10-177</inkml:trace>
  <inkml:trace contextRef="#ctx0" brushRef="#br0" timeOffset="918.6435">4250 1902 906,'0'0'48,"0"0"57,0 0 4,0 0-47,0 0-42,-1-88-19,1 49 1,0-6 3,0 0-5,-3 2 3,-12 5 1,3 10-2,-4 7-2,2 8 0,3 9 21,0 4-19,3 0-2,2 10 0,0 11-1,6 3-4,0 0 2,0-6 2,11-4-7,8-7 3,2-4 5,6-3 0,4-4-20,-4-13-3,3-5-51,-8-5 18,-4 1 19,-5 0-5,-8 3 42,-5 10 0,0 6 3,0 7 49,0 7-38,0 20-11,0 9 11,0 6 21,0 1-6,0-6 5,19-4-28,1-7 1,5-8-7,2-5 8,1-6-14,-1-7 12,1 0-12,-5-11 4,-2-12-33,-5-2 13,-5-4-13,-2-1 34,-5 4-5,-1 10 6,-3 10 0,0 6 31,0 9-22,0 17-7,0 9 26,0 4-12,0-3-6,0-2-10,4-6 0,-1-5 0,2-10-136,-2-11-135</inkml:trace>
  <inkml:trace contextRef="#ctx0" brushRef="#br0" timeOffset="1180.1384">4661 1378 404,'0'0'332,"0"0"-301,0 0 121,0 0-53,0 0-41,0 0 0,-39 40-17,18-40-1,6-4-24,0-14-12,6-1 14,6 1-13,3 1-2,0 5-3,6 4-50,15 6-80,1 2-70,6 7-381</inkml:trace>
  <inkml:trace contextRef="#ctx0" brushRef="#br0" timeOffset="1561.6752">5048 1623 878,'0'0'34,"0"0"1,0 0 48,0 0-83,0 0-5,0 0 1,-6 97 8,8-62 8,11-4 6,5-5-6,6-7 17,2-9-7,2-10-11,0 0 27,-4-15-23,0-16 0,-9-8-3,-9-4-8,-6-3 7,0 6-8,-12 2 2,-15 5 42,-3 9-39,0 10-1,2 11-7,7 3-4,5 15-2,7 17-79,4 3-44,5 5-168</inkml:trace>
  <inkml:trace contextRef="#ctx0" brushRef="#br0" timeOffset="2233.773">5456 1871 1033,'0'0'57,"0"0"-49,0 0 81,0 0-16,0 0-48,0 0-24,9-58-1,1 28 5,-4-4-9,-3-3 4,-3-3 0,0-1-5,-3 1 2,-8 7 3,-3 9 0,0 10 0,7 8-5,-1 6 5,4 1 0,-1 19-3,2 8-8,3 5 9,0-2 2,5-6 0,10-4-3,9-7 3,4-5 0,3-9-5,2 0-20,2-11-22,-7-14-25,-1 0 31,-8-2-3,-7 2 10,-7 2 34,-5 12 2,0 6 1,0 5 74,-5 4-53,-1 18-15,3 11 12,0 6 5,3 2 0,3-3-8,18-4-12,3-10-6,6-7 0,0-8 5,1-9 3,0 0-8,-4-13-7,1-13-4,-7-5-45,-6-2 50,-5-2 2,-7 5 8,-3 6-2,0 10 8,0 9 40,0 5 3,0 19-48,0 12-5,0 12 16,0 3-15,0-1 13,0-4-14,0-9-5,0-11-26,0-11-127,5-10-336</inkml:trace>
  <inkml:trace contextRef="#ctx0" brushRef="#br0" timeOffset="2486.8076">5951 1326 889,'0'0'50,"0"0"-40,0 0 68,0 0-9,0 0-7,-36 83-25,21-73-23,-4-10 1,0 0-13,2-11-4,1-13 2,8 2-27,7-3 11,1 4-5,0 4-2,0 5 21,7 5-13,6 7-1,4 0-85,7 0-321</inkml:trace>
  <inkml:trace contextRef="#ctx0" brushRef="#br0" timeOffset="3179.7975">6233 1388 1096,'0'0'13,"0"0"0,0 0 107,0 0-102,0 0-18,0 0-12,-20 106 12,20-45 13,0-2-8,2-6 10,13-6-4,6-9-9,4-9 11,2-14-13,4-12 3,-1-3 4,4-26-7,-1-10-4,-3-11-16,-6-2-56,-6-5 30,-6-2 22,-8 5 23,-4 6 0,0 15 2,0 17 14,0 13 41,0 3-47,-1 28-9,-5 10 4,5 9 3,1-3 16,0-3-21,14-6-2,3-11 0,8-10 4,2-14 2,3-3-5,-2-18-2,2-16-7,0-10-73,-3-9 28,-2-8 36,-7-6 17,-5 6 9,-5 9 9,-8 19 41,0 17 31,0 13-57,-5 3 8,-8 19-41,-2 17 6,3 17 10,6 12 0,6 5-15,0 9 3,2 1 3,11 6-7,-4 2 0,3-1 5,-2 1-3,-1-9-2,-4-7 0,-5-10-5,0-13 4,-24-12-43,-10-12 26,-7-14-20,1-11-5,-6-5-63,1-26-109,-4-15-642</inkml:trace>
  <inkml:trace contextRef="#ctx0" brushRef="#br0" timeOffset="3333.7244">6142 1677 1164,'0'0'90,"0"0"-46,0 0-4,0 0-40,131-73-50,-40 43-183,15-2-317</inkml:trace>
  <inkml:trace contextRef="#ctx0" brushRef="#br0" timeOffset="4095.5803">8137 1155 854,'0'0'76,"0"0"-42,-99 54 35,62 0-11,2 15-21,10 10-1,12 1 0,13-5-27,0-11 11,22-12-18,16-14-1,8-14 9,6-17-10,0-7 5,0-24 12,-5-20-16,-7-12 12,-6-9-9,-7-12-3,-10-7 11,-10-4-7,-7 1-5,-7 8 0,-20 17 3,-9 17-3,-6 22 1,-9 23-1,-7 2 0,-1 27 7,-1 12-11,12 7 4,15 7-7,8 3 0,14-3 7,11-4-21,0-13-19,23-6-17,20-12 21,5-7 19,7-8 6,3-5 5,0 0 6,-1 5 0,-6 9 8,-5 13 18,-7 12 11,-12 13-14,-11 12-2,-10 8 23,-6 5-22,0 0-6,0-11 2,0-13-16,9-11 3,10-14-5,4-14-24,11-13-84,-1-4-167,0-30-578</inkml:trace>
  <inkml:trace contextRef="#ctx0" brushRef="#br0" timeOffset="5281.8392">8711 1298 919,'0'0'153,"0"0"-51,0 0-32,0 0-51,-21 98 3,17-35 19,4-2 5,0-8-34,16-10 21,4-10-25,3-9-2,4-11-3,1-9 5,1-4-6,-1-8-2,2-18-15,-7-6-22,-3-8-48,-6-6 18,-5-4 5,-6-4 13,-3 1 41,0 14-6,0 13 14,0 19 6,-5 7 25,-2 16-7,2 22-22,2 14 18,3 7 22,0-3-18,8-7-19,11-11 16,8-9-19,7-6-1,2-10 47,2-9-45,-3-4 5,-2-10-8,0-15 0,-2-9-1,-3-7-40,-8-3 7,-8-10 10,-9 1-18,-3 2 9,0 9 16,-9 15 7,-9 14 10,-1 12 14,-1 1 0,-1 11 20,2 20-14,7 9 1,1 9 8,3 5-28,8 0 15,0-7-11,1-8-3,17-11 1,10-10 3,7-7-3,5-9 0,6-2 0,1-12 7,0-14-10,-5-11-43,-6-3-28,-6-5 2,-11-4 47,-8-5 0,-5 2 16,-6 8 6,0 16 0,0 14 42,0 11 50,-5 3-38,-1 12-22,0 21-29,3 13 7,0 8 42,3 0-38,0-7-11,1-12 7,10-13-10,4-7 0,1-10-1,4-5 5,-2 0 11,4-14-15,2-11-7,-6-9-13,3-7-36,-7-4 37,-8-2 5,-4 2-15,-2 8 25,0 14-11,0 11 15,0 10 23,0 2-19,0 16 2,0 18-1,0 9 7,0 3 18,6-1-25,9-7 1,9-8 9,9-10-13,8-10 10,0-10-7,2 0 2,3-12-12,-1-13 5,0-9-22,-11-10 12,-4-5-17,-15-2 16,-11 2-5,-4 8-17,0 8 32,-18 8-3,-2 11 4,-9 8 8,-2 6-4,-3 0-4,1 19 0,3 8 7,6 9 0,6 8-4,6 8-1,6 0 2,6 2 4,0-6-7,12-10 9,11-7-1,12-9 35,7-6-23,3-7-4,7-8-5,0-1-9,-1-6-6,1-14-14,-1-7-215,-8 0-189</inkml:trace>
  <inkml:trace contextRef="#ctx0" brushRef="#br0" timeOffset="5417.5748">10583 1376 873,'0'0'183,"0"0"-101,0 0 51,0 0-99,0 0-29,0 0-10,-34 9-166,7 2-414</inkml:trace>
  <inkml:trace contextRef="#ctx0" brushRef="#br0" timeOffset="5932.6565">6569 2157 313,'0'0'160,"0"0"-125,0 0 135,0 0-34,-88 0-8,82 0-65,3 0-12,3 0-35,0 0-14,37 3-2,33-1 14,42-2 26,43 0 13,39-7-40,25-6 9,7-1 13,-10-1-31,-13 1 12,-33 2-16,-33-1 0,-31 1-3,-39 2-43,-32 4-41,-28 3 10,-14 3 8,-43 0 23,-27 0-4,-28 13-3,-14 4 4,-9-1-31,-1 3-25,4-4-3,-6 1-164</inkml:trace>
  <inkml:trace contextRef="#ctx0" brushRef="#br0" timeOffset="6269.8908">6296 2341 710,'0'0'7,"0"0"-3,0 0 24,0 0 58,0 0-38,96 16 20,15-16-2,41-12 3,38-6 1,31-3-7,17-1-7,5 1-36,-10 3-6,-17 2 9,-28 4-21,-31 0 7,-32 2-9,-38 3-1,-31 1-6,-30 5 7,-16 1-7,-10 0-2,0 0-28,-1 0 2,-12 3-45,2 5-32,5-2-64,6-5-169</inkml:trace>
  <inkml:trace contextRef="#ctx0" brushRef="#br0" timeOffset="6386.9476">8862 2181 623,'0'0'384,"0"0"-384,0 0-15,0 0-9,0 0-483</inkml:trace>
  <inkml:trace contextRef="#ctx0" brushRef="#br0" timeOffset="10337.0452">10995 1621 970,'0'0'125,"0"0"-24,0 0-5,0 0-10,0 0-32,0 0-37,0 0-7,49 21 1,15-19-5,19-2 7,12-5-9,6-11-4,-7-3 0,-14 4-31,-13 0-115,-21 4-109,-15 3-299</inkml:trace>
  <inkml:trace contextRef="#ctx0" brushRef="#br0" timeOffset="10643.1489">11549 1360 978,'0'0'70,"0"0"14,0 0 40,0 0-76,0 0-47,0 0 1,58 24 2,-9-3 7,3-2-8,-4 1-3,-9 0 5,-6 3-1,-8 4-5,-10 5 1,-13 3 0,-2 5-4,-28 4 5,-12 3-1,-5-4 2,1-2-2,5-6 0,11-8-44,11-4-146,8-9-193</inkml:trace>
  <inkml:trace contextRef="#ctx0" brushRef="#br0" timeOffset="11568.8906">12947 1508 838,'0'0'114,"0"0"-54,0 0-35,0 0-16,-3 82 24,11-39 20,0-1-4,3-3-27,-5-4-5,-3-5 25,-1-10-27,-2-7 6,0-8-7,0-5-4,0 0 7,0-3-6,0-20 19,0-13-30,-5-6 1,5-8-2,0-2-11,0-4 7,0 2 2,0 6 3,5 10 0,0 15-1,-2 11-4,1 12 4,2 7-4,2 22-4,8 14 9,-1 2 1,0-4 9,2-7 1,0-9-11,3-6 3,-1-7 0,-1-6-2,4-6 3,-4 0-4,2-3-4,-5-15-9,-1-5-27,-1-7-10,-3-5 0,0-6-14,-1-2 47,-1-1-15,-2 10 29,-3 16 1,-3 12 4,0 6 12,0 24-8,0 14 3,0 9 35,6-1-10,3-2-10,7-9-7,5-5-8,3-7-2,1-10-7,2-6 0,1-7-5,4 0 4,-3-12-23,0-13 8,-8-4-26,-2-6-3,-7-3 20,-5-5 9,-7 0 15,0 6 2,0 10 9,0 16 23,0 11 34,-5 16-52,-3 21-12,2 13 15,3 2 19,3-2-23,0-8-10,0-8-2,0-9-2,9-5-13,-1-7-91,5-10-25,-2-3-152</inkml:trace>
  <inkml:trace contextRef="#ctx0" brushRef="#br0" timeOffset="11805.9978">13607 1209 551,'0'0'251,"0"0"-175,0 0-39,0 0 25,0 0 29,-40 72-41,25-61 1,3-4-25,-1-7-12,1 0-6,0-10 5,6-10-13,5-3-2,1 0-42,0 3-2,11 4-21,8 6-27,3 7-70,3 3-212</inkml:trace>
  <inkml:trace contextRef="#ctx0" brushRef="#br0" timeOffset="12172.7716">13824 1518 843,'0'0'99,"0"0"20,7 96 10,-4-71-61,0-2-17,-1-5-35,4-3-5,-3-7-3,-3-4-6,0-4 9,0 0-7,0 0 15,0-7-3,0-10-12,-9-7-4,3-5-3,3-7-32,3-3 20,0-4 6,3 5 4,15 6 2,0 6 3,3 12 0,1 10-5,1 4 11,-1 13-6,-3 15 7,-4 7 6,-5 2 5,-7-2-1,-3-1-14,0-3-6,0-4-27,0-6-81,11-7-133</inkml:trace>
  <inkml:trace contextRef="#ctx0" brushRef="#br0" timeOffset="12696.8465">14700 1088 851,'0'0'91,"0"0"-2,0 0 29,0 0-74,0 0-44,0 0 0,-9 115 23,15-41 31,5 8-31,2 1 12,-4-7-22,-2-7 28,-3-11-22,-2-10-11,-1-13 12,1-12-20,-1-13 2,1-10 3,-2 0-2,1-22 7,4-12-10,1-12-27,4-7-2,-1-5-5,5-3 5,5 5 20,2 12-11,3 17-11,1 17 20,1 10 2,-3 23 9,0 13 0,-5 11 5,-2 1 2,-1-3 2,0-5-7,-2-8 2,2-5-4,2-8-30,3-7-204,0-9-310</inkml:trace>
  <inkml:trace contextRef="#ctx0" brushRef="#br0" timeOffset="13683.0656">15231 1419 833,'0'0'97,"0"0"-54,0 0 72,-21 72-29,21-49-40,1-2-22,15-4 4,3-7-16,1-5 1,2-5-7,0 0-3,2-7 6,-4-12-9,-1-7-3,-5-2-9,-5-8-22,-6-9-10,-3 1 9,0 1 2,-9 9 33,-11 15-5,-7 9 2,-6 8 3,-1 2 0,1 12 1,1 16 4,9 11 17,6 9 8,8 3-12,9 0-8,0-4-3,13-7-5,16-6 2,5-5-4,5-10 7,5-9-1,2-7-3,0-3-3,0-3-16,-1-15-72,1-5 19,-4-5-9,1-3-128,-6-4 206,-10-2 10,-10-2 11,-14 0 76,-3 5-34,-11 11 6,-19 8-21,-5 14-14,-7 1-10,0 17 4,5 14 2,5 10 3,7 5-23,10 2 2,8-1 3,7-9-8,0-4 2,5-8-9,8-7 3,4-6-6,0-12 4,2-1-3,2-5-5,3-17-79,0-3 78,0-7-99,-3-3 70,-5-2 35,-4-2-29,-3 7 31,-9 7 7,0 9 19,0 10 28,0 6-1,-3 8-43,-7 18-7,2 9 12,3 5 18,5-4-23,2 0-5,20-9 2,11-9-4,1-8-2,2-10 2,0 0-3,0-18-14,3-10-40,-2-5-14,-1-6 42,-8-7 23,-8-7 3,-7 0 12,-7 3-9,-3 11 28,-3 17 35,0 11 2,0 10-28,0 1-16,0 8-24,0 27 0,0 15 4,2 14 1,12 11 1,1 5-4,6 9 0,0-1-2,-3-1 3,0-8-12,-5-12 1,-3-15-1,-8-17-10,-2-14-92,-2-18 7,-12-3-204,3-20-148</inkml:trace>
  <inkml:trace contextRef="#ctx0" brushRef="#br0" timeOffset="13906.5572">15987 1421 435,'0'0'363,"39"-108"-344,-9 79 34,1 14 72,6 7-65,4 8-55,-2 0 15,0 24 0,-10 18-8,-6 11-1,-13 6 16,-10-3 47,-9-7-14,-28-9-23,-17-7-27,-10-9-7,-9-9-6,-2-11-48,4-4-613</inkml:trace>
  <inkml:trace contextRef="#ctx0" brushRef="#br0" timeOffset="29295.9662">23092 1817 333,'0'0'55,"0"0"53,0 0 4,0 0 36,0 0-61,0 0-37,0 0 10,-48-66-17,36 56 5,-4 0-3,-1 2-33,-3 1 20,-4 4-11,-6 3-9,0 0 2,-4 6-11,-4 13 9,2 9 3,-1 11-9,1 7 16,5 8-15,2 7 1,7 5 6,6 4-13,7 2 11,7 2-2,2 4-8,14-1 16,17-4-18,14-5 0,12-11 7,10-13-6,6-9-1,7-13 0,2-15-5,2-7 4,0-6-7,-2-22-8,-9-14 11,-4-12-10,-7-11 15,-10-8 0,-8-2 5,-13-1-4,-10 3-1,-8 1 0,-10 1 10,-3 6-9,-12 2 19,-22 2-4,-11 4-6,-9 7 7,-7 9-9,-3 7-7,-2 11 4,1 6-2,4 6-4,5 7 1,10 4-28,12 0-6,7 3-37,11 13-79,1 6-61,4 5-348</inkml:trace>
  <inkml:trace contextRef="#ctx0" brushRef="#br0" timeOffset="30357.9825">23001 2096 696,'0'0'152,"0"0"-37,0 0-5,0 0-46,0 0 8,-12-77-37,25 60-23,8 2 13,3 2-25,8 6 6,4 7-6,2 0 7,-2 13-14,-6 13 7,-7 11-1,-12 7-7,-11 5 13,0 2-5,-30-1 0,-13-6 0,-6-2-2,2-9-13,7-7-11,10-9 6,11-10-11,6-7 22,8-4 7,5-18-7,12-3-23,18 2 27,11 8 0,3 9-2,5 6 4,-1 0 2,1 9-1,-3 5-46,2 1-73,-3 2-210,-4 1-195</inkml:trace>
  <inkml:trace contextRef="#ctx0" brushRef="#br0" timeOffset="30890.0897">23060 2673 630,'0'0'99,"0"0"8,0 0 2,0 0-38,0 0-11,0 0-20,-16-39-9,10 40 0,-6 28-26,-9 17-4,-7 26 12,-8 20 2,-13 15 27,-9 12-14,-6 2 4,-2 1 19,2-1-44,7-5 7,9-11-14,5-13 5,13-17-9,11-18 4,7-18-9,12-15-39,0-17-54,10-7-177,8 0-306</inkml:trace>
  <inkml:trace contextRef="#ctx0" brushRef="#br0" timeOffset="31482.8297">22430 3914 746,'0'0'37,"-62"-73"-1,23 39 56,-4 4-25,-5 8-26,0 6 4,-5 15-13,-4 1 1,-8 24-4,-14 18-13,-11 21 19,-5 21-5,1 12-2,9 14 5,16 3-30,24-1 9,24-1-2,21-4-9,33 0 11,41 0-8,25-12-3,22-20 0,10-23 4,1-28-10,5-21-25,-9-10-3,-7-43 2,-10-27 9,-13-27 13,-17-12 9,-22-9 1,-23 0 29,-23 1-5,-13 1-5,-16 10 14,-20 17-6,-7 23-7,-11 22-3,-7 21-15,-9 16-3,-9 14 0,-5 14-6,-1 24 5,0 16-54,3 11-32,10 8-74,8 2-46,11 0-227</inkml:trace>
  <inkml:trace contextRef="#ctx0" brushRef="#br0" timeOffset="31962.9635">22057 4506 1134,'0'0'6,"0"0"9,0 0 52,0 0-45,0 0-16,-13 84-1,13-25 2,-7 5 2,-6-5-6,-1-4 11,-4-8-14,3-15 0,4-9 0,3-12 0,5-7-1,3-4-3,3-1-17,21-13-25,10-5-5,11 0 17,6 1 19,-1 0-4,-3 1 19,-4-4 0,-9-3 1,-11 2 2,-10 2 3,-12 8 29,-1 7 31,0 5-16,-7 8-11,-8 22-31,2 9-7,1 7 11,9-3-12,3-1-8,10-6-82,13-6-156,7-12-340</inkml:trace>
  <inkml:trace contextRef="#ctx0" brushRef="#br0" timeOffset="32561.4994">23563 2713 589,'0'0'18,"0"0"32,0 0 81,0 0-20,0 0-46,0 0-17,-28-28 6,28 28-50,0 21 2,6 22-1,18 24 18,7 19 21,8 19-1,12 5-21,1 4 1,0-2-5,-1-5-17,-7-10 2,-6-12-2,-7-13-1,-7-14 0,-11-17 0,-3-12-6,-9-11-33,-1-6-93,0-5-35,0-1-273</inkml:trace>
  <inkml:trace contextRef="#ctx0" brushRef="#br0" timeOffset="33097.855">24098 4126 836,'0'0'11,"-22"-76"10,11 42 35,0 6 39,-1 9-21,2 8-22,-2 9 5,-7 2-29,-4 23-22,-7 22 4,-3 19-9,2 12 17,4 17-1,5 5-2,11-1 1,11 4-13,0-6 4,27-6-3,18-12 2,13-18-6,12-23 0,8-19-4,-2-17-5,0-17-7,-6-29-5,0-21 16,-2-13 10,-4-16-6,-11-6 1,-11-5 0,-12-5 14,-18 4-13,-12 12 11,-8 14 11,-29 21 18,-15 18-35,-17 16 8,-4 17-13,-2 10 1,3 10-2,7 24-6,12 11 5,11 7-49,12 3 10,13 3-29,13-3-116,4-3-46,4-7-338</inkml:trace>
  <inkml:trace contextRef="#ctx0" brushRef="#br0" timeOffset="33532.7417">24258 4175 1059,'0'0'61,"0"0"-53,0 0 47,0 0 10,0 0-42,93-66-19,-57 75-1,-8 19-2,-13 1 2,-10 6-2,-5 2 3,-11-3 0,-17-3-6,-3-4 2,1-6-4,6-8-7,12-6-26,9-7 2,3 0 19,0-5-22,16-10-29,13 0 17,4 3 34,-1 10 9,2 2 14,-5 2-7,-7 17 25,-4 3 14,-7 3 30,-11 3-15,0 0-5,-12-2-8,-20 0-27,-8-2 2,-5-2-16,0-3 0,2-4-6,6-6-77,6-8-124,8-1-217</inkml:trace>
  <inkml:trace contextRef="#ctx0" brushRef="#br0" timeOffset="34406.6751">27720 1562 305,'0'0'519,"0"0"-503,0 0 15,-94-51-2,53 52 4,-14 26 3,-15 15-2,-12 15 10,-4 17 2,-2 16 7,4 16-12,8 15-11,13 5-7,26 0-1,31 2-21,18-11 7,57-12-8,39-17 1,40-22 0,25-15-1,11-23-1,-11-26-174,-12-13 175,-12-42-11,-16-20-60,-12-23 1,-24-14 70,-26-10 32,-23-7 7,-16-1 9,-19-1 8,-13-2 15,-18 9-27,-25 14-26,-17 14 11,-14 22-9,-17 21-1,-15 12-18,-20 24 7,-12 15-16,-1 9 8,5 34-28,17 10-3,20 14-46,18 12-72,12 10 14,13 4-165,15-4-291</inkml:trace>
  <inkml:trace contextRef="#ctx0" brushRef="#br0" timeOffset="34845.1923">27350 2078 1082,'0'0'2,"0"0"4,0 0 22,0 0-23,103-59-5,-43 65-16,-4 25 13,-8 14-1,-15 10-3,-18 7 2,-15 0 6,-5-3-1,-28-4 7,-9-5-5,-10-8 11,2-9 4,8-11 4,9-8 10,17-7-7,11-5-6,5-2 2,2 0-10,22-10-6,13-7-4,12-6-10,6-3-2,3-1-67,-2-2-19,3 0 1,1-1-11,-3 3-98,-5 1 14,-7 3-126</inkml:trace>
  <inkml:trace contextRef="#ctx0" brushRef="#br0" timeOffset="35105.7514">28008 2248 32,'0'0'459,"0"0"-269,0 0-69,0 0-12,-82 39 2,62-12-30,10 4-28,7 3-21,3-1-9,7-3-1,19-3-19,3-7-1,6-9 4,4-11-2,5 0 2,1-21 7,-1-12-11,-4-4 2,-12-5-4,-13 2-4,-13 1 0,-2 0 5,-24 4-1,-11 3 0,-2 12-1,-2 11 1,3 9-4,-1 9-40,-2 18-41,-3 12-51,-5 4-235</inkml:trace>
  <inkml:trace contextRef="#ctx0" brushRef="#br0" timeOffset="35598.9127">27590 2902 549,'0'0'133,"0"0"-91,0 0 59,2-79-1,1 66-50,-2 3 7,1 5 4,-2 4 1,0 1-26,0 0-23,0 0 4,-3 21-17,-15 17 1,-5 20 22,-8 14-5,-8 14-3,-6 10 1,-7 4 1,-4 2 9,3-1-21,6-3 3,5-5-5,6-10 1,7-9-4,7-17 0,9-13-5,4-12 4,7-10-36,2-11-97,0-7-69,2-4-289</inkml:trace>
  <inkml:trace contextRef="#ctx0" brushRef="#br0" timeOffset="36268.3335">27110 3722 811,'0'0'16,"0"0"19,0 0 18,0 0 10,0 0-7,-84-35-50,48 62 5,-5 18 9,-15 20 9,-2 18 25,-3 17-23,3 10-9,8 3 16,13-1-29,18-11 9,19-12-7,12-11-7,34-19 6,18-14-10,21-20 1,12-19 12,8-7-13,-1-33-2,-6-17-11,-7-9-8,-4-12 21,-9-9 0,-11-9 2,-10-5 18,-20-2-16,-18-2 11,-19 5-2,-6 5-8,-34 13 7,-18 13-12,-15 18 0,-10 15-4,-2 18 9,4 12-5,4 3 0,10 23-24,7 16-20,10 8-33,11 11-79,11 4 37,11 0-173,10-5-149</inkml:trace>
  <inkml:trace contextRef="#ctx0" brushRef="#br0" timeOffset="36928.6344">26986 4146 70,'0'0'603,"0"0"-467,0 0-23,0 0 0,0 0-36,0 0-35,-12-25-1,12 25-28,0 0 3,0 0 3,0 0-7,0 0 0,0 0-12,0 0 11,-2 0-12,2 0 1,0 0-2,0-1 1,0-3-3,8-3 4,11-4 0,8-2 1,3 0-4,1 1 3,2 0 0,-6 5-1,0 3 5,-5 2-5,-6 1 1,-5 1 0,-5 0-4,-3 0 4,-1 0 0,-2 0-2,0 16 7,0 11-4,0 13 14,-3 9-4,-10 4 14,-1 1-14,5-4 1,3-3-7,3-8 0,3-9-5,0-5 0,0-9-11,13-6-15,13-7-57,8-3-199</inkml:trace>
  <inkml:trace contextRef="#ctx0" brushRef="#br0" timeOffset="37458.4947">28205 2623 901,'0'0'9,"0"0"-1,0 0 24,0 0 52,0 0-79,0 0 8,3 86-15,33-1 4,4 15 7,6 10 4,-4 5-9,-5-9 4,-1-6-8,-5-12 0,-3-10 0,-2-10 0,1-15 0,0-10-2,-2-16-3,-3-11-101,-4-6-245</inkml:trace>
  <inkml:trace contextRef="#ctx0" brushRef="#br0" timeOffset="37986.6474">28679 3625 791,'0'0'151,"0"0"-144,-73-85-4,49 77 1,-3 8 31,-2 11-22,-7 26 3,-6 21-7,-4 16 22,1 15 32,0 12-29,6 3-18,8 4 18,13-3-29,18-5 20,9-7-17,39-9-6,25-7 5,21-16-7,13-19 0,13-20 0,2-22-12,0-22-3,-4-24 3,-10-14 12,-9-13 11,-12-13-9,-6-9 16,-14-9 5,-13-8-7,-17-2 5,-22 4-15,-15 10-3,-21 14 21,-34 15 0,-19 14-1,-13 14-14,-11 16-6,-6 17-5,4 10 2,5 17-6,11 29-12,11 15-68,6 15-51,6 11-128,4-4-535</inkml:trace>
  <inkml:trace contextRef="#ctx0" brushRef="#br0" timeOffset="38369.6347">28573 4087 99,'0'0'602,"0"0"-517,0 0 29,0 0 12,0 0-26,0 0-55,0-16-23,0 48-20,0 13-2,0 10 29,3-1-27,2-3 2,-1-6-4,5-7-9,8-5-75,5-9-81,6-12-275</inkml:trace>
  <inkml:trace contextRef="#ctx0" brushRef="#br0" timeOffset="38686.8302">28882 4072 894,'0'0'22,"0"0"20,0 0 50,0 0-81,0 0 12,-9 119 29,9-71-24,15-7 0,10-10-14,4-10-6,2-7 12,2-11-12,3-3 4,-3-10 4,-2-17-11,-1-5 5,-10-8-8,-6-2 0,-9-2 4,-5-1-2,-9 6-4,-23 6 3,-13 13 0,-10 15-6,-6 5-2,0 12-31,6 16-20,6 4-121,7-4-172</inkml:trace>
  <inkml:trace contextRef="#ctx0" brushRef="#br0" timeOffset="40169.3627">21552 2052 779,'0'0'93,"0"0"-54,0 0 1,0 0 23,0 0-58,0 0 7,57 53 5,-8-39 0,15-1 13,9-3-8,5-3-11,2-4-5,-5-3-6,-5 0 0,-13 0-2,-9-4 7,-17-2-14,-13 0 2,-12-2 5,-6-1-8,0-5 10,-13-3-2,-7-2 0,-4-4 4,-4-1 10,-2-4-10,-3 1 0,-1-2 11,-4 3-9,4 5 18,6 4 11,4 5-11,11 7 22,2 2-28,10 3-4,1 0-8,0 0-4,0 0-13,17 14 4,9 5 9,11 3 11,5 0-11,1 0 0,5-1 0,-2 0 5,5 1-5,-4 4 0,-5 2 5,-12 6-4,-15 4-1,-15 6 0,-7 7 1,-29 1-1,-12 2-3,0-2-162,-1-3-110</inkml:trace>
  <inkml:trace contextRef="#ctx0" brushRef="#br0" timeOffset="48251.2152">2472 1567 706,'0'0'298,"0"0"-298,0 0-7,0 0 3,0 0 4,0 0 10,58 72 19,-31-52-1,1-4 14,2-11-11,12-5-14,13-22 9,17-29 6,26-26-3,14-24-13,12-8-10,6-1 3,-14 6-7,-6 15 0,-16 16 3,-22 20-5,-26 22 0,-18 24 0,-20 7-33,-8 31-77,0 20 64,-25 13-34,-13 6-74,-9-4-247</inkml:trace>
  <inkml:trace contextRef="#ctx0" brushRef="#br0" timeOffset="48727.2201">2367 1593 644,'0'0'48,"0"0"29,0 0 5,0 0-8,0 0-32,0 0-42,0 0-4,8 0 1,20 21 3,8-2 14,3-7 1,7-9 4,9-3 2,12-22-6,5-31 11,13-23-9,15-19 11,9-11-7,3-2 3,3 4-13,-5 5 3,-13 10-13,-15 17 1,-28 26-2,-23 26-3,-18 20 2,-13 19-124,-1 25 63,-21 15 18,-13 6-142,-11 0-141</inkml:trace>
  <inkml:trace contextRef="#ctx0" brushRef="#br0" timeOffset="49129.8231">2530 1518 334,'0'0'317,"0"0"-287,0 0-7,0 0 18,0 0-33,0 0 8,15 93 17,6-69 25,12-8-16,4-9-3,6-7-27,9-9 24,11-26-17,13-19 4,17-19-10,7-15 5,4-5 7,2 0-16,-5 3-9,-7 9 7,-19 12-5,-23 22-4,-22 24 1,-24 23-44,-6 6-60,-15 30-16,-21 14-68,-13 6-53</inkml:trace>
  <inkml:trace contextRef="#ctx0" brushRef="#br0" timeOffset="49541.1324">2508 1656 614,'0'0'9,"0"0"-5,0 0-2,0 0 14,30 89 38,-2-69 40,5-4-49,4-9-19,5-7-12,7-13-1,8-31-4,14-21-1,17-24 8,9-18-15,9-8 5,3-6 4,-6 4-6,-6 12 7,-12 14-9,-24 26 2,-25 32 0,-12 27-4,-15 14-16,-9 34-15,0 19 30,-17 16-12,-18 0-193,-6-2-59</inkml:trace>
  <inkml:trace contextRef="#ctx0" brushRef="#br0" timeOffset="49910.5424">2554 1697 479,'0'0'46,"0"0"-45,0 0 62,0 0 78,109 64-92,-54-64-12,15-28-7,12-26-3,14-29 7,9-28-19,6-11-9,-2-8-2,-6 6-3,-9 11-2,-6 13-11,-21 19-22,-21 29 34,-16 28-4,-15 24-4,-9 35-166,-6 24 129,0 11-103</inkml:trace>
  <inkml:trace contextRef="#ctx0" brushRef="#br0" timeOffset="53591.0341">28979 2317 658,'0'0'110,"0"0"-15,0 0-33,0 0 22,0 0-34,0 0-16,0 0 19,-52-10-24,55 10-29,19 0 1,16 0 0,15 0 10,13 0-6,8 0 0,9 0 3,3 0-8,2 0 0,-5-1 0,-17-4 1,-16 1-2,-22 0-8,-15 2-28,-13-2-2,0-2 2,-21-2-15,-8-5 28,-6 2 3,-5-4 18,-2-1-8,-1-1 10,1-4 1,2 0 2,6-2 11,2 2 24,7 4 11,7 1-6,3 7-9,8 3-10,4 5 23,3 1-37,0 0-9,1 4-8,24 11-2,17 5 10,21 0 2,19-3 0,9-7 12,3-5-14,-8-3 9,-11 1 1,-18 1-7,-20 3 0,-19 7-3,-18 7-5,-12 13 5,-28 8 16,-17 8-5,-10 3-11,-3 4-17,0-1-60,6 3-54,4-5-86,7-4-299</inkml:trace>
  <inkml:trace contextRef="#ctx0" brushRef="#br0" timeOffset="55818.2855">27156 4603 926,'0'0'21,"0"0"-21,0 0 0,0 0 0,0 0 0,0 0-2,33-14-25,26 5-112,21-1-74,12 0-20</inkml:trace>
  <inkml:trace contextRef="#ctx0" brushRef="#br0" timeOffset="56002.1016">28708 4531 1155,'0'0'0,"0"0"-28,0 0-86,0 0 20,-118-40-41,71 37-208</inkml:trace>
  <inkml:trace contextRef="#ctx0" brushRef="#br0" timeOffset="56203.0124">26731 4573 1217,'0'0'0,"0"0"-8,0 0-169,0 0 129,137-17 36,-19 10-3,27-1-178,8-1-207</inkml:trace>
  <inkml:trace contextRef="#ctx0" brushRef="#br0" timeOffset="56362.6884">28637 4564 1195,'0'0'0,"0"0"-26,-120-16-111,58 10 55,-11 3-16,-16 3-242</inkml:trace>
  <inkml:trace contextRef="#ctx0" brushRef="#br0" timeOffset="56559.6863">26820 4774 1097,'0'0'12,"0"0"-12,0 0-145,109-17 143,-16-3 2,22-3-19,16-2-97,12-4-183,5 1-162</inkml:trace>
  <inkml:trace contextRef="#ctx0" brushRef="#br0" timeOffset="56697.6812">28623 4548 1016,'0'0'17,"0"0"-5,0 0-11,0 0 20,0 0 3,0 0-24,-65-45-59,31 6-204</inkml:trace>
  <inkml:trace contextRef="#ctx0" brushRef="#br0" timeOffset="56966.7294">27607 2544 1191,'0'0'0,"0"0"-7,0 0-80,0 0 9,0 0 19,94-2-297</inkml:trace>
  <inkml:trace contextRef="#ctx0" brushRef="#br0" timeOffset="79044.1797">4850 3752 587,'0'0'170,"0"0"-59,0 0-7,0 0-21,0 0-24,0 0 11,0 0-28,0-24-13,0 24-7,6 0-22,4 22-6,4 11 4,4 11 2,-5 4 16,-1 0-12,-6-3-2,-3-6 1,2-5 2,-4-8-5,-1-8 0,0-8 5,0-6-2,0-4-3,0 0 2,0-14 12,0-14-14,-6-9-8,0-4 3,0-4-11,1-6 16,1-4-13,3-3 11,1 6-6,0 9-7,13 14 12,4 12-4,3 16 6,4 1-5,3 17 6,4 16-5,-1 7-1,-3 4 6,-3 1 0,-5-4 0,-1-4 6,-7-6-4,-7-8-2,-1-4 1,-3-9 6,0-5-7,0-3 4,0-2 11,0 0-5,0-10 13,-6-12-23,-3-7 0,-1-9-4,8-7-13,1-10 9,1-4 4,3 4-19,15 7 10,2 18-20,3 17 17,-1 13 12,2 4-1,1 27 5,-2 11-5,-1 7 11,-4 2 1,-6 1 6,-3-6-10,-2-5 9,-2-4-9,-2-9-6,6-7-2,0-6-116,7-11-106,1-4-291</inkml:trace>
  <inkml:trace contextRef="#ctx0" brushRef="#br0" timeOffset="79245.8565">5658 3653 899,'0'0'22,"0"0"13,0 90 98,0-47-65,2-1-53,1-3-4,-3-3-6,0-8-10,0-8-3,0-8-119,0-7-71,0-5-303</inkml:trace>
  <inkml:trace contextRef="#ctx0" brushRef="#br0" timeOffset="79531.7707">5566 3420 663,'0'0'56,"0"0"94,0 0-82,0 0-51,0 0-12,0 0 52,12 33-21,-12-18-18,-11-2 15,-8-5-22,-6-4-6,7-4 5,-3 0-2,4-4-6,4-10-2,7-2 6,5-2-12,1 1-4,0 6 1,16 5-29,8 6-16,10 0-34,5 19-56,-2 2-282</inkml:trace>
  <inkml:trace contextRef="#ctx0" brushRef="#br0" timeOffset="79943.6867">5865 3743 787,'0'0'22,"0"0"40,0 0 42,13 96-33,-3-68-11,-2 0-34,4-6 14,-6-2-19,-2-8-11,-2-2 9,-1-6-16,-1-4 3,0 0 1,0 0 0,-4-8 26,-7-10-33,1-7 1,2-8-3,4-8-17,2-7 2,2-3-2,3 4 10,15 8 9,6 14 0,3 9 1,1 15-5,1 1-1,-4 15 5,-1 15 0,-6 4 6,-3 0-1,-9-1 0,-5-3-5,-1-1 0,0-3-12,0-5-154,-4-5-418</inkml:trace>
  <inkml:trace contextRef="#ctx0" brushRef="#br0" timeOffset="81236.7554">6369 3659 838,'0'0'94,"0"0"-12,0 0 0,0 0-59,0 0-21,19 128 66,-4-65-51,-3 7 15,-3-2-24,-6-1 0,0-5-1,-2-11-7,2-10-14,2-16-12,4-3-69,3-15-41,1-7-98,0-7-152</inkml:trace>
  <inkml:trace contextRef="#ctx0" brushRef="#br0" timeOffset="81569.5896">6403 3777 682,'0'0'40,"0"0"59,-19-107 22,19 68-29,0 2-53,3 5-24,10 6 9,5 5-14,7 5-7,5 5 0,3 4-3,-2 7-1,1 0-3,-7 15-2,-3 16 2,-8 9 2,-8 8 4,-6 3-1,0 0 3,-18-5-1,-12-5 30,-4-7-15,-2-7-13,0-6 5,5-5-9,11-8-2,6-5-10,6-3-84,8-1-38,0-19-306</inkml:trace>
  <inkml:trace contextRef="#ctx0" brushRef="#br0" timeOffset="81989.0879">6745 3628 872,'0'0'38,"0"0"-2,-18 77 14,18-32-13,0 2-5,16-7-17,3-7 27,3-7-10,3-9-21,5-6 23,1-11-17,-1 0 1,0-7-8,-7-15-3,-1-7 4,-3-5-11,-6-4 0,-5-7-2,-8-2 2,0-3 0,-12 2-6,-12 8 12,-6 9-3,-3 15-3,2 15-4,-1 1 2,4 20-30,6 14-5,9 10-31,8 4-23,5-2-52,10-6-254</inkml:trace>
  <inkml:trace contextRef="#ctx0" brushRef="#br0" timeOffset="82512.5877">7125 3533 940,'0'0'51,"0"0"1,0 0 10,-24 115-2,24-65-33,0 1 3,11-7-8,5-9-14,5-10 0,3-8-3,-2-8 3,4-9 2,-1 0-8,-1-14-1,0-14-2,-5-11-21,-1-4-17,-7-10 11,-4-3 2,-6-1 21,-1 5 3,0 15 2,0 15-1,0 18 10,0 4-6,0 26 5,-4 17-7,4 9 37,0 2-18,3-6-1,15-8-12,3-13 0,1-7-6,2-10 4,1-10-2,1 0 7,-3-10-9,0-17 0,-5-6-2,-2-13-3,-5-3 4,-5-6 0,-5 0 2,-1 9-5,0 7 3,0 17 0,-9 12-4,-3 10-26,-6 8-108,2 18-89,1 5-312</inkml:trace>
  <inkml:trace contextRef="#ctx0" brushRef="#br0" timeOffset="83322.7924">7765 3542 1055,'0'0'11,"0"0"-4,0 0 2,0 0 20,-27 80-22,27-39 12,2 0-4,16-4-10,1-9 21,4-9-20,0-6 7,3-10-9,-1-3-2,-1-6 7,0-16-5,-2-8-3,-3-5-1,-5-6-2,-6-1 1,-7-1-12,-1 1-2,-6 2 12,-12 7-2,-9 6 5,-4 11 12,-5 12-12,-3 4 32,-1 20-25,6 18-3,4 13 19,12 13-21,12 4 16,6-1 1,11-11-18,17-15 13,13-13 2,4-14-14,4-11 21,1-3-17,2-21 0,3-13 5,-4-10-11,-5-8-18,-10-6-3,-11 0-14,-14 1-3,-8 1-8,-3 9 23,0 10 15,-15 13-2,-4 14 10,-1 10 10,-2 7-2,1 23 24,4 9-16,7 9 9,10 2-1,0-1-16,13-6-5,11-13-3,7-10 6,4-11 1,-1-9-7,2-8 0,1-20 0,1-8-3,-4-10-24,-7-1-11,-3-1 2,-8-2 34,-10 5-5,-3 8 7,-3 13 8,0 14-8,0 10 44,0 17-18,0 23-22,0 12 37,0 9-11,0 5 17,3 1-33,6-4-11,4-9-6,2-12 3,0-14-109,3-12-210</inkml:trace>
  <inkml:trace contextRef="#ctx0" brushRef="#br0" timeOffset="84593.8872">9148 3138 456,'0'0'145,"0"0"55,0 0-62,0 0-46,0 0 13,0 0-38,-49 7-42,29 46-6,-2 18 3,7 18 15,3 9 1,11 10-26,1-4 8,6-5-20,24-10 0,17-20-1,24-13-48,23-20-123,11-19-436</inkml:trace>
  <inkml:trace contextRef="#ctx0" brushRef="#br0" timeOffset="86199.6305">9940 3449 511,'0'0'197,"0"0"-63,0 0-30,0 0-9,0 0-18,0 0-23,-14-9-54,14 40 4,0 10 11,11 3-6,6 1-1,2-5-1,5-6 0,0-7-4,6-11-3,0-9 2,3-7-5,-2-1 3,-3-23-31,-4-9-51,-5-6-19,-8-5 9,-7 3 40,-4-2 28,0 2 24,-3 1 2,-7 9 5,0 10 39,4 11-16,3 10 11,3 7-19,0 24-5,0 13-14,4 8 13,8 2 1,0-3 2,-3-1-17,1-9 28,-5-6 18,-2-11-30,-3-10 9,0-10-21,0-4-5,0-2 24,0-23-24,-2-11-2,-5-9-18,1-5-43,0-4 21,6-6-10,0 1 6,0 1 4,16 13-6,12 17 13,5 18 10,5 10 24,-1 21 16,-1 20 10,-5 8 2,-4 4 5,-9 0-24,-11-3-2,-7-4-1,0-2-6,-12-9-17,-10-7-130,-5-13-222</inkml:trace>
  <inkml:trace contextRef="#ctx0" brushRef="#br0" timeOffset="86466.6096">10054 3150 269,'0'0'282,"0"0"-199,0 0 30,0 0 1,-18 77-56,-3-70-35,-1-6-7,1-1-14,1-1-2,5-16 1,4-2-1,5-3-7,4-1-16,2 4-19,2 2-3,15 7-77,6 6-84</inkml:trace>
  <inkml:trace contextRef="#ctx0" brushRef="#br0" timeOffset="86734.6898">10674 3294 855,'0'0'92,"0"0"-41,0 0 13,0 0-28,-35 105 19,26-45-1,4 6-44,5-2 8,0-4-18,8-9 6,11-14-12,5-14 6,0-12-13,0-9-25,-2-2-95,-8-10-120,-4-12-351</inkml:trace>
  <inkml:trace contextRef="#ctx0" brushRef="#br0" timeOffset="86894.627">10631 3507 936,'0'0'84,"0"0"-49,0 0 6,0 0-39,0 0-4,140-25-157,-65 16-345,5-1 188</inkml:trace>
  <inkml:trace contextRef="#ctx0" brushRef="#br0" timeOffset="87307.2992">11631 3189 370,'0'0'465,"0"0"-357,0 0-11,0 0-6,0 0-45,-100 1-21,66 26 15,1 10-21,4 7 13,11 6-7,12 2-15,6-1 16,6-4-14,21-5-3,7-7-5,7-8-4,6-8-2,3-9 2,5-7-83,2-3-7,-1-3-117,-2-17-398</inkml:trace>
  <inkml:trace contextRef="#ctx0" brushRef="#br0" timeOffset="87830.9568">12159 3111 125,'0'0'701,"0"0"-625,0 0 39,0 0 4,0 0-24,0 0-75,-2-40 2,-20 42-12,-8 11-8,-3 0 8,-1-1-10,3-2 3,5-1-7,7-4 6,7-1-2,6-1 0,4-3-10,2 0 7,0 0-1,0 0-11,0 0 12,0 0-8,0 2 3,0 0 7,5 4 2,0 2-2,2 4 1,0 5 0,-1 6-6,2 6 6,-4 8 0,-1 5 1,-1 3 7,-2 2-8,0 1 0,0-2 1,0-3 20,3-3-7,4-4 1,1-6 8,1-10-21,4-4 20,2-7 2,7-9-23,7 0 9,8-15-10,5-10-39,12-9-80,2 0-198,2-1-561</inkml:trace>
  <inkml:trace contextRef="#ctx0" brushRef="#br0" timeOffset="88446.6733">12481 3023 718,'0'0'138,"0"0"-5,0 0-32,0 0-40,0 0-9,0 0-42,-4-9 9,18 8-12,16-2-3,11-4 20,5-3-16,0-2-4,-2 0 1,-6-4-1,-11 5-4,-4-2 0,-12 6 6,-6 1-2,-5 4 2,0 2 8,0 0 12,0 0-23,0 0 2,0 2-5,-5 11 2,-3 7-5,2 6 3,-2 10 0,8 5-8,0 6 9,0 7-1,8 3 0,8 4 4,3 1-4,-1-1 0,-6-5 0,-3-3-1,-3-3 4,-6-8-3,0-1 0,-2-6 3,-18-4-2,-10-5-1,-9-6 0,-6-9-1,-4-8-11,-2-3-6,6 0-47,7-14-78,20-4-138</inkml:trace>
  <inkml:trace contextRef="#ctx0" brushRef="#br0" timeOffset="88949.4924">13151 2764 805,'0'0'57,"0"0"14,0 0 17,0 0-48,0 0-15,91 30-14,-42 18-3,1 15 20,-6 16-8,-10 6 22,-14 5-21,-13-1-11,-7-3 1,-11-7-4,-19-4-6,-11-8-1,-2-10 0,-3-6-70,4-13-98,11-17-359</inkml:trace>
  <inkml:trace contextRef="#ctx0" brushRef="#br0" timeOffset="89666.9657">14067 3024 63,'0'0'698,"0"0"-554,8-75-44,-8 52 31,-10 2-55,-9 5-45,-5 8-7,-7 8-22,-3 0 13,-2 10-15,5 14 0,5 7-1,11 3 2,8 4-1,7 0 0,0 0 4,6-1-5,12-2 1,6-1-1,1 0-4,0-2 7,-4-3-2,-1-3 0,-7-3-3,-4-2 0,-6-4 3,-3-3-5,0-3 4,-16-4-12,-4-1 13,-4-3 0,-3-3 0,4 0-6,3 0 6,1-3-1,8-7-8,4-1-1,5-1-5,2 2-16,0 3-48,0 4 57,2 3-2,7 7 24,-5 18 0,-4 15 4,0 14 50,0 13 19,-10 4-24,1 0 17,3-9-18,6-12-36,0-12-9,9-10-3,19-11-4,8-11-121,3-6-332</inkml:trace>
  <inkml:trace contextRef="#ctx0" brushRef="#br0" timeOffset="96300.8721">11361 3958 780,'0'0'38,"0"0"-38,0 0-53,83-28 38,-59 23-55,3 4-163</inkml:trace>
  <inkml:trace contextRef="#ctx0" brushRef="#br0" timeOffset="96462.8227">11414 4092 843,'0'0'66,"0"0"-39,0 0 35,0 0-3,0 0-59,0 0-38,72-41-146,-48 25-317</inkml:trace>
  <inkml:trace contextRef="#ctx0" brushRef="#br0" timeOffset="96604.0239">11417 4117 865,'0'0'77,"0"0"-65,0 0 37,0 0-19,0 0-30,105-38-131,-56 11-263</inkml:trace>
  <inkml:trace contextRef="#ctx0" brushRef="#br0" timeOffset="98336.5851">3840 5396 839,'0'0'123,"0"0"-21,0 0-34,0 0-60,0 0-3,13 141 31,8-49 0,0 4 12,0 1-15,-2-4-21,-5-8-9,-1-9-2,-5-14-1,-2-15 0,1-16-26,-1-15-53,-2-14-90,-1-2-79,-3-18-350</inkml:trace>
  <inkml:trace contextRef="#ctx0" brushRef="#br0" timeOffset="98600.7573">3852 5424 239,'0'0'596,"0"0"-589,0 0 7,92-62 33,-57 68 2,-1 19-35,-4 10 7,-6 5 5,-14 3 4,-8 0 17,-2-1-1,-17-1-27,-14-1-5,-8-5-13,-1-8-1,7-9-48,8-12-48,7-6-46,6-7-180</inkml:trace>
  <inkml:trace contextRef="#ctx0" brushRef="#br0" timeOffset="99611.5798">4313 5489 408,'0'0'167,"0"0"-35,0 0-14,0 0-30,0 0-21,0 0-5,-30-40 13,27 40-27,3 0-28,0 25-19,0 14 3,6 15 11,3 9 17,0-2-21,-3-6-9,0-9-1,-3-7-1,3-11-1,1-9-20,2-7-54,-1-11-60,2-1-83,-4-10-219</inkml:trace>
  <inkml:trace contextRef="#ctx0" brushRef="#br0" timeOffset="100494.171">4256 5551 371,'0'0'127,"0"0"18,0 0 3,0 0-45,0 0-22,-61-72-16,61 71-15,0 1-7,0 0-36,0 0-7,22 6-15,11 13 15,9 8 2,4 5-2,-4 8 5,-2 1-5,-9 1 2,-11-2-1,-7-5 4,-8-4-1,-5-4-1,0-6 6,-9-4-5,-6-9 4,1-5-4,-2-3 0,1 0-2,3-18-2,2-6-16,0-10-12,2-7 3,8-6 16,0 1-6,5 2-16,18 9-21,9 8 4,4 8 40,2 10 5,1 9 3,1 0 2,-1 12-1,-2 18 7,-4 8 20,-6 6-12,-9 2 17,-5-3-14,-7-7 0,-6-6-5,0-6-14,0-7-2,-11-7-93,-3-9-190</inkml:trace>
  <inkml:trace contextRef="#ctx0" brushRef="#br0" timeOffset="100746.6828">4662 5318 674,'0'0'115,"0"0"-35,0 0 0,0 0-27,0 0-16,-42 75-8,8-66-14,-1-5-13,4-4-2,6 0-12,6-9-28,5-6 5,9-1-16,5 2-19,2 1-45,22 6-140,7 6-145</inkml:trace>
  <inkml:trace contextRef="#ctx0" brushRef="#br0" timeOffset="101148.8387">4953 5624 748,'0'0'69,"0"0"-62,0 0 51,-5 108 17,16-70-47,5-4 7,7-2-4,-1-5-15,2-9-7,-3-7 0,3-8 0,-5-3-8,-1-14 7,-3-14-2,-3-9-6,-5-2-10,-7-6-9,0-2 4,-7 1 7,-14-1 2,-9 7 3,-3 11 3,0 12 2,3 14-2,2 3-8,6 13-2,4 11-16,12 3-33,6-3-97,0-2-199</inkml:trace>
  <inkml:trace contextRef="#ctx0" brushRef="#br0" timeOffset="101566.6416">5293 5469 913,'0'0'19,"0"0"-19,0 0 47,52 72 18,-31-35-25,0 1-5,0-3-10,-8-2 2,-5-7-5,-2-4-5,-2-8-1,-4-7-10,0-3 2,0-4 0,0 0 2,-7-14-10,1-9-12,1-5-29,2-7-4,2-3 38,1 0-13,0 4-1,1 8-11,10 12 9,7 13 19,4 1 1,4 17 3,5 14 20,3 6 11,-3 1 25,-8-1-23,-2-4-26,-9-3 0,-5-7-3,-7-5-4,0-9-83,0-6-85,-7-3-385</inkml:trace>
  <inkml:trace contextRef="#ctx0" brushRef="#br0" timeOffset="101796.7263">5521 5232 433,'0'0'459,"0"0"-408,0 0-34,0 0 61,0 0-20,0 0 6,-48 68-20,29-64-28,0-4-6,5 0-3,2-4 1,2-12-8,4-2-12,6-2-29,0 1-68,16 5-25,7 8-320</inkml:trace>
  <inkml:trace contextRef="#ctx0" brushRef="#br0" timeOffset="102520.0984">5888 5471 738,'0'0'60,"0"77"-5,2-32 59,16 2-17,1-6-41,5-7-23,4-9-17,4-9-4,-1-9-2,2-7-6,-2-7 1,-1-20-2,-3-10-3,-3-6-37,-6-7-28,-8-1 38,-4-1 21,-6 7 6,0 8 2,0 15 8,0 12 12,-3 10 25,0 5-23,1 22-22,1 13 5,1 5 16,0 1-1,0-2-10,12-4-4,7-9-1,4-7-5,2-9 0,-1-12-2,6-3 3,-2-13-6,-1-19-39,0-9-22,-6-7-17,-5-4 29,-7 1 28,-7 3 23,-2 10 2,0 12 2,0 15 9,0 11 36,0 6 12,-2 25-50,1 14 26,1 15 8,0 8-16,0 10-9,3 4-6,-2 5 2,-1 5-13,0-6 3,-9-4-5,-7-12 3,-2-13-3,-6-16-2,0-16-6,-4-19-42,1-6-82,-7-26-75,-2-14-643</inkml:trace>
  <inkml:trace contextRef="#ctx0" brushRef="#br0" timeOffset="102730.3742">5791 5598 886,'0'0'314,"0"0"-275,0 0 41,0 0 20,0 0-65,0 0-26,8-40-9,41 20-2,20-4-22,16-1-109,1-3-138,-10 1-410</inkml:trace>
  <inkml:trace contextRef="#ctx0" brushRef="#br0" timeOffset="103030.9718">5763 5161 842,'0'0'101,"0"0"-27,0 0 32,0 0-33,0 0-61,0 0-11,0 120 2,19-48-2,-2 3-1,4 3-45,-2-6-250</inkml:trace>
  <inkml:trace contextRef="#ctx0" brushRef="#br0" timeOffset="103958.0759">6828 5269 541,'0'0'108,"0"0"24,0 0 6,0 0-28,0 0-14,0 0-49,-41 30-32,27 24 24,6 16 9,5 9-20,3 0 5,0-3-20,8-10 14,14-10-21,7-13 3,11-15-1,8-17-8,7-11-1,-1-15 1,-1-20-10,-6-12-13,-8-7 13,-4-5 5,-9-6 4,-7-5 1,-13-4 0,-6-2 1,-9-3-1,-19 5 0,-8 11 1,-7 18-1,-2 19 1,-4 21 7,-4 5-5,0 17-2,1 18-1,7 9-3,12 7 3,9 1-5,15-2 4,9-4-1,0-6-2,9-5-2,19-7-5,4-4-8,2-4-3,6-2-9,0 3 9,1 6 21,-4 10 0,-2 12 1,-7 10 0,-3 15 0,-7 7 12,-6 3 15,0-4-16,-3-8-8,-3-14-2,1-9-1,4-12-45,10-15-106,1-18-166</inkml:trace>
  <inkml:trace contextRef="#ctx0" brushRef="#br0" timeOffset="105146.6639">7480 5451 1153,'0'0'24,"0"0"-13,0 0 48,0 0-12,0 0-21,-44 73-11,44-30 9,5-1-6,10-4 1,6-7-13,-1-10-3,4-7-1,-1-8-2,3-6 0,-1 0-29,-2-13-23,0-12-32,-2-7 4,-6-4-14,-3 0 27,-6 0 28,-6 2 33,0 8 6,0 6 11,0 10 30,0 10 38,0 1-20,0 23-48,-2 11 29,2 6 18,0 2-22,2-4-23,13-5-6,1-6 1,5-5-7,5-7-1,1-6 6,1-8 1,-1-2-6,-2-2 2,-1-17-3,-3-7-1,0-3-3,-8-8-13,-1-2 8,-6-4-7,-3 1 8,-3 3 5,0 6 2,-6 11-5,-6 10 6,-6 11 3,-4 1 4,-2 17-4,6 9 13,2 9-4,8 2-4,5 6-1,3 0-4,0 0-3,6-6 1,9-8 2,0-6-3,4-6 0,5-9-7,2-6 1,4-2-3,1-7-5,-3-14-30,2-9-5,-2-7 13,-1-2 2,-3-5 19,-7 0 15,-6 3 0,-9 7 5,-2 10 6,0 10 38,0 10 16,-5 4-17,-5 14-38,1 16 0,3 8 8,1 3 4,5-2-11,0-4-8,0-7-2,11-7-1,11-9-3,2-5 2,3-5-1,-1-2-1,-4-7-11,-3-11-5,-2-8-24,-1-3-12,-7 0 26,0-2 14,-4-2 13,-5 3-1,1 6 3,-1 9 3,0 10 16,0 5 18,0 7-22,0 17-6,6 8 25,0 3-7,4 1-13,7-4-6,1-6-3,4-8-1,5-8-3,3-7 0,-2-3 0,-1-6 0,-3-14-1,1-7-7,-4-3-6,1-6 5,-7-3 0,-4-2-7,1-3 2,-8 3 5,-4 6 8,0 10 1,-9 12 0,-16 13 9,-10 6-1,-2 23 4,0 15 0,10 8-4,15 6 15,11-2-5,1-4 4,12-6-18,15-13 2,4-12-3,9-11-3,3-10-1,6-1-39,7-19-113,5-8-501</inkml:trace>
  <inkml:trace contextRef="#ctx0" brushRef="#br0" timeOffset="106244.87">9481 5166 725,'0'0'127,"0"0"-21,0 0 4,0 0 8,0 0-54,0 0-37,-18-12-21,6 52 1,-7 9 16,-5 5 0,-3-3 0,-9-2-5,-1-2 0,-2-7-5,5-8-8,4-8-5,8-10 5,9-8-4,6-6-1,0 0 2,4-6 2,0-11-2,3 1-2,0 2 0,0 6-2,13 5 0,8 3 0,10 8 0,7 15 2,9 4-1,4 0 5,0-4-6,1-3 2,2-4-56,-5-7-64,2-5-192</inkml:trace>
  <inkml:trace contextRef="#ctx0" brushRef="#br0" timeOffset="107186.8179">9943 5261 553,'0'0'188,"0"0"-52,0 0-31,0 0-14,0 0 5,0 0-27,0-33-26,0 39-29,0 21-11,0 13-3,2 7 11,4 1 6,-3-2-11,-2-6-2,-1-5-4,0-7 0,0-6-5,0-5-49,0-9-87,0-7-71,-3-1-273</inkml:trace>
  <inkml:trace contextRef="#ctx0" brushRef="#br0" timeOffset="107456.8191">9681 5153 779,'0'0'84,"0"0"10,0 0-3,0 0 3,0 0-62,18-76-23,13 53-6,11 2-3,1 0 2,-1 2 2,-5 5-4,-5 6 0,-9 5 0,-3 3-3,-8 0-21,-3 14-56,-4 13-8,-5 9-58,0 10-187</inkml:trace>
  <inkml:trace contextRef="#ctx0" brushRef="#br0" timeOffset="107616.7991">9808 5610 526,'0'0'53,"0"0"70,0 0 34,10 72-70,10-72-40,5 0 5,8-11-33,7-10-19,5-6-32,2-3-75,-2 1-209</inkml:trace>
  <inkml:trace contextRef="#ctx0" brushRef="#br0" timeOffset="108036.9382">10294 5389 725,'0'0'86,"0"0"-3,-20 99 19,20-62-20,0 0-28,0-4-11,5-5-12,1-7-6,-3-5-5,0-8-1,-3-5-9,0-3-3,0 0 1,0-7 4,-1-14-9,-7-8-3,2-4-16,-1-4-12,2-3-1,2-2 5,2-4 1,1-1 9,0 2-5,6 5 1,10 10 6,8 10 6,-3 10 6,3 10 4,-5 7 6,-4 23 6,-3 12 11,-5 5-5,-2 3-1,-4-2-13,1-3-6,-1-7 3,-1-8-5,3-10 0,-1-9-30,10-11-97,0 0-196</inkml:trace>
  <inkml:trace contextRef="#ctx0" brushRef="#br0" timeOffset="108232.8003">10606 5102 298,'0'0'623,"0"0"-552,0 0-47,-3 85 65,0-30-9,-3 3-54,1-5-10,2-3-8,0-8-5,2-6-3,-1-10-5,-2-6-106,0-10-91,-2-6-264</inkml:trace>
  <inkml:trace contextRef="#ctx0" brushRef="#br0" timeOffset="108411.0098">10401 5434 575,'0'0'326,"0"0"-253,0 0 10,0 0-10,0 0-55,0 0-13,48-38-5,-3 18-10,1 0-75,-4-1-45,-6 2-237</inkml:trace>
  <inkml:trace contextRef="#ctx0" brushRef="#br0" timeOffset="109211.7365">10709 5338 479,'0'0'86,"0"0"15,0 78 21,0-62-40,0-4-45,9-7-15,0-5-4,2 0-6,3-1-3,1-15-5,0-5-2,-2-4-2,-1-3-12,-3-2 1,-3-2 0,-2-1 0,-4 1 11,0 1 1,0 4 1,-11 8 19,-4 10-7,-5 9 5,-2 0 1,-5 15-19,0 15 16,0 7 23,2 5-13,7 3 7,8-1-10,8-2-5,2-6-11,9-6-6,15-8 3,7-7-3,10-8-2,9-7-1,10 0-2,4-15 0,-3-12-99,-1-7 12,-6-5 28,-8-3-26,-10 0 9,-8 1 48,-15 0 31,-11 5 23,-2 4 33,-7 10 3,-11 9 12,-9 12-27,-6 1-6,-1 23 3,-2 13 40,6 7-28,8 0-19,10 0-10,6-8-5,6-7-14,0-9 1,18-10-5,1-9 4,5 0-5,3-11 0,3-16-9,1-5-30,-1-6-18,-3-2 15,-7 1 24,-4 2 18,-6 7 2,-7 11 4,-3 9-1,0 10 31,0 4-8,0 25-26,-6 11 10,2 11-2,4 4 6,0 3-9,8 0-7,4 2 3,2 2-1,-1 0-1,-2 1 0,-5-4 1,-6-3 0,0-5 1,-20-6 0,-5-12 8,-3-12-7,4-14-2,1-7 2,1-11-4,1-23-1,4-11-22,3-9-28,9-1-58,5 1-64,5 5-297</inkml:trace>
  <inkml:trace contextRef="#ctx0" brushRef="#br0" timeOffset="110252.0759">11295 5257 758,'0'0'120,"0"0"-60,0 0-1,0 0-15,-16 84 3,22-55-10,15-3-22,2-8-2,1-7 2,2-7-7,1-4 0,-2 0-1,2-16-4,-5-8 1,-4-6-4,-2-2-16,-8-2-5,-5-3-3,-3 5 5,-2 1 5,-14 4 8,-8 10 6,2 11 6,-4 6-6,0 17 17,1 21 0,3 13 11,10 7-3,8 3-2,4-4-1,18-10-11,10-12-4,6-8 3,2-13-3,3-10 0,1-4 5,-4-11-7,1-16-5,-5-8-1,-4-5-24,-6-3-17,-8-5-5,-8-3 11,-6 0 7,0 9 8,-6 11 13,-5 14 6,1 17 1,-2 3 1,3 26 6,0 12 6,6 4 10,3 1-5,0-8-1,12-9-10,6-7-3,6-10 1,3-10-2,3-2-1,5-5-1,3-14 0,-4-5-16,-7-3-33,-9-3 23,-8 1 21,-7-1 4,-3 6 1,0 10 7,0 10 12,-4 4 27,-10 25-19,-5 13-4,2 10 7,1 4-7,5 0-18,8-2-2,3-7-3,0-4 0,5-11-21,19-9-22,7-10-71,2-9-78,1-1-483</inkml:trace>
  <inkml:trace contextRef="#ctx0" brushRef="#br0" timeOffset="110625.1866">12027 5048 982,'0'0'86,"0"0"-6,0 0-7,0 0-47,0 0-18,0 0 12,38 97 0,-2-67-8,0-5-6,4-8-1,-2-10-3,0-7 0,-2 0 2,-8-4-4,-3-9-10,-11-1-4,-8 2-1,-6 5 11,0 3-1,0 4 0,-15 5 5,-10 23 0,-4 8 2,-1 11 12,4 2-1,1 3-10,6-4-1,7-2-2,5-4-23,7-7-96,0-5-103,3-11-524</inkml:trace>
  <inkml:trace contextRef="#ctx0" brushRef="#br0" timeOffset="111275.3784">13212 5264 685,'0'0'99,"0"0"-8,0 0 23,0 0-6,0 0-20,0 0-23,-42-35-35,42 82-22,0 20 14,0 14 10,3 6-8,6-2-18,-1-6 3,1-5-7,-2-12-1,2-10-1,2-11-4,-1-11-28,-2-14 2,-4-12-54,-2-4-71,-1-13 29,-1-17-98,0-10 50,0-5 20,-9-4-71</inkml:trace>
  <inkml:trace contextRef="#ctx0" brushRef="#br0" timeOffset="111491.4576">13196 5523 128,'-6'-74'100,"6"1"-17,0 1-6,0 4 0,21 9-1,7 11-8,9 14 17,4 13 7,2 14-61,0 7 5,-1 11 1,-6 22-9,-8 6 0,-16 8 10,-12-1 10,-6-2 0,-27-3 11,-10-7-11,-2-7-29,3-9-14,8-8-5,18-10-7,13 0-137,3-3-113,12-11-440</inkml:trace>
  <inkml:trace contextRef="#ctx0" brushRef="#br0" timeOffset="112061.0572">13854 5215 660,'0'0'125,"0"0"-50,0 0 16,-84-44-33,54 40-16,-2 4-20,-3 0 19,2 14-9,2 12-6,6 5 4,1 4-12,12 2-2,4-2-13,8-4 1,0-7 0,3-6-4,11-8 3,4-7 0,0-3-1,3-2 1,-1-13-1,0-7-2,4-2-5,-2-3-12,0-1 8,-1 2 7,-3 6 2,-6 9 0,-2 9 0,-5 2-11,1 20 1,0 16 10,-1 9 1,-1 10 2,2 6 1,-2 5 2,5 4-4,0 1 4,5 1 37,-4-6-29,-2-10 0,-4-10-2,0-15 12,-4-14 4,0-12 1,0-5-10,0-8-4,2-23 4,1-13-13,5-11-5,-1-8-1,6-7 0,5 3-20,5 2-65,7 7-25,2 9-121,1 8-236</inkml:trace>
  <inkml:trace contextRef="#ctx0" brushRef="#br0" timeOffset="112243.5042">14228 5224 848,'0'0'71,"0"0"-19,0 0 10,0 0-44,0 0-18,97-63-13,-81 59-116,-6 3-269</inkml:trace>
  <inkml:trace contextRef="#ctx0" brushRef="#br0" timeOffset="112398.329">14216 5406 617,'0'0'216,"0"0"-148,0 0 35,0 0-16,0 0-29,0 0-58,84-19-81,-50-3-400</inkml:trace>
  <inkml:trace contextRef="#ctx0" brushRef="#br0" timeOffset="115161.1563">14649 5122 802,'0'0'107,"0"0"-49,0 0 20,0 0-24,0 0-21,-2 105 25,13-53-21,-1 3-5,1-4 7,-4-7-31,-2-4 11,-1-6-6,1-10-13,-4-9 13,1-6-13,-1-9 0,-1 0 18,0-11-18,0-18-12,0-8-22,0-6-4,0-5 4,0-4-12,6-3 16,8-1 2,5 4 2,6 13 7,6 15 16,4 15 0,-1 9 3,-1 25 8,-6 15 7,-9 10 14,1 2-24,-8-2-2,-3-7 2,-2-7-5,1-7-9,0-4-70,6-7-72,5-8-32,2-9-124</inkml:trace>
  <inkml:trace contextRef="#ctx0" brushRef="#br0" timeOffset="115962.0467">15149 5210 532,'0'0'246,"0"0"-155,0 76 20,6-46-38,8-5-28,2-7-28,4-5 2,2-9-3,1-4-3,3 0 0,-3-17-13,1-7 0,-6-5-12,-3-6-50,-8-1 18,-2-4 2,-5-1 9,0 1 33,-11 1-4,-8 9 4,-5 8 35,-1 12-17,-1 10 19,-2 7 16,-2 27-15,2 11 24,6 12-19,8 2-12,7-3 3,7-4-20,2-12-4,17-10-3,9-9-6,5-12 7,6-9-8,2 0-4,0-16-9,-4-9-38,-6-5-34,-5-4-16,-9-4 23,-4-1 30,-7-2 12,-6 0 36,0 7-3,0 13 6,0 11 14,-2 10 42,-5 11-38,-1 20 31,2 8 20,3 4-14,3-4-7,0-6-37,6-7-2,8-8-9,2-9 4,-1-4 2,4-5-8,-1 0-1,3-14 0,1-9-24,-5-5 1,-4-3-17,-7-4-36,-4-2 30,-2 2 18,0 6 21,0 14 4,0 15 1,0 3 2,0 28 10,0 11 48,0 6 6,0-4-22,10-7-10,3-8-12,6-9-16,6-9 3,0-9 22,-1-2-26,-4-15 1,-3-11-4,-2-12-22,0-5 17,-7-5-17,-5-4-1,-3-2 7,0 5 2,-5 9-12,-5 12-24,-5 14-79,1 13-87,-2 1-565</inkml:trace>
  <inkml:trace contextRef="#ctx0" brushRef="#br0" timeOffset="116696.7837">16529 4968 143,'0'0'783,"0"0"-700,0 0 28,0 0-19,0 0-60,0 0-7,-2 131-5,2-42 11,6 7 0,8-1-16,-3-3 12,-6-9-20,0-8-7,-2-11 2,0-12-2,1-19-15,3-10-22,-2-15-12,-1-8-61,-1-10-40,0-18-10,-3-14-243</inkml:trace>
  <inkml:trace contextRef="#ctx0" brushRef="#br0" timeOffset="116910.0017">16632 4943 499,'0'0'71,"80"-13"31,-44 27-3,-3 21 4,-11 11-35,-10 4-6,-12 6-6,-6 0 9,-30-2-8,-10-5-40,-7-8-14,0-9-3,12-9-18,12-10-55,16-10-65,13-3-222</inkml:trace>
  <inkml:trace contextRef="#ctx0" brushRef="#br0" timeOffset="117534.4934">17029 5429 811,'0'0'104,"0"0"22,0 0-3,0 0-82,-2-94-41,2 49-12,0-4 1,0-4-35,0 1 29,0 1-8,-1 5 11,-13 12 13,4 13-7,-1 14 8,3 7 0,1 16 0,1 20 1,6 10 6,0 4 11,0-4 4,8-4-22,7-14 9,3-9 5,3-10-13,-1-9 12,3 0-13,1-16-2,-2-6-41,-1-5-34,-8-3 4,-5-1 30,-6 2-21,-2 4 28,0 11 30,0 9 6,0 5 61,-5 14-57,3 17 26,2 6 42,0 2-6,0-3-17,14-9-26,4-5-13,4-12-7,6-9-3,8-1-5,2-11-27,1-12-15,-4-5-58,-9-3-7,-6-4-30,-9 0 23,-7 0 56,-4 7 63,0 10 35,0 10 90,0 8 39,0 11-123,0 20 10,0 8 31,0 4-42,0-4-23,0-5-7,0-6-10,2-8-10,2-9-72,2-9-125,-1-2-400</inkml:trace>
  <inkml:trace contextRef="#ctx0" brushRef="#br0" timeOffset="118464.7329">17415 4840 351,'0'0'71,"0"0"-71,0 0 1,39 73-1,-24-43-19,2 5 3,-3 7 11,-2 6 5,-3 2 86,1 0 46,5-4 46,2-8 5,2-9-81,3-10-26,1-9-18,2-9-14,2-1-18,1-11-9,-1-12-17,-7-5 9,-4-4-9,-7-5-9,-6-1-3,-3-5-7,0 3 16,-15 1-1,-10 8 4,-7 13-1,1 15 1,-2 3-1,2 21-3,4 18 0,6 6 2,9 6 2,6-1 0,6-6-4,0-10 4,11-10-3,11-10 2,5-11 1,4-3-8,2-6 4,1-14-51,1-6-10,-1-5-2,-3-8-40,-7-3 0,-5-5 2,-8 1 16,-5 3 37,-6 11 52,0 14 14,0 15 39,0 3 107,-7 23-126,-3 13 42,3 7 10,4 0-16,3-2-18,0-7-23,15-10-26,6-8 8,5-11 7,3-5-17,3 0 10,-1-20-11,0-5-72,-5-6-3,-7-3-28,-10-2-33,-6 0 3,-3 5 61,0 9 72,0 9 19,0 13 59,-6 0 58,-2 24-76,0 13 15,3 4 9,4-1-27,1 0-10,0-8-30,11-5-11,9-7 8,7-6-13,3-8 0,4-6-1,-3-6-7,-4-18-38,-3-6-48,-6-3 34,-5-4 52,-5-1-20,-7 4 21,1 7 6,-2 13 0,0 10 25,0 4 42,0 15-44,0 15 18,-2 7 9,-4 2-6,0-2-40,2-6-4,1-8 0,0-6-68,2-10-54,-1-7-151,1 0-427</inkml:trace>
  <inkml:trace contextRef="#ctx0" brushRef="#br0" timeOffset="118610.3861">18215 4777 949,'0'0'43,"0"0"-41,0 0-2,0 0-16,0 0-65,0 0-427</inkml:trace>
  <inkml:trace contextRef="#ctx0" brushRef="#br0" timeOffset="118832.6469">18589 4860 1106,'0'0'190,"0"0"-176,0 0-7,-30 79 9,30-27 4,0 5-12,0-3-6,0-6-2,0-7-32,0-9-63,-5-13-128,-8-11-294</inkml:trace>
  <inkml:trace contextRef="#ctx0" brushRef="#br0" timeOffset="118978.8726">18424 5125 859,'0'0'109,"0"0"-108,0 0-1,102-37 0,-57 20-69,-3-2-105,-3-1-21,-10 1 40,-6 5 14</inkml:trace>
  <inkml:trace contextRef="#ctx0" brushRef="#br0" timeOffset="119276.0337">18725 4991 112,'0'0'333,"0"0"-77,-5 82-93,-1-44-71,5-3-9,1-6-34,0-4-15,9-10-18,6-6-9,4-9 1,2 0-8,2-13-24,2-10-72,0-4 23,-2-3 29,-7-5 22,-1-1 20,-8 4 2,-2 6 21,-3 10 17,-2 12 28,0 4-30,0 11-23,0 19 26,-10 10 33,-2 8-20,-4 2-30,1 2-20,2-2 11,2-2-13,4-7 0,0-8 8,2-9-8,2-9-2,3-8-36,0-6-226,9-1-581</inkml:trace>
  <inkml:trace contextRef="#ctx0" brushRef="#br0" timeOffset="119843.1238">19141 4858 910,'0'0'52,"0"0"-44,0 0 12,0 0 59,-49 106-20,47-40 5,2 5-40,2-1-3,15-6 9,6-12-13,4-12-1,3-15-11,6-15 6,4-10-1,3-9-8,-1-21 0,-2-13-2,-4-8-15,-8-5-2,-8-5-3,-8-2-3,-12-1 1,0 2 5,-18 7 17,-9 10 0,-3 14 3,-1 17 3,1 13-6,2 1-8,5 18 4,2 10-2,5 4 5,7 4 0,2 2-14,2 0 13,5 4-28,0 2 0,11 5 20,11 5 5,6 4 5,2 4 19,0 0 19,-3 0-1,-5-6-9,-4-5-18,-6-7-2,-6-9-8,-3-10-12,0-10-59,-2-10-66,2-5-262</inkml:trace>
  <inkml:trace contextRef="#ctx0" brushRef="#br0" timeOffset="120608.8091">19681 5005 125,'0'0'1052,"0"0"-1002,0 0-49,0 0 82,-27 114-33,24-63-2,3-1-23,0-10-22,0-6 10,8-8-2,5-11-11,2-5 5,5-9-5,3-1 0,6-7-10,-2-12-24,0-8-7,-4-6-10,-2-3-2,-7-4-14,-3-2 6,-4 1 40,-4 8 21,-2 11 0,-1 12 24,0 10 24,0 9-29,0 20-8,0 11 31,-3 2 4,3-1-8,0-6-34,8-7 6,9-7 5,6-8-9,2-8 7,4-5-5,0 0-4,3-13 6,-2-9-7,-4-6-3,-3-3 0,-7-4-15,-4-3-12,-9 0 5,-3 1-2,0 8 19,-13 6-13,-4 13 18,-5 10 0,-5 0 2,-3 23-2,2 12 5,4 7 2,6 8 11,5-1-13,8-2 2,5-9-4,0-7 2,18-12-5,6-7 0,7-10 0,7-2-2,7-2-6,8-18 5,2-8-19,-1-5-31,-11-4 40,-10-3 9,-12 0-31,-12 1 13,-9 1-11,0 7 18,-11 11 15,-9 10 22,-1 10 30,3 5-22,-2 25-14,5 12 19,1 8-21,8 1 7,4-6-18,2-6-3,0-7-3,18-6-56,13-3-97,10-5-58,5-4-106</inkml:trace>
  <inkml:trace contextRef="#ctx0" brushRef="#br0" timeOffset="121358.605">20405 4970 884,'0'0'68,"0"0"32,0 0 35,-52 89-59,45-42-32,7 1-12,0-1-18,8-6 3,13-6-8,5-8-7,5-8 13,3-10-15,2-9 0,0 0-7,-2-14-36,-3-13 3,-1-4-50,-6-5-29,-7-3 41,-6 0-4,-6-2 10,-5 4 59,0 9 13,0 10 40,-6 14 24,-4 4-14,-1 20-24,-5 17 41,-2 10 38,4 5-37,5-2-36,6-5-8,3-7-15,11-6 0,14-9 10,8-7-4,1-12-4,5-4 4,0-6-15,-2-17-10,-1-6-20,-5-5-3,-5-4 17,-7-4-2,-10-4-13,-6 0 3,-3 5 3,0 9 21,-2 13 2,-8 16 4,-5 3 16,-1 26-4,-5 13 17,2 12 14,2 4-22,8 1-2,5-5-9,4-6-12,1-5 0,20-10-1,3-8-44,3-8-55,-1-11-154,3-3-349</inkml:trace>
  <inkml:trace contextRef="#ctx0" brushRef="#br0" timeOffset="121793.927">21421 5139 1010,'0'0'78,"0"0"-62,0 0 56,0 0 6,-85 79-17,66-44-33,-1 2 4,-1-3 6,0-2-29,-1-3 7,2-4-16,1-6 1,6-4 1,2-7 1,7-4-6,4-4 1,0 0-10,6 0 8,16-5-6,10 0 3,2 5 4,3 0 2,-1 12 1,0 9 0,1 4 0,0 1-4,2-2 4,-5-6-32,-1-4-5,-5-7-84,-5-5-74,-4-2-217</inkml:trace>
  <inkml:trace contextRef="#ctx0" brushRef="#br0" timeOffset="122134.0144">21759 5245 1030,'0'0'73,"0"0"-26,0 0 29,0 0-4,0 0-42,8 72-7,17-48-7,6-3-12,2-5 7,0-8-8,-1-5 1,-3-3 4,0 0-3,-7-4-2,-5-6-3,-8 1-3,-8 1 3,-1 3 2,0 4 4,-18 1 5,-7 6-8,-10 16 5,-2 11 0,3 5-7,0 3-2,5 1-7,8-1-76,2-5-73,5-6-277</inkml:trace>
  <inkml:trace contextRef="#ctx0" brushRef="#br0" timeOffset="122446.8069">22404 5287 943,'0'0'26,"0"0"-26,0 0 28,0 0 27,0 0-10,-65 91 21,48-45-30,4 4 7,4 1-2,9-2-31,0-6-1,7-4-9,20-11-2,6-7-37,4-10-87,5-8-96,-3-3-300</inkml:trace>
  <inkml:trace contextRef="#ctx0" brushRef="#br0" timeOffset="122696.5359">22734 5266 880,'0'0'25,"0"0"-23,0 0 51,36 109-17,-28-52 3,-3 9 22,-5 0-6,-3-3-21,-21-5-13,-7-8-5,-7-13-13,1-10 0,6-10 2,8-7-5,6-10-56,8 0-137,7-5-436</inkml:trace>
  <inkml:trace contextRef="#ctx0" brushRef="#br0" timeOffset="122892.1149">23011 5365 1087,'0'0'58,"0"0"-58,0 0-26,0 0-6,0 0-86,0 0-346</inkml:trace>
  <inkml:trace contextRef="#ctx0" brushRef="#br0" timeOffset="123075.9607">22946 5757 1149,'0'0'89,"0"0"-34,-62 114 36,39-61-50,-3-1-36,2 4-5,-4-3-119,4-3-399</inkml:trace>
  <inkml:trace contextRef="#ctx0" brushRef="#br0" timeOffset="137662.9424">16866 1470 1019,'0'0'64,"0"0"-42,0 0 7,0 0-3,0 0-14,0 0 6,0 0 12,6 86-4,7-69-9,11-9 11,11-8-9,15-17 19,19-32 3,17-25-25,7-17-13,-4 0 6,-9 3-4,-16 16-2,-20 21-3,-17 19-4,-16 18 4,-10 14-25,-1 15-30,-7 24-6,-22 17-10,-11 7-82,-9-1-69,4-7-189</inkml:trace>
  <inkml:trace contextRef="#ctx0" brushRef="#br0" timeOffset="137991.1932">16887 1428 935,'0'0'68,"0"0"-40,0 0 60,-15 83-15,15-55-51,22-5 4,8-12-9,19-11 4,20-24 37,22-37-32,16-26-14,1-12 9,-11 2-18,-18 8 2,-21 15 2,-19 18-5,-15 18-2,-14 20-2,-7 18 0,-3 3-38,0 32-33,-15 16 14,-12 9 0,-5 4-83,-6-5-57,4-5-297</inkml:trace>
  <inkml:trace contextRef="#ctx0" brushRef="#br0" timeOffset="138307.0252">16964 1476 299,'0'0'742,"0"0"-742,0 0 11,-58 83 103,58-75-80,8-6-17,26-2-14,24-34 37,29-31-1,21-24-20,9-11-18,-7-3 10,-19 14-10,-19 13 0,-14 14-1,-9 20 0,-13 22 0,-11 20 0,-11 20-35,-9 27 9,-4 16 12,-1 6-15,-1 1-90,-13-2-65,-4-10-410</inkml:trace>
  <inkml:trace contextRef="#ctx0" brushRef="#br0" timeOffset="140226.9234">16894 1524 434,'0'0'66,"0"0"-11,0 0-36,0 0 32,0 0 20,0 0-37,33 13 7,-15-13-6,6 0-7,6-5 4,10-25-18,15-24-8,23-27-6,17-19-9,17-16-33,12-4 29,2 9-9,-6 11-2,-14 26-18,-25 30-126</inkml:trace>
  <inkml:trace contextRef="#ctx0" brushRef="#br0" timeOffset="155126.8279">5269 7371 456,'0'0'207,"0"0"-163,0 0 37,0 0 41,0 0-37,0 0-21,0 0-14,61-80-12,-34 38-10,-2-5 1,-5-4-19,-5-1 2,-11 1 2,-4 3-11,-3 3 9,-16 7-10,-5 9 6,-3 7-6,2 14-2,-2 8 0,6 0-1,3 20 1,8 17 0,5 23 0,5 13 1,2 9-3,16 3 2,1-4 0,2-2 1,-2-4 3,-4-3-4,-6-9 0,-3-9-138,-6-11-9,0-12-114</inkml:trace>
  <inkml:trace contextRef="#ctx0" brushRef="#br0" timeOffset="155557.6617">5029 7589 715,'0'0'136,"0"0"-118,0 0-16,79-93 4,-34 58-1,10 1-5,2 0 0,-1 5 7,-5 10-7,-9 10 0,-11 9-16,-11 6-17,-7 22-23,-7 12 56,3 4 18,0 5 19,1-6 4,8-4-15,2-10-11,5-9 13,8-9-16,1-11 36,1 0 12,-4-11-49,-1-15 22,-2-7-29,-7-7-3,-6-4-2,-5-2 5,-10-2-4,0 3 0,-24 4 6,-10 7 11,-2 11 5,-2 15-8,-1 8-2,1 11-8,2 17-5,11 6 1,9 4-20,16-1-43,0-4-95,24-7-235</inkml:trace>
  <inkml:trace contextRef="#ctx0" brushRef="#br0" timeOffset="155885.6827">5994 7242 873,'0'0'45,"0"0"-3,0 0 27,0 0-67,84 15 12,-44 19-11,-4 7 0,-5 5 10,-7 1-9,-9-3 6,-4-7 10,-7-7-18,-4-8 10,0-10 11,0-5 2,-9-7 4,0-1-22,3-20 12,1-12-19,5-9-2,0-10-16,2-5 17,10 1-92,7 5-15,4 10-132,2 10-353</inkml:trace>
  <inkml:trace contextRef="#ctx0" brushRef="#br0" timeOffset="156706.951">6727 6985 358,'0'0'107,"0"0"-5,0 0 64,0 0-43,0 0-26,15-74-23,-15 72 2,0 2-5,0 0-43,-15 18-5,-6 23-15,-6 22-7,8 15 20,7 6-14,9 1-7,3-5 2,7-5 4,17-9-4,6-13-2,6-12-8,7-13-25,6-13-95,2-12-67,-5-3-230</inkml:trace>
  <inkml:trace contextRef="#ctx0" brushRef="#br0" timeOffset="157288.6904">7134 7149 649,'0'0'215,"0"0"-134,0 0-43,0 0 6,-45 97-13,45-49-1,0-2 4,5-3-33,13-6 15,4-10-6,5-7-7,0-11-5,6-9 9,-3 0-14,-2-16-13,0-11-58,-4-5-7,-3-5 16,-6-2-13,-5 0 64,-7 0-9,-3 0 27,0 6 9,0 9 3,0 12 46,0 12 14,0 8-31,0 23-21,0 11 18,0 6-7,0 0 11,9-3-20,-1-3 6,-4-5 0,1-4-18,-3-6 25,-2-10-28,0-9-5,0-8 12,0 0-10,0-24 9,-5-10-13,0-11-45,4-6-13,1-6-7,0-4 15,0 3 8,16 7 5,8 11 19,10 18 15,5 15 3,-2 7 7,-1 13 13,-6 16 3,-5 8 1,-7 2-17,-7 0 10,-7-3-14,-4-5 3,0-1-12,-15-6-64,-4-7-219</inkml:trace>
  <inkml:trace contextRef="#ctx0" brushRef="#br0" timeOffset="157562.9893">7259 6917 896,'0'0'77,"0"0"-29,0 0-35,0 0-10,0 0 34,0 0 2,-71 48-18,56-46 6,-1-2-27,2 0 10,6-13-4,1-4-2,7 0-8,0 0 2,4 4-28,16 3-10,7 8-92,7 0-83,5 2-229</inkml:trace>
  <inkml:trace contextRef="#ctx0" brushRef="#br0" timeOffset="158029.6066">7810 6878 708,'0'0'118,"0"0"-20,0 0-1,0 0-2,0 0-40,0 0-52,0 70 14,0 2 23,0 8-26,1 1 24,10-6-20,4-12-4,4-9 9,5-12-21,4-12 6,4-15-8,2-12-30,0-3-3,1-21-130,-7-8-131</inkml:trace>
  <inkml:trace contextRef="#ctx0" brushRef="#br0" timeOffset="158228.2104">7762 7181 959,'0'0'59,"0"0"20,0 0 23,0 0-76,0 0-16,0 0 1,90-24-11,-38 4-85,3-5-303</inkml:trace>
  <inkml:trace contextRef="#ctx0" brushRef="#br0" timeOffset="162426.9266">11453 2932 780,'0'0'17,"0"0"3,0 0-7,0 0 73,0 0-40,0 0-42,0 0-1,-21 21-1,38 4 14,4-5 7,6-10 12,4-10 3,13-13-17,6-29 0,14-16-10,7-9-11,-2-4-15,-9 5 0,-17 6 6,-17 16 6,-15 15 4,-8 18-1,-3 11 0,0 8-64,-10 22 50,-7 9-20,-2 7-49,-3-3-80,1-2-89</inkml:trace>
  <inkml:trace contextRef="#ctx0" brushRef="#br0" timeOffset="162776.7946">11468 2891 561,'0'0'56,"0"0"-22,0 0 32,0 0 15,0 0-40,0 0-11,-6 65-7,36-65 5,9-24 1,12-13-20,7-8-5,1-5-4,1 3 2,-9 0 3,-5 6-4,-15 11 1,-11 16 13,-11 14-15,-8 14 7,-1 24-7,0 6 1,-9 2-1,-7-7-14,-1-2-45,-5-6-24,1-7-119,-4-4-59</inkml:trace>
  <inkml:trace contextRef="#ctx0" brushRef="#br0" timeOffset="163070.9519">11453 2822 89,'0'0'578,"0"0"-531,0 0-42,-16 90 63,16-54-20,16-10-11,9-10-2,7-13 4,8-3-26,9-30 1,7-12-8,2-8-6,2-3-47,-8 1 14,-12 0 24,-10 1 9,-11 5 7,-7 14 1,-6 15 2,0 17-10,-2 23-17,6 23 7,7 16-1,3 6-200,5-2-134</inkml:trace>
  <inkml:trace contextRef="#ctx0" brushRef="#br0" timeOffset="166657.8314">3067 6151 835,'0'0'43,"0"0"-4,0 0-13,0 0-8,0 0-12,0 0-6,0 0 13,117-9-12,-76 1 3,-2-5-4,-3-1 1,-6-1-4,-8-2 2,-7-1-19,-8 0-14,-7 1-2,0 1 23,-13-2 9,-9 6 4,-1-1 14,1 3 3,-2 3 10,7 2 4,4 0-11,7 3 1,3 0 2,3 2-11,0 0-12,15 0-14,18 6 13,13 8-6,9 4 7,2 3-5,-3 4-6,-2 2 5,-10 5 4,-14 3 2,-15 7 0,-13 8 8,-10 6-3,-24 6-5,-5-3-10,0-8-162,11-14-617</inkml:trace>
  <inkml:trace contextRef="#ctx0" brushRef="#br0" timeOffset="168867.0148">8777 7064 765,'0'0'140,"0"0"-30,0 0 15,0 0-37,0 0-44,0 0-37,0 0-5,23 52 1,6-4 9,-1 1 12,-1-2-15,-3-5 8,-5-6-12,-5-10 6,-4-9 2,-5-8-9,-5-9 2,1-5 14,-1-24-7,0-15 5,3-11-18,-1-9-9,-1-5 7,5 0-13,4 9-15,4 13-16,8 20-49,8 17-127,6 10-321</inkml:trace>
  <inkml:trace contextRef="#ctx0" brushRef="#br0" timeOffset="169866.6182">9314 7123 808,'0'0'127,"0"0"-60,0 0 59,0 0-50,0 0-48,0 0-1,-100-52-2,73 70-22,3 15 12,2 5-15,7 5 3,10 1 8,5 0-7,0-4-4,5-7 0,11-7 2,5-9-4,0-11 2,4-6 0,1-6-5,-3-18-12,-1-9-23,-5-3-18,-5-4-19,-3-1 29,-6 1 13,-3 6 26,0 6 0,0 14 11,-3 10-2,-4 4 14,4 14-13,1 15 8,2 4 22,0 3 5,2-4-13,16-5-21,4-6 0,1-8 4,3-7 2,1-6-3,0 0-5,4-19 0,-2-8 3,-4-9-3,-4-8-19,-5-5-5,-5-8-4,-10-2 9,-1-3 7,-1 2 9,-14 7-2,-3 10 10,1 15 5,1 15 40,1 13-2,3 6-4,2 25-30,2 14-11,8 16 27,0 11-27,2 3 1,13-3-4,3-6 0,-2-12-18,2-8-87,6-8-86,-3-11-343</inkml:trace>
  <inkml:trace contextRef="#ctx0" brushRef="#br0" timeOffset="170110.0664">10017 7206 857,'0'0'106,"0"0"-49,0 0 56,0 0-37,0 0-43,0 0-20,-11 64-2,3-59-10,-2-3-2,4-2-38,2-3-91,1-14-97,1-7-442</inkml:trace>
  <inkml:trace contextRef="#ctx0" brushRef="#br0" timeOffset="170376.8431">9975 6832 870,'0'0'108,"0"0"-34,0 0 0,0 0-28,0 0-9,0 0-11,-24 34-1,12-25-17,-1-6 1,2-3-4,3 0 0,4-6-6,4-8 1,0-5-17,0 4 10,12 2-13,6 5-9,-2 7-28,2 1-64,-1 0-93</inkml:trace>
  <inkml:trace contextRef="#ctx0" brushRef="#br0" timeOffset="170888.5263">10689 6827 622,'0'0'182,"0"0"-80,0 0 1,0 0-11,0 0-36,-98-5-11,63 33-7,4 12 12,6 7-8,9 5-7,10 2 3,6-8-26,7-6-10,23-9-2,13-12 0,15-10-15,8-9-55,-2 0-150,-1-20-369</inkml:trace>
  <inkml:trace contextRef="#ctx0" brushRef="#br0" timeOffset="171531.5104">11113 6639 503,'0'0'129,"0"0"-15,0 0 31,0 0-54,0 0 2,0 0-18,-18-27-37,36 27-23,13 6-1,7 19 30,2 15-17,-1 11-11,-8 8 21,-11 6-9,-13 4 8,-7-1-22,-18-3-11,-13-8-6,-2-10-36,0-11-102,9-8-134</inkml:trace>
  <inkml:trace contextRef="#ctx0" brushRef="#br0" timeOffset="173193.728">6790 8550 946,'0'0'45,"0"0"-22,0 0 60,0 0-10,0 0-59,0 0 8,-17 129-6,29-51 0,4-2 1,-2-2-16,2-8-2,-1-13-3,3-10-76,-3-18-41,1-13-81,-2-12-238</inkml:trace>
  <inkml:trace contextRef="#ctx0" brushRef="#br0" timeOffset="173426.5961">6821 8508 531,'0'0'90,"4"-102"-16,17 67 3,0 15 33,4 17-43,-1 3-42,6 20-6,-4 13-3,-7 10 31,-12 5-22,-7 3-5,-7-1 14,-23 0-29,-6-7 7,-3-6-12,2-11-59,9-12-3,13-14-71,7 0-156</inkml:trace>
  <inkml:trace contextRef="#ctx0" brushRef="#br0" timeOffset="173971.2676">7459 8455 617,'0'0'138,"0"0"-63,0 0 15,-101-44-37,74 40-6,0 4 9,2 0-26,2 14-3,-2 16-3,7 9-18,6 5 13,6 3-12,6-6-6,0-9 8,3-7-5,11-9-4,0-9 0,0-7 2,4 0-2,-2-10 0,1-12-5,-2-5 5,-1-3-20,-3 0 20,-3 4-2,-1 3 7,-3 9-5,-1 7 0,5 7-12,1 11 9,4 25-9,4 13 12,-1 12 1,2 8 5,-5 1-12,-5 1-2,-2 1-66,-3-5 74,4-7 90,-4-10-68,-1-13 23,-1-14-35,-1-11 2,2-10-4,1-2-4,-2-21 8,2-16-12,0-14-17,2-8-3,2-3-58,2 3-46,5 5-76,2 12-319</inkml:trace>
  <inkml:trace contextRef="#ctx0" brushRef="#br0" timeOffset="174189.3357">7814 8733 838,'0'0'113,"0"0"-34,0 0 60,0 0-66,0 0-47,0 0 8,-14-3-23,3-15-8,5-5-6,3-2-36,3 1-41,0 1-13,12 6-78,9 6-284</inkml:trace>
  <inkml:trace contextRef="#ctx0" brushRef="#br0" timeOffset="174649.927">8383 8489 1019,'0'0'51,"0"0"-16,0 0 46,0 0-54,0 0 12,-96-22-35,77 52-3,1 10 2,5 6 2,8 1 7,4-5-4,1-5-6,0-10 4,6-9-6,7-8 0,-1-7-6,4-3-7,-1-3 8,3-16-22,-4-7-31,-1-5-9,-4-3 18,2-4-4,-3 0 22,0 3 14,-1 6 17,-2 14 2,-2 11 10,1 4 9,1 8-9,-1 17-8,2 8 42,3 2-40,6-2-4,6-6-2,4-7-39,7-7-14,-1-4-124,2-9-243</inkml:trace>
  <inkml:trace contextRef="#ctx0" brushRef="#br0" timeOffset="175093.7263">8792 8444 302,'0'0'435,"0"0"-300,0 0-50,-81-43 2,51 43-60,0 7-3,2 16 16,6 5-17,5 8-4,4 3 4,7 3-19,6 1 1,0-5-5,4-6 0,16-6 3,2-9-1,1-9-2,2-8 0,2 0 5,-4-15-12,1-17 7,-3-5-22,-3-9-2,-3-1-14,-6-3 23,-6-1 14,-3 0-13,0-4 12,-10-2-4,-5-3 6,-3 9 13,6 14 9,1 17 23,4 14-10,3 6-11,-1 21-14,2 20-10,0 11 0,3 8 2,0 2-2,14-3-4,3-3-53,0-5-37,4-7-10,-2-9-139,-1-12-296</inkml:trace>
  <inkml:trace contextRef="#ctx0" brushRef="#br0" timeOffset="175563.9839">9220 8341 131,'0'0'825,"0"0"-808,0 0-1,0 0 68,0 0-66,-97-49-14,73 68 16,-2 12-19,1 8 35,3 5 6,3 7-34,8 4 18,5 0-26,6-4 3,0-9-4,19-10 1,2-13 0,8-7-2,2-12 6,-1 0-7,-3-21 3,-2-14-15,-3-7-62,-4-9 76,0-2 1,-10-2 6,-5-6-3,-3-2-1,-6-9-2,-12-4 0,-3 1 30,0 11-8,2 19 15,8 19 11,5 18-20,3 8-2,3 27-26,0 26 9,0 23-13,12 15 4,3 2-3,0-3-6,3-4-66,-6-9-99,-3-14-363</inkml:trace>
  <inkml:trace contextRef="#ctx0" brushRef="#br0" timeOffset="181026.9614">9676 8094 429,'0'0'327,"0"0"-186,0 0-60,0 0 29,0 0-7,0 0-46,0 0-33,-98 144 11,77-57 11,9 6-20,12-3-1,3-10-25,25-12 2,14-15-5,12-15 1,12-8-42,8-12-73,1-8-143,-2-8-253</inkml:trace>
  <inkml:trace contextRef="#ctx0" brushRef="#br0" timeOffset="184002.8326">10000 8393 279,'0'0'208,"0"0"-85,0 0 40,0 0-44,0 0-36,0 0 6,0 0-11,-28-28-21,28 28-15,0 4-28,7 23-9,15 11 2,7 10 12,1 4-1,-1-3-2,0-2-14,-7-10 6,-2-9-7,-5-10 0,-5-8 6,-4-7-6,-3-3 3,-3-18 34,3-19-10,-1-8-25,-1-7-3,-1-4 3,0 0-6,0-3 3,0 5-12,0 9-9,0 13-33,13 15-30,5 12-96,9 5-76,8 7-123</inkml:trace>
  <inkml:trace contextRef="#ctx0" brushRef="#br0" timeOffset="184638.9411">10710 8346 724,'0'0'118,"0"0"-2,-91-26-4,55 26-27,2 0-28,0 22-11,7 11-18,4 6-18,7 4 5,9-1-12,7-4-1,0-5 0,1-7-2,11-9 0,3-7 0,3-7 0,0-3 5,1-3-5,-1-14-13,-3-7-12,2-1-27,-3-4 14,-5-2 8,-1-1 2,-5-1 26,1 8-3,-2 7 5,-2 11-4,0 7 1,1 10 3,4 18 2,2 9 10,6 3 13,4-3-12,2-3-12,1-9 5,7-6-3,-2-9-3,3-9 0,-1-1 1,-2-9-1,0-13 0,0-6-11,-1-6 4,-5-4-23,-4-5 30,-7-7 0,-3-7 2,-5-5 3,0-1 2,-7 4 5,-8 11 8,0 16-7,3 15 14,0 14 27,-1 3-25,-1 24-17,0 20-6,0 16-4,6 10 11,6 0-10,2-1 0,0-12-2,8-8 1,9-7-4,2-10-2,4-10-51,1-7-46,3-10-119,2-5-221</inkml:trace>
  <inkml:trace contextRef="#ctx0" brushRef="#br0" timeOffset="184946.7012">11137 7947 730,'0'0'113,"0"0"-26,0 0-12,0 0-11,81-18-30,-50 50 9,-1 16-18,-5 14-10,-7 14 7,-11 8-6,-7-2-7,0-6 19,-17-8-28,-6-11 16,1-8-10,2-12-1,5-11-10,7-13-4,5-10-134,3-3-252</inkml:trace>
  <inkml:trace contextRef="#ctx0" brushRef="#br0" timeOffset="185556.9613">11732 8117 920,'0'0'115,"0"0"-12,0 0 21,0 0-76,0 0-12,0 0-24,-19-17-12,19 21-8,0 14-11,10 6-53,-1 6-143,-1 2-288</inkml:trace>
  <inkml:trace contextRef="#ctx0" brushRef="#br0" timeOffset="185794.6054">11770 8564 1125,'0'0'55,"0"0"-8,-24 86 78,15-44-83,0 4-32,-3 4-10,3 9-1,3 7-97,0 3-270</inkml:trace>
  <inkml:trace contextRef="#ctx0" brushRef="#br0" timeOffset="189569.8667">26543 6708 452,'0'0'393,"0"0"-330,0 0-24,-13-96 52,13 71-51,19 2-29,4 6 16,6 8-3,-2 9-2,-2 0-1,-4 26-9,-5 11 3,-10 11-4,-6 7-4,-4 0-1,-22-1-6,-2-8 1,3-9 5,4-12-6,9-11-3,9-10-16,3-4-43,0 0 6,18-17-24,13-3 28,8 0 14,4 6-4,2 9 33,-3 5 7,-5 6 4,-5 20 30,-9 7-4,-12 8-1,-11 7-1,-12-1-12,-23-5 9,-9-2 3,-1-9-15,3-10-2,7-10-9,10-11-6,14-1-59,11-28-159</inkml:trace>
  <inkml:trace contextRef="#ctx0" brushRef="#br0" timeOffset="189873.5928">27204 6875 892,'0'0'49,"-21"92"-3,21-48 84,0-8-39,7-11-52,23-12-19,10-13 8,12-10-20,4-24 0,-7-12-8,-4-5 10,-13-1-16,-12-2 10,-11-1-4,-9 0 0,-5 5 0,-20 10 0,-8 14 0,-7 16-1,1 10-3,0 13-13,5 17-44,13 5-53,14 3-96,7-2-376</inkml:trace>
  <inkml:trace contextRef="#ctx0" brushRef="#br0" timeOffset="190224.0636">28785 6375 1095,'0'0'8,"0"0"4,0 0 39,0 0-22,0 0-7,1 131 26,2-63-35,-1 1 9,0-4-21,-1-9-1,5-5 8,3-10-8,6-9-12,7-10-93,5-15-133,4-7-233</inkml:trace>
  <inkml:trace contextRef="#ctx0" brushRef="#br0" timeOffset="190527.1837">29125 6654 803,'0'0'106,"-11"80"-59,11-42 48,0-7 3,13-7-67,6-11-13,4-5 10,3-8-26,4 0 20,2-17-15,-3-10-4,1-8-6,-5-5 2,-6-5 1,-11-1-2,-8-1 4,-4 5-1,-20 6-1,-7 12 1,-4 13-2,-5 11-4,3 6 3,4 19 2,9 8-50,15 0-93,9 1-234</inkml:trace>
  <inkml:trace contextRef="#ctx0" brushRef="#br0" timeOffset="190910.3788">30690 6400 625,'0'0'630,"0"0"-630,0 0 0,3-74 6,18 71 5,6 3-11,-2 5 0,-5 24-4,-14 13-4,-6 11 2,-20 7 11,-15 2-5,-3-2 7,4-8-7,12-10 17,11-13-1,11-7-14,4-12 3,34-10 3,20 0-4,17-12-4,7-11-5,-3-4-58,-6-6-103,-7-4-49,-10-1-103,-12-2-58</inkml:trace>
  <inkml:trace contextRef="#ctx0" brushRef="#br0" timeOffset="191133.8183">31289 6493 548,'0'0'214,"0"0"-71,-23 92-39,23-59 14,0-5-47,8-7-22,17-8-10,8-6-19,7-7 13,3-1-14,5-21-9,-6-4 6,-6-8-15,-9-2 6,-15 1-7,-12 0 3,-2 4-8,-29 7 5,-11 8-3,-7 15-1,-2 1-14,3 17-41,5 15-83,7 5-141</inkml:trace>
  <inkml:trace contextRef="#ctx0" brushRef="#br0" timeOffset="201607.7702">24973 9204 897,'0'0'60,"0"0"38,0 0 36,0 0-76,0 0-42,-27 102 15,27-13 13,6 10 7,-6 0-45,0 1 8,0-6-14,-7-7 3,-2-14-11,2-19-29,5-17-37,2-19-73,0-18-94,7-8-204</inkml:trace>
  <inkml:trace contextRef="#ctx0" brushRef="#br0" timeOffset="202156.6148">24920 9210 684,'0'0'193,"0"0"-109,-10-92 9,7 78 6,0 6-46,2 4-1,1 1-22,0 3-21,9 0-9,27 0-1,28 0 1,29 1 2,23 1-2,8-2 0,4 0-1,-3-2-8,-7-10-5,-9-6-20,-19-2-6,-25 1 26,-29 1 13,-22 5-2,-14 3-1,-2 6 4,-15 4 12,-3 0 6,0 0 0,5 11-1,-1 10-13,5 9 13,2 11-16,2 12 1,3 12 0,1 12-1,3 5 2,0 1-3,0 0 2,0 0-3,0 1 1,4-3 0,-4-6 0,0-3 0,-13-3 0,-16-8-1,-5-8-4,-11-10 5,-10-14-2,-13-9 6,-12-9 0,-14-6-4,-8-5 0,0 0 1,11-15 1,19-4-4,25-5-5,24-4-28,14-7-108,9-1-122,14-2-453</inkml:trace>
  <inkml:trace contextRef="#ctx0" brushRef="#br0" timeOffset="202587.5109">25130 9519 566,'0'0'322,"0"0"-254,0 0-3,0 0 14,91-79-42,-49 79-11,-2 0-1,-9 18-2,-11 12 2,-12 8-13,-8 4-1,-2 0 15,-19-3-11,-3-7-12,3-6-2,9-11-1,6-6 0,6-7 0,0-2-16,7 0 2,17-9-9,6-3-3,1 3-15,-2 3-8,-7 6 33,-4 0 12,-6 20 4,-6 8 1,-6 3 36,-4 3 7,-20 0 17,-12-4-25,-3-8-15,-1-4-15,5-7-4,10-8 3,9-3-5,10-7-34,6-17-79,3-8-86,22-5-236</inkml:trace>
  <inkml:trace contextRef="#ctx0" brushRef="#br0" timeOffset="202857.2536">25530 9591 604,'0'0'175,"0"0"-60,0 113 6,0-68 10,0-5-64,7-8-16,9-9-22,4-9-2,2-10-15,4-4 2,-3-8-2,-3-17-10,-1-8-1,-4-7-1,-3-2 1,-9-5-1,-3 2 0,-3 6 0,-19 7 8,-2 13-4,-6 13 2,0 6-6,-1 12-18,0 18-39,2 10-130,7 2-328</inkml:trace>
  <inkml:trace contextRef="#ctx0" brushRef="#br0" timeOffset="204458.1519">25609 11866 776,'0'0'94,"0"0"-2,0 0 21,0 0 3,0 0-37,0 0-40,-21-43-28,21 86 8,0 17 33,0 14-28,0 4-5,0-5-17,0-7 0,0-8 0,-2-11-2,2-14-5,0-10-46,5-16-72,17-7-164,6-3-379</inkml:trace>
  <inkml:trace contextRef="#ctx0" brushRef="#br0" timeOffset="204826.8092">25903 11956 388,'0'0'321,"0"0"-192,0 0-43,0 0 5,-2 79-5,2-34-21,0-1-24,0-6-2,12-10-10,9-9-13,6-10-3,6-9-5,6 0 1,5-21-3,3-10-6,-4-7 3,-9-5-2,-7-3-1,-14 0 1,-7-2-1,-6 3 8,-9 5 9,-22 6 16,-15 12-10,-8 10-22,-7 12-1,4 0 0,8 18-11,16 8-55,14 7-68,8 2-173</inkml:trace>
  <inkml:trace contextRef="#ctx0" brushRef="#br0" timeOffset="205852.8535">25287 12782 611,'0'0'126,"0"0"-18,0 0 7,0 0-28,-14 72 1,14-72-25,-2 0-4,-2-7-6,-3-19-29,-5-13-15,-6-14-4,1-6-3,4-7 2,2-2-4,2-4 0,-1-3 1,-2-2-1,-3-2 0,-3-6 1,-5-4-1,-4 2 5,3 5 4,7 18-7,10 22 0,7 13 0,0 14-4,6 4 0,25 0-9,21 1 11,23-2 0,21 0 1,14-3 0,11-3 2,5-3-1,3-6-2,-1-7-4,-9-1 3,-14-3-3,-23 9 4,-27 9-1,-27 7 0,-20 7 0,-8 3-11,0 3 12,-2 0-1,-5 2 1,-2 18-2,5 11 1,4 14 0,0 15 1,0 15 1,20 14 1,6 11-2,8 8 0,7-2 0,2-7 0,-2-9 0,-5-10 0,-7-12 1,-13-6 0,-16-8-2,-6-1-4,-34 3 5,-23-2-3,-17-3 3,-16-8 4,-11-10-1,-4-9-1,4-11-4,7-7 2,15-6-8,10 0-46,19 0-63,12 0-38,11 0-77,11 12-143</inkml:trace>
  <inkml:trace contextRef="#ctx0" brushRef="#br0" timeOffset="206108.4955">25531 12916 792,'0'0'113,"0"0"-27,0 0 60,0 0-71,0 0-52,0 0 8,-92 121 3,43-38-13,-11 11 0,-4 8 3,-2 7-6,0-5-13,8-5-1,12-11-8,11-15-2,16-14-40,15-18-10,4-21-106,7-20-118,14-3-290</inkml:trace>
  <inkml:trace contextRef="#ctx0" brushRef="#br0" timeOffset="206907.1792">24368 14026 896,'0'0'29,"0"0"23,0 0 27,0 0-44,-42 119 20,60-33-10,10 14-7,6 3 8,2-4-26,-6-7-18,-9-15-2,-5-13 2,-5-15-6,-4-18-3,-1-15-41,-2-16-20,-1-8-45,4-30-29,-4-17-152,-3-14 73,0-7 80,-8-7 115,-16-3 26,-9-3 80,-3 0 15,1 6 30,2 8-19,6 13 2,9 15-20,9 10-10,9 13-34,0 6-16,15 3-5,24 5-6,15-2 0,19 2 1,16-2 14,14-6 1,12-3-7,7-6-5,-2-3-9,-8 2-9,-15-1 5,-21 5-7,-27 8 6,-22 4-5,-17 8-2,-8 1 4,-2 3 15,0 0 2,0 0-12,0 3-7,-3 18 3,3 13 0,0 14 0,0 14 1,6 9-6,6 3 4,2 2-2,0 4 0,2 0 1,-2 1-3,-1 1 3,-8-5-3,-5-2 0,0-6-2,-27-3-3,-12-5-1,-16-6 1,-9-3 4,-12-5-2,-8-6 3,0-9 0,-4-9 3,7-10-2,10-13-1,10-2-5,18-25-40,11-14-91,15-5-12,12-5-311</inkml:trace>
  <inkml:trace contextRef="#ctx0" brushRef="#br0" timeOffset="207330.8606">24738 14225 990,'0'0'27,"0"0"4,0 0 4,0 0 27,107-75-18,-58 75-5,-3 2-7,-13 22-10,-16 8-18,-12 6 5,-5 3-6,-11 0-1,-13-4 3,3-6-4,2-11 2,11-8-3,5-9-19,3-3-25,0 0-13,6-13-19,10-1 17,1 0 39,2 7 20,-2 4 7,-1 3 18,-2 6 15,-4 14 21,-6 7-25,-4 4-6,0 0-9,-17-1 2,-6-5-12,1-4-11,1-6 5,3-8-5,6-5-20,4-2-46,5-14-83,3-15-83,0-7-301</inkml:trace>
  <inkml:trace contextRef="#ctx0" brushRef="#br0" timeOffset="207612.769">25073 14315 667,'0'0'105,"18"76"-60,0-34 51,6-6-13,6-6-19,17-2-22,13-1-13,6-8-2,-2-6-24,-18-13 4,-16-8-5,-9-20 0,-11-10 13,-1-4-12,-9-1-1,0 0 36,-22 3 27,-14 0-49,-7 5-9,1 7 0,-3 9-7,8 16-5,4 3-16,6 13-54,6 11-73,2 0-12,4-4-274</inkml:trace>
  <inkml:trace contextRef="#ctx0" brushRef="#br0" timeOffset="208846.6474">26488 12481 314,'0'0'336,"0"0"-248,0 0 14,0 0 7,0 0-44,0 0-46,1 17-11,29 35 24,7 23 15,8 15-11,1 9 2,9 5-2,5 2-7,3-2-16,2-3-8,3-4 7,-7-9-11,-8-9-1,-14-13 0,-13-15 0,-13-13-3,-9-9 2,-4-10-18,0-6-38,-4-8-18,-12-3-58,-2-2-61,0 0-156</inkml:trace>
  <inkml:trace contextRef="#ctx0" brushRef="#br0" timeOffset="209776.8213">26944 14433 963,'0'0'20,"0"0"-13,0 0 44,-66 80-8,62-61 1,4-7-4,0-4-6,0-3-8,0-5 3,0 0-5,0 0 7,0-18 7,-4-18-22,2-13-8,2-14-8,0-10-1,0-4 1,0-7-9,0-2-1,0-3 2,-3 2 6,-9 9 0,-3 16 2,2 17 4,1 12-4,1 13 0,4 4 0,2 6 2,2 4-2,3 4 9,0-1-9,6-3-1,24-1 0,21-3 2,17-4 3,19-5-4,16-9 1,15-4-1,12-4 0,6-6-2,5 3 2,-8-2 2,-6 3-2,-14 4 1,-20 7 2,-24 6-3,-27 9 0,-18 3 0,-18 3 0,-6 5-4,0 1 4,0 0 11,-13 0-11,-4 10 2,-3 14-2,-1 8-4,0 9 4,5 8 0,7 8-4,2 4 2,7 2-2,0 5 3,8 0 1,7 4 0,0 1 0,-6-3-2,-8-3-2,-1-9 2,0-5 0,-16-1 1,-14-1-9,-11 0-12,-9-4 20,-8 0 2,-14-1 1,-14-4-1,-17-1 1,-14-6 0,-7-4 9,2-5-2,6-7 14,13-9-15,15-6-5,18-4 3,19 0-5,21-8-5,17-11-12,13-8-17,18-9-40,22-3-81,12-5 2,5-1-149,-1-2-172</inkml:trace>
  <inkml:trace contextRef="#ctx0" brushRef="#br0" timeOffset="210275.0562">27286 13947 593,'0'0'260,"0"0"-200,33-83-30,-8 55 20,6 4 1,2 5-5,0 14 6,-6 5-13,-7 28-25,-12 21-1,-8 12-10,0 5 31,-12-2 0,-3-9-25,5-10 0,8-11-3,2-15-4,9-10 0,19-9-2,10-7-2,8-21-8,5-8-32,-4-4-21,-6-1-16,-11-2 34,-11 2 22,-12 7-2,-7 9 21,0 16 4,0 9 18,-11 11 23,0 19-11,2 7 21,6 3-11,3-2-12,3-7-14,21-9-3,13 0-7,10-8 0,2-10 2,-3-4-5,-9-13 3,-7-18-1,-6-7 5,-1-6-5,-7-2 27,-9-1-11,-7 2-8,-9 5 6,-25 6 9,-9 9-26,-14 14 0,-10 11-2,-5 17-52,-5 23-70,1 9-222</inkml:trace>
  <inkml:trace contextRef="#ctx0" brushRef="#br0" timeOffset="234836.9887">29965 9838 439,'0'0'102,"0"0"-36,0 0 68,5-91-45,-5 63-46,0-4-7,0-2-28,0-1 12,0-6-12,0-1 4,0-8-1,0-7 5,0-11-11,0-7 7,0-3 12,-9 2-4,1 4-7,0 10-9,4 12 35,4 16-29,0 12-8,0 11 15,0 4-16,2 2-1,11 3 0,4 2-1,4 0 0,2 0 1,4 0 0,4 0-1,8 0 4,9 0-3,14 0 0,15-6-4,15-4 3,18-2-34,16-4 9,11-1 11,16 0-9,8-3 0,9-1 15,6 0 0,1 1-12,1-1 14,-15 1 7,-13-1-8,-14 0 11,-22 0-3,-17 1 0,-16-1 9,-18 0-8,-14 1-1,-18 3 0,-12 3-3,-8 4 9,-9 5-2,-2 3 13,0 1-11,0 1 13,0 0-14,-5 0-4,-2 0-1,0 10 2,-1 9-2,-4 14 1,3 13 1,0 15 2,0 11-3,4 11-1,5 7 0,0 7-1,5 1 0,13 0 1,2-7-9,-4-9 9,0-11-1,-8-12-3,-8-14 2,0-6 0,-8-7-2,-15-4 0,-7-4-1,-9-2 2,-9 0 3,-10-3 0,-12 0-1,-16-3 4,-18 0 0,-21-2-3,-18-1 8,-14 0-2,-10 3 0,-4 1-4,0 5 21,9-4 15,11-1 0,9-4-6,11-5-22,12-7-6,16-1-4,21 0 8,19-11-9,14-3 1,13-2-17,11-2-28,14 0-23,11-1 3,0 0-53,21-4-155,18-2-15</inkml:trace>
  <inkml:trace contextRef="#ctx0" brushRef="#br0" timeOffset="235226.9977">31074 8836 601,'0'0'12,"0"0"57,0 0 43,0 0-6,0 0-57,0 0-16,-29-31-18,26 62-15,2 21 0,-1 26 11,2 15-7,0 12 13,0 2-4,0-6 2,0-9 17,0-17-21,3-16-5,3-10-6,1-12 3,3-13-8,-1-14-62,3-10-104,4-6-255</inkml:trace>
  <inkml:trace contextRef="#ctx0" brushRef="#br0" timeOffset="235476.6837">31663 8760 852,'0'0'67,"0"0"-46,0 73-19,-3-2 30,-6 15 7,0 10-2,3 6-20,3 2 1,2-4 10,1-8-27,0-13-1,0-17-19,0-14-116,0-15-316</inkml:trace>
  <inkml:trace contextRef="#ctx0" brushRef="#br0" timeOffset="236558.9988">30441 11438 851,'0'0'18,"0"0"-7,0 0 73,0 0-10,0 0-50,0 0-5,-7-93-2,7 52-11,0-3 9,0-6-15,-2-11 4,-7-3-18,-1-7 8,-5-4 1,-3 7 1,2 9 4,1 14 0,3 15 0,6 11 0,3 11 6,3 5-2,0 3-4,13 0-1,25 0-1,23 0 2,27 0-1,22 0 5,15-11-6,16-7 2,7-8 0,4-4-8,1-6 1,-2-5 1,-5-3-3,-10 2-16,-14 2 20,-19 7 2,-25 4 3,-28 8-7,-23 10 6,-15 7 1,-12 2 0,0 2 3,-3 0-7,-16 16 6,-1 9-2,0 12 6,-1 12-2,4 6-3,3 9-1,-2 5 4,3 0-3,6 2-1,5-1 0,2-1-3,6-3 5,12-2-2,0-9 0,-2-6 5,-5-7-6,-5-9 1,-6-5-10,0-5-12,-8-3-3,-20-5 25,-11-2 2,-18 0 5,-13-1-6,-16 0 5,-20 1-2,-17 1 10,-15-1-11,-11 2 0,1 0 7,11 2 2,16 2 13,24-3 13,22 0-27,21-6 4,23-6-15,16-4-2,14 0 1,1-16-75,25-7-8,11-10-94,10-2-281</inkml:trace>
  <inkml:trace contextRef="#ctx0" brushRef="#br0" timeOffset="236783.3596">31227 10556 993,'0'0'50,"0"0"6,0 0-3,0 0-29,0 109 7,0-34 3,0 9-30,3 7 7,7 5-11,-2 0 5,0-2-5,-2-6-71,-2-13-162</inkml:trace>
  <inkml:trace contextRef="#ctx0" brushRef="#br0" timeOffset="237650.5646">30811 12869 166,'0'0'766,"0"0"-736,0 0-5,0 0 38,-65-80-26,56 43-24,1-4 5,0-3-16,0-4 3,-1-5 0,0-4-2,2-1-2,2 5-2,5 8 5,0 8-4,0 7 6,0 8-1,3 4 0,10 3-5,4 4 1,5 1-3,9 1 3,10 1-1,14 1 0,15 0 5,17 0-5,11 0 0,14-3 2,4-3-8,0-4 13,-6-5-7,-10-1 3,-17 1 0,-17 0 0,-20 7-3,-18 5 0,-13 4 4,-12 5-4,-3 1-4,0 0 4,-7 8 0,-7 12 0,-2 7 1,1 4 1,2 4 3,5 6-3,4 3-2,0 4 3,4 3 1,0 0-4,0 0 0,8 0-2,7-1-3,1-2-26,2-3 31,2-1-3,2 10 5,-1-2-4,-8-4 2,-11-9-20,-2-13-6,-21-7 25,-13-2 1,-13 2 24,-12 2-11,-17 0 3,-17 3-16,-14-3 3,-19-2 2,-6-4-5,2-5-46,18 4 0,18-3-130,26-7-238</inkml:trace>
  <inkml:trace contextRef="#ctx0" brushRef="#br0" timeOffset="238737.3554">29685 9753 859,'0'0'51,"0"0"66,0 0-48,0 0 4,0 0-66,0 0 4,65-17-11,-26 12-2,1 5-14,-2 0-131,-7 5-66,-9 18-160</inkml:trace>
  <inkml:trace contextRef="#ctx0" brushRef="#br0" timeOffset="238957.0322">29510 11301 850,'0'0'9,"0"0"22,134 3-28,-54-29 19,11-4-22,3 1-124,-6 11-411</inkml:trace>
  <inkml:trace contextRef="#ctx0" brushRef="#br0" timeOffset="239275.0916">30235 12824 868,'83'-55'0,"13"-6"-303</inkml:trace>
  <inkml:trace contextRef="#ctx0" brushRef="#br0" timeOffset="251656.6925">7577 11365 916,'0'0'12,"0"0"19,0 0 51,0 0-24,0 0-23,0 113-8,15-31 15,0 9-20,1 2-22,-1-1 1,-1-10 2,4-7-3,-5-13-34,-1-14-34,3-11-80,-2-17-11,-2-15-160</inkml:trace>
  <inkml:trace contextRef="#ctx0" brushRef="#br0" timeOffset="251919.0379">7626 11497 436,'0'0'96,"0"-110"39,11 68-19,11 9-43,6 15-10,5 11-34,3 7-20,3 0-4,-3 20 14,-6 8 10,-8 6-18,-10 4 0,-12 2-4,-3 0 1,-25 6-3,-11 0-5,-3-3-45,6-10-49,9-9-138,8-14-87</inkml:trace>
  <inkml:trace contextRef="#ctx0" brushRef="#br0" timeOffset="252536.6327">8287 11314 709,'0'0'133,"0"0"-48,0 0-3,-42-74-18,25 60-41,3 3 0,-4 7-15,5 4-6,-2 4 2,0 23-3,2 10-2,5 8 1,5 3 0,3-6-2,0-2 2,3-9 0,9-10-4,0-6 0,3-9-3,-3-6 5,-3 0-5,0-4 7,-2-13 4,-1-6-3,0 0 3,0-3-3,2 3-1,2 5 0,-1 7-1,2 7-2,0 4 2,3 5-10,2 20 10,1 12-6,2 14 7,5 11 0,-3 6-2,6 8-29,4 2 31,-1 1 2,-3-2 25,-8-6-27,-13-12 13,-3-13 25,-3-13-18,0-16 5,0-11-5,0-6-8,0-14 40,0-18-36,-9-8-6,-1-8-4,4-4-4,0-2-2,4 0 0,2 5-32,0 5-26,5 6-28,8 11-37,2 10-239</inkml:trace>
  <inkml:trace contextRef="#ctx0" brushRef="#br0" timeOffset="252716.7815">8778 11616 459,'0'0'610,"0"0"-517,0 0-7,0 0-54,0 0-32,0 0-125,6-28-316</inkml:trace>
  <inkml:trace contextRef="#ctx0" brushRef="#br0" timeOffset="253126.664">9068 11390 694,'0'0'159,"0"0"-44,0 0-21,0 0-51,0 0-32,0 0-7,-3 107 10,17-39 1,-1 6-12,-2-4-3,0-5 5,-7-10-5,2-13-5,-1-12-62,2-15-33,-4-12-35,0-3-150,-3-18-96</inkml:trace>
  <inkml:trace contextRef="#ctx0" brushRef="#br0" timeOffset="253356.8545">9069 11397 270,'0'0'45,"6"-104"19,17 64 7,5 13 17,3 15-18,2 12 4,-3 3 9,3 26 0,-9 15-26,-5 4-19,-10 4-12,-9-1 8,0-5-7,-22-2-19,-3-8-3,2-11-5,5-11-50,15-12-31,3-2-202,0-20-237</inkml:trace>
  <inkml:trace contextRef="#ctx0" brushRef="#br0" timeOffset="253656.6358">9423 11413 646,'0'0'68,"0"0"27,43 87 15,-24-71-34,-1-9-16,2-7-29,-1 0 5,1-20-8,-3-4-26,-2-5 8,-6-1-6,-4-4 6,-5-1 2,0-1-12,-11 3 2,-13 1 4,-7 8-5,1 10-1,-3 12 0,2 2-12,3 19-2,4 12-45,3 5-6,12-1-14,6-2-137,3-7-388</inkml:trace>
  <inkml:trace contextRef="#ctx0" brushRef="#br0" timeOffset="253938.5155">9715 11108 827,'0'0'103,"0"0"-36,0 0-5,0 0-54,7 74 25,-2-26-3,6 5-11,0-2-14,-2-6 8,2-6-13,-1-4 4,1-10-9,-2-7-34,0-7-82,-1-7-63,0-4-215</inkml:trace>
  <inkml:trace contextRef="#ctx0" brushRef="#br0" timeOffset="254176.7424">9912 11058 287,'0'0'595,"0"0"-494,0 0-15,0 0 0,0 0-56,0 0-1,9 109 7,-9-55-27,0-2 0,0-4-6,0-3 0,0-7-6,3-4-37,9-5-119,4-9-85</inkml:trace>
  <inkml:trace contextRef="#ctx0" brushRef="#br0" timeOffset="254606.7858">10273 10958 848,'0'0'48,"0"0"-17,0 0 12,-79 93 43,65-40-3,6 3-44,8 5 3,0-3-18,11-5-7,14-6-9,6-11-7,10-7-2,9-9-26,8-11-89,3-9-37,2 0-325</inkml:trace>
  <inkml:trace contextRef="#ctx0" brushRef="#br0" timeOffset="254888.925">10731 10895 574,'0'0'65,"0"0"57,0 0-38,0 0-45,0 0 10,112-13-11,-73 47 0,-6 12 1,-5 10-11,-9 4 13,-14 5-20,-5 4-10,-12-2 2,-20-5-13,0-9-86,5-9-33,8-10-337</inkml:trace>
  <inkml:trace contextRef="#ctx0" brushRef="#br0" timeOffset="255819.4877">11784 10915 921,'0'0'51,"0"0"3,0 0 27,0 0-23,0 0-41,0 0-17,-1-17-5,1 37-19,0 9-64,4 9-89,-4 3-409</inkml:trace>
  <inkml:trace contextRef="#ctx0" brushRef="#br0" timeOffset="256017.7604">11859 11428 730,'0'0'374,"0"0"-369,0 0 14,-43 109-16,31-66-3,4 2-45,1-5-465</inkml:trace>
  <inkml:trace contextRef="#ctx0" brushRef="#br0" timeOffset="257354.1541">8026 12866 907,'0'0'30,"0"0"-1,-4 98-17,4-30 41,0 5-22,7 1-21,-1-3-7,-1-9-6,-1-8-26,1-12-47,2-12-74,-1-15-195</inkml:trace>
  <inkml:trace contextRef="#ctx0" brushRef="#br0" timeOffset="257590.3103">7914 12934 321,'0'0'302,"42"-82"-193,-5 58-37,4 8 5,-1 13-10,-6 3-24,-4 9 6,-9 20-7,-15 7-25,-6 11 7,-9 3-14,-24 0 2,-4-4-12,-2-7-29,11-10-34,16-11-12,10-8-90,2-7-187</inkml:trace>
  <inkml:trace contextRef="#ctx0" brushRef="#br0" timeOffset="258118.9571">8583 12828 409,'0'0'89,"0"0"44,0 0 27,0 0-68,-90-66-27,54 66-46,-2 16-9,5 17-10,3 11 2,10 4 0,7 2 8,7-7-3,6-5 4,0-8-8,8-12-3,8-8 0,1-10 5,0 0-2,-3-11-1,2-11 5,-4-3-5,-2-2-2,1-1 6,0 0 9,0 4 11,-2 8-20,0 13-6,5 3-3,1 18-20,2 15 16,0 14 6,-2 9-8,-3 5-14,-2 4 13,-1-5 10,-3 0 1,0-5-1,-6-7 8,0-6 17,0-12 8,0-12-22,0-8 16,0-10-8,0 0 11,0-7 23,0-17-16,0-10-26,0-7-9,0-7-2,0-2-12,0-3-77,16 4-69,7 5-221</inkml:trace>
  <inkml:trace contextRef="#ctx0" brushRef="#br0" timeOffset="258267.8486">8888 12931 180,'0'0'787,"0"0"-752,0 0-24,0 0-11,0 0-11,0 0-229</inkml:trace>
  <inkml:trace contextRef="#ctx0" brushRef="#br0" timeOffset="258537.056">9200 12783 1256,'0'0'15,"0"0"-9,0 0-6,0 0-5,2 90 5,13-30 1,1 1 6,-4 3-6,-4 0-2,-1-1 1,-4-7-16,0-12-50,-3-15-82,0-18-2,0-11-156,0-6-276</inkml:trace>
  <inkml:trace contextRef="#ctx0" brushRef="#br0" timeOffset="258752.8097">9181 12807 187,'0'0'11,"25"-96"86,1 69 53,-1 15 33,-1 12-17,0 0-80,0 25-5,-8 9 1,-4 8-7,-9 6-21,-3-4-26,-5-2-4,-18-5-10,-6-6-12,4-6-2,7-9-12,9-9-96,9-7-120,0 0-299</inkml:trace>
  <inkml:trace contextRef="#ctx0" brushRef="#br0" timeOffset="259077.0133">9537 12858 794,'0'0'12,"0"0"11,0 0 91,45 78-43,-27-76-29,3-2-19,2-2-17,2-17 4,-1-5-10,-3-4 0,-2-6 8,0-1-7,-8-2-1,-7 1 11,-4 7 23,0 1-17,-18 5-10,-9 5 6,-4 7-2,0 11-11,-1 0-1,3 18 0,3 16-9,6 7-6,3 4-37,7 1-19,5-5-37,5-4-201</inkml:trace>
  <inkml:trace contextRef="#ctx0" brushRef="#br0" timeOffset="259345.8306">9915 12481 88,'0'0'953,"0"0"-941,0 0-12,0 0 8,0 0 5,0 0 2,22 76 0,-16-19-14,0 2 7,2-6-1,-1-1-1,2-12-5,3-6-1,6-4-25,-3-11-52,3-4-58,-6-13-276</inkml:trace>
  <inkml:trace contextRef="#ctx0" brushRef="#br0" timeOffset="259526.6034">10079 12465 905,'0'0'75,"0"0"15,0 0-5,0 0-75,0 0 30,21 95-17,-15-39-19,-6 4-4,0-3-23,0-4-125,0-8-165</inkml:trace>
  <inkml:trace contextRef="#ctx0" brushRef="#br0" timeOffset="259904.9493">10465 12392 761,'0'0'107,"0"0"-33,0 0-37,0 0-1,0 0 44,-50 116-17,41-60-12,3 5-16,4-2-13,2-7-7,0-10-12,6-9-3,11-10 4,10-8-4,7-6-55,5-6-130,1-3-274</inkml:trace>
  <inkml:trace contextRef="#ctx0" brushRef="#br0" timeOffset="260222.898">10813 12278 967,'0'0'0,"0"0"-7,0 0 5,87-37 4,-56 37 2,0 23-2,-5 16 4,-7 11 23,-10 10-20,-9 4 1,0 0 9,-10 2-16,-13-6 0,-4-6 0,-1-10-3,9-12-32,4-10-81,12-10-242</inkml:trace>
  <inkml:trace contextRef="#ctx0" brushRef="#br0" timeOffset="260455.0621">11634 12105 900,'0'0'39,"0"0"-31,0 0-8,0 0-1,0 0-3,0 0-48,0 0-357</inkml:trace>
  <inkml:trace contextRef="#ctx0" brushRef="#br0" timeOffset="260637.0949">11640 12721 795,'0'0'453,"-42"86"-453,18-34-80,0 6-109,0-2 163,8 0-822</inkml:trace>
  <inkml:trace contextRef="#ctx0" brushRef="#br0" timeOffset="262885.0047">4510 11912 943,'0'0'8,"0"0"13,0 0 78,0 0-35,0 0-59,-15 107 0,15-36-1,7 0 0,11-9-4,0-14 1,3-14-5,7-13 4,4-11 0,5-10 7,2-6-7,4-22-14,-4-10-29,-8-6-26,-10 0 20,-9 0 35,-7 3 14,-5 6 2,0 8 0,0 13-2,0 10 0,0 4 0,0 18-18,0 15 17,0 5 1,0 0 6,3-5-2,1-5 1,-1-6 7,-3-5-6,0-7 13,0-5-14,0-5-3,0 0 7,0-7-9,0-18-6,1-7-50,2-7 38,2-7 3,1-3-17,3-2-23,4 4 2,4 11 24,5 13 29,0 18 10,-1 5 16,-3 29 26,-3 18 20,-6 8-48,0 3-2,-6-5-21,-3-3 2,0-9-3,0-7-4,0-11-77,5-13-241</inkml:trace>
  <inkml:trace contextRef="#ctx0" brushRef="#br0" timeOffset="263120.1595">5132 11565 845,'0'0'26,"0"0"-14,0 130 45,3-55 33,3 9-15,0 5-23,0-4-26,1-10-23,5-17 0,6-19-3,0-16-11,7-13-32,-1-10-48,0 0-83,-9-15-211</inkml:trace>
  <inkml:trace contextRef="#ctx0" brushRef="#br0" timeOffset="263287.7739">5202 11987 932,'0'0'53,"0"0"-20,0 0 13,83-28-14,-50 15-15,-3 0-17,0 3-6,-12 2-100,-5 3-291</inkml:trace>
  <inkml:trace contextRef="#ctx0" brushRef="#br0" timeOffset="263504.3167">4605 11531 945,'0'0'14,"0"0"5,0 0-5,0 0-14,0 0-79,0 0-225</inkml:trace>
  <inkml:trace contextRef="#ctx0" brushRef="#br0" timeOffset="264006.6997">5906 11735 679,'0'0'0,"0"0"0,0 0 75,0 0-2,-85 60-22,73-15-16,2 6-20,7-2 15,3-4-14,0-9 4,0-11-16,3-7 0,7-9-8,2-7 8,2-2-1,2-4-3,-1-16-12,-2-7-36,-2-4 16,2-3 12,-2 0 20,1 3-1,1 6 2,-4 10 26,6 12-10,-5 3 8,-1 22-10,3 13 22,-3 4-8,2 1-25,2-5-4,2-6-1,9-8-39,4-7-42,2-7-235,0-7-173</inkml:trace>
  <inkml:trace contextRef="#ctx0" brushRef="#br0" timeOffset="264172.867">6351 11850 940,'0'0'0,"0"0"-3,0 0-1,0 0 2,0 0-232</inkml:trace>
  <inkml:trace contextRef="#ctx0" brushRef="#br0" timeOffset="264334.7243">6387 12048 969,'0'0'50,"0"0"-19,0 0 44,0 0-32,0 0-43,83 0-32,-41-26-298</inkml:trace>
  <inkml:trace contextRef="#ctx0" brushRef="#br0" timeOffset="265276.9919">4853 13496 546,'0'0'81,"0"0"9,-21-80 13,16 58-15,1 5-5,0 9-9,1 8-16,0 5-11,1 29-30,2 18-13,0 13 25,5 0-11,11-7 1,5-13-3,0-12-14,4-12 5,5-16-7,4-5 0,5-11-3,1-19-4,-5-5-60,-7-1-43,-8-1 4,-10 2 63,-9 2 25,-1 7 18,0 7 2,-3 6 1,-1 11 3,4 2 15,0 12-19,0 13 10,0 7 11,0-1-2,0-3 13,0-4-3,0-6 6,0-5 3,0-5-12,0-3-6,0-5-3,-3 0-11,-1 0 8,-4-17-16,-1-7-24,4-8-37,-2-4-10,3-7 38,1-3-13,3-2-25,0 3 23,22 7-4,11 11 15,3 16 37,-2 11 11,-1 4 25,-3 25 1,-2 13 17,-4 4-7,-5 4-7,-4 0-8,-7-3 0,-8-4-28,0-4-4,-3-9-70,-17-8-210</inkml:trace>
  <inkml:trace contextRef="#ctx0" brushRef="#br0" timeOffset="265456.9418">4692 13065 715,'0'0'267,"0"0"-214,0 0 1,0 0-32,0 0-22,0 0-113,80-19-228</inkml:trace>
  <inkml:trace contextRef="#ctx0" brushRef="#br0" timeOffset="265672.7461">5496 12997 969,'0'0'17,"0"95"-13,0-25 45,-1 7 45,1 2-46,0-4-24,5-6-18,10-10-4,9-12-4,4-15-9,-2-17-83,-5-15-85,-8-5-269</inkml:trace>
  <inkml:trace contextRef="#ctx0" brushRef="#br0" timeOffset="265850.5634">5463 13343 973,'0'0'68,"0"0"-66,0 0 11,0 0 4,94-1-17,-24-2-18,11 0-85,13-3-81,0 2-269</inkml:trace>
  <inkml:trace contextRef="#ctx0" brushRef="#br0" timeOffset="266299.7869">6342 13020 1102,'0'0'13,"0"0"-6,0 0-7,0 0 23,0 0-23,0 0 0,-55 75 0,68-17 10,-1-2 2,-6-2-10,-1-8 6,-5-8 0,0-9-8,0-14 6,0-8-6,0-7 0,4 0 6,2-17-6,3-12-12,3-5-21,4-4-50,1-2-44,2 7-23,5 4-59,1 12 76,1 10 133,1 7 30,-4 3 42,0 19 45,-4 10-10,-7 1-3,-6 3-28,-6-1-19,0-7 16,-8 2-32,-20-5 5,-8-2-15,-2-5-18,2-7-2,6-5-10,6-6-1,5 0-14,4-17-131,4-10-114,8-4-276</inkml:trace>
  <inkml:trace contextRef="#ctx0" brushRef="#br0" timeOffset="266512.2616">6856 13161 1055,'0'0'31,"0"0"-26,0 0-10,0 0 3,0 0-25,0 0-141,94 14-324</inkml:trace>
  <inkml:trace contextRef="#ctx0" brushRef="#br0" timeOffset="266670.85">6870 13438 986,'0'0'28,"0"0"-4,0 0 24,0 0-29,0 0-19,82-22-141,-45-4-672</inkml:trace>
  <inkml:trace contextRef="#ctx0" brushRef="#br0" timeOffset="269122.6915">5660 14730 959,'0'0'35,"0"0"-31,0 0 1,0 0 7,-18 117-7,18-52 0,5 6 9,14-6-5,3-10 14,1-14-19,11-15-3,0-13-1,8-12 0,3-1-30,3-18 14,-8-14-51,-7-9 12,-9-4-37,-11-3 47,-9 1 21,-4 7-56,0 11 80,0 12 0,0 10 12,0 7 50,0 0-26,0 19-24,0 6 41,0 4-31,0 1 14,0-5 2,0-6-27,-4-8 13,-2-5-17,6-6-6,0 0 12,0-9-13,0-18-15,0-6-13,4-7 9,1 1 14,1 0 3,3 9 2,9 4-3,7 9 11,12 10 13,2 7 18,0 9 32,-2 16-25,-11 6-41,-5 1-3,-11 1-4,-7-1-16,-3-2-42,0-3-73,-10-8-203</inkml:trace>
  <inkml:trace contextRef="#ctx0" brushRef="#br0" timeOffset="269376.8013">5857 14466 699,'0'0'2,"0"0"16,0 0-15,0 0 8,-12 82-5,-3-75-6,3-5-23,0-2-3,5-2-2,2-13-46,1-5 15,4-3 30,0 1-41,0 4-45,4 4-108</inkml:trace>
  <inkml:trace contextRef="#ctx0" brushRef="#br0" timeOffset="269586.8587">6576 14495 690,'0'0'155,"0"110"-117,1-45 46,4-5 19,1-6-66,5-8-24,5-10-13,2-11-3,0-11-27,-3-10-100,-5-4-231</inkml:trace>
  <inkml:trace contextRef="#ctx0" brushRef="#br0" timeOffset="269740.6191">6486 14754 1004,'0'0'62,"0"0"-49,0 0 5,0 0-18,80-47-36,-21 24-62,17-4-168</inkml:trace>
  <inkml:trace contextRef="#ctx0" brushRef="#br0" timeOffset="270689.167">7386 14807 671,'0'0'89,"0"0"-3,0 0 48,0 0-48,0 0-13,0 0-35,5-24-22,4 2 1,7-6-16,-1-7 8,3-6-9,0-5-3,-2-3-14,-7 3-2,-6 2-18,-3 5 16,0 7-26,-6 10 5,-1 9 29,2 9 1,4 4 6,1 3-16,0 19 16,7 9 3,12 6 3,4 1 0,1-1 10,0-2-8,-2-4 23,-7-1 6,0-4-4,-8 0 0,-4-5-16,-3-2 12,0-3-7,0-3-13,-4 0-2,-6-5-1,2 0-14,-1-7-44,3-1-47,3 0-234</inkml:trace>
  <inkml:trace contextRef="#ctx0" brushRef="#br0" timeOffset="271565.1606">7752 14377 781,'0'0'5,"0"73"15,1-23 82,8 2-7,6-3-41,-3-9-2,7-6-4,-5-8-27,-2-5-13,6-7 3,-6-7-5,2-4 0,0-3-6,-1 0 4,-1-5-11,-1-11 7,-1-11-24,-1-4 2,-3-6-38,0-1 35,0 4-2,-3 8 26,-2 9-4,1 12 5,1 5-1,0 16-6,8 10 7,3 7 10,3-3 8,7-5-13,1-8 34,5-7-22,0-9 0,-2-1-1,0-3-14,-1-15-4,-6-4-2,-3-4-58,-7-1 42,-7-1-19,-4 1 17,0 5 18,0 7-9,0 8 13,0 7 0,0 0 0,0 17 13,3 2 15,1 1-6,-2-4 22,-2-3-25,0-5 1,0-3-9,0-5-9,0 0 11,0 0-11,0-12-2,0-6-8,0-4-53,-2-5 10,2-4 11,0 0-3,0 4 34,12 4-3,11 12-6,2 11 18,1 0 48,2 22-13,-1 7-8,-5 3-5,0-2 11,-8-3 13,-5-3-11,-2-6-9,-4-3-24,-3-6 6,0-5 0,0-4-5,0 0 5,0-3-8,0-14-6,0-6-9,0-7-26,0-7 4,0-4-4,0 2-15,3 4 34,11 9-16,11 15 25,6 11 13,2 7 36,0 24-1,-2 11 10,-2 6-39,-4 4 31,-4-1-1,-6 0-27,1-2-9,-2-8-30,0-7-87,0-10-149</inkml:trace>
  <inkml:trace contextRef="#ctx0" brushRef="#br0" timeOffset="271717.0043">8953 14357 905,'0'0'0,"0"0"-31,0 0 29,82-19-152,-61 18-345</inkml:trace>
  <inkml:trace contextRef="#ctx0" brushRef="#br0" timeOffset="271871.5898">9105 14523 918,'0'0'89,"0"0"-37,0 0 45,0 0-62,0 0-7,0 0-28,58 59-3,-4-62-149,10-12-231</inkml:trace>
  <inkml:trace contextRef="#ctx0" brushRef="#br0" timeOffset="272358.7434">10095 14067 573,'0'0'358,"0"0"-347,0 0 4,0 0 7,-95-72 31,70 68-38,-2 4-8,-6 13 11,3 19 0,0 15 17,5 6-5,10 2-18,8-1 5,7-10-17,0-9 0,5-11-1,12-11 1,7-9-3,4-4-38,2-1-48,0-18-13,-3-6-86,-8-6-17,-1-5 99,-4-1 52,-3 3 54,-5 1 90,-1 7 119,-4 12-33,-1 12-87,2 2-30,-1 25-33,4 12 3,5 6 17,7 3-9,5-6-36,8-4 9,3-8-10,6-7-32,2-8-59,-2-6-80,0-7-188</inkml:trace>
  <inkml:trace contextRef="#ctx0" brushRef="#br0" timeOffset="272555.3392">10540 13954 156,'0'0'951,"0"0"-933,0 0-14,0 0 12,0 89 15,0-34-7,0 0-24,0-3 4,2-6-13,2-8-35,0-7-123,-4-11-171</inkml:trace>
  <inkml:trace contextRef="#ctx0" brushRef="#br0" timeOffset="272706.5317">10416 14283 984,'0'0'95,"0"0"-22,0 0-14,0 0 0,0 0-55,0 0-4,68-79-11,-18 55-139,10-6-91,7-2-446</inkml:trace>
  <inkml:trace contextRef="#ctx0" brushRef="#br0" timeOffset="273293.5841">10946 13809 809,'0'0'0,"0"0"0,0 0 28,-7 83 31,7-35-12,0 3-30,10 1-11,-4-1 11,-2-2-8,-4-6 6,0-8-3,0-10-11,0-9 25,0-9-25,0-7 4,0 0 13,0-13-9,8-12-9,1-5-20,7-4-57,-2-1 25,5 1-84,5 5-78,4 6 23,5 10 53,3 10 138,1 3 115,-1 7 2,0 15 8,-5 8-11,-7-1-15,-11 3-39,-11 0-33,-2-6 19,-16-2 21,-16-1-14,-8-6-12,-8-3-33,5-6-8,4-8 2,8 0-2,5-4-59,10-16-75,7-5-195</inkml:trace>
  <inkml:trace contextRef="#ctx0" brushRef="#br0" timeOffset="273511.2343">11744 13803 1019,'0'0'29,"0"0"-29,0 0-9,0 0-52,0 0-138,0 0-532</inkml:trace>
  <inkml:trace contextRef="#ctx0" brushRef="#br0" timeOffset="273732.8545">11757 14218 1158,'0'0'41,"0"0"-25,-46 92-16,30-50 0,0 4-1,5 11-124,5 1-135</inkml:trace>
  <inkml:trace contextRef="#ctx0" brushRef="#br0" timeOffset="288506.7133">7778 16253 1187,'0'0'8,"0"0"-5,0 0 14,0 0 38,0 0-18,0 0-34,-11 120 2,30-28 14,1 6-5,-3-3-2,-3-9-12,-2-6 0,-2-12-8,-2-16-42,-1-13-65,-4-23-127,-3-14-183</inkml:trace>
  <inkml:trace contextRef="#ctx0" brushRef="#br0" timeOffset="288730.58">7862 16239 682,'0'0'25,"0"0"16,93 5 41,-71 32 8,-10 8-39,-12 9-37,-3-1 5,-24 0 15,-4-5-30,-2-10-3,6-9-1,8-10-13,4-13-68,7-6-229</inkml:trace>
  <inkml:trace contextRef="#ctx0" brushRef="#br0" timeOffset="289267.85">8562 16181 723,'0'0'127,"0"0"-86,0 0 25,-88-23-20,64 23-42,3 0-2,0 22-1,2 13-1,2 13 0,4 5 5,6 1 0,2-3-3,5-11 4,0-13-3,6-10-3,4-10 0,1-7 0,-2 0 2,1-22 7,-1-7-3,-1-7-2,2-5-2,2 2 1,0 0-3,1 9 0,-1 11-3,-1 15 3,1 4-1,-2 24-17,5 18 18,0 14 4,1 8-4,4 8 0,2 4 1,3-2 0,-2-5-1,-1-1 0,-1-8 3,-4-6-1,-4-12-2,-4-18 2,-9-14 12,0-10 71,0-1 2,0-26-21,0-11-54,0-10 1,-3-7-13,3-6-13,0 3-20,0 5-77,11 3-47,8 9-246</inkml:trace>
  <inkml:trace contextRef="#ctx0" brushRef="#br0" timeOffset="289434.0024">8990 16431 1009,'0'0'133,"0"0"-55,0 0 33,0 0-78,0 0-33,0 0-12,-9 1-133,-1-1-318</inkml:trace>
  <inkml:trace contextRef="#ctx0" brushRef="#br0" timeOffset="290315.0508">9890 16059 861,'0'0'42,"0"0"-24,0 0 31,-80-28-32,52 28-9,-3 0-6,1 12-2,5 11 0,2 10-1,7 9-2,4 7 3,6 2 0,3-2 4,3-7 1,0-9-5,8-10 0,8-10-1,0-9-5,2-4 3,-3-1 3,0-16-6,-9-4-9,2-2-16,-4-2 1,-1 4-5,0 1 21,-2 6-31,-1 5 18,0 5 23,0 3 4,0 1 7,0 0 2,0 0-7,0 0 13,0 0-14,0 0 13,3 5 0,2 2-11,2-2 8,1 0-2,2 0-8,2-2 2,-1-2-2,0-1-1,2 0 15,-3-1-13,3-11 9,-2-4 1,1-1-5,-3-2 16,-3-2-5,-3-1 4,-3 1 13,0 3-13,0 3 3,0 3-1,-2 5-4,-1 6 3,0 1 8,3 4-18,0 23-11,0 12 3,0 9-5,12-1 0,6-2 5,3-6-4,0-5-1,6-7-29,3-10-34,4-9-19,6-8 12,-1 0-175,0-18-234</inkml:trace>
  <inkml:trace contextRef="#ctx0" brushRef="#br0" timeOffset="290706.743">10340 16061 558,'0'0'119,"0"0"-18,0 0 17,-91-31-64,67 57-15,4 13 4,3 6 29,9 3-15,8 0-35,0-1-2,5-5-18,12-10-2,0-6 3,0-11-1,4-11-2,-2-4 0,-2-7-6,2-19-11,-4-8-44,0-7-12,-5-6 22,-2-3 9,-4-9 31,-4-4 7,0-2 4,-6 0 3,-7 1-2,-5 7 31,4 10 12,1 14-26,7 15 11,5 18 24,1 13-18,0 27-27,0 19-4,10 13 2,6 6-1,7-4-5,-1-6-7,4-14-104,2-13-33,6-12-270</inkml:trace>
  <inkml:trace contextRef="#ctx0" brushRef="#br0" timeOffset="291118.9587">10751 15983 833,'0'0'38,"0"0"-30,0 0 77,-63-76-1,45 76-30,0 7-29,0 24-24,2 12 11,-2 5 13,9 5-21,4-2 8,5-7-12,0-5 0,9-9-3,14-9 10,-2-8-7,3-10 0,-1-3-12,-2-7-1,-3-20-18,-2-11-20,-3-12 1,-2-7 2,-8-11 35,-3-6 9,0-1 4,0-1 17,-11 0 29,-3 6 8,-1 9 32,5 20-35,2 20-26,5 21 18,3 24-23,0 31-10,0 19-10,8 11 0,8 7 3,5-1-3,3-5-12,4-8-57,3-15-190</inkml:trace>
  <inkml:trace contextRef="#ctx0" brushRef="#br0" timeOffset="291554.012">11475 15586 737,'0'0'134,"0"0"-26,0 0-15,0 0-21,-89 72-22,71-15-9,6 12 5,11 6-28,1 4-15,1-5 2,22-8-5,12-13-1,15-12-25,9-9-101,6-13-77,0-8-341</inkml:trace>
  <inkml:trace contextRef="#ctx0" brushRef="#br0" timeOffset="292016.8608">11911 16113 742,'0'0'56,"0"0"-19,0 0 100,0 0-36,0 0-30,0 0-47,9-80-22,12 42 8,0-5-10,1-5 0,-4 0-5,-10 5 1,-7-1-7,-1 7-21,-7 7-36,-11 12 22,1 13 2,3 5 27,3 0 11,5 18 0,4 7 6,2 7 4,16 5-1,13 3 6,10 2 1,4 4-5,-1-3 28,-6 0 24,-8-3-16,-11-4 2,-8-5-34,-9-5 10,0-3-16,-2-6 1,-14-4-5,2-6 1,2-7-93,2 0-75,7-10-480</inkml:trace>
  <inkml:trace contextRef="#ctx0" brushRef="#br0" timeOffset="292931.5897">12289 15818 576,'0'0'94,"0"0"66,10 88-58,2-57-40,2-5-24,2-4-13,-1-8-3,1-3-20,1-6 4,0-5-6,0 0-3,2-3-31,-1-16-14,-1-5-19,-1-2-38,-4-7 20,-1 0 63,-3 3 22,-5 4 83,-3 8 36,0 6-62,0 11-12,0 1 18,0 14-41,-4 16 21,4 9 5,0 5-13,0-2-7,6-5-20,7-8-5,5-9 4,2-7-7,2-9 0,0-4 0,-1 0-12,-3-14-23,-2-7-45,-5-7-8,-5-3 0,-3-4 33,-3-2 45,0 3 10,0 3 0,0 10 13,0 9 1,0 9 27,0 3 41,0 10-59,0 16 28,7 6 8,-2 1-26,-1 2-8,2-4 1,-3-5-15,0-7 11,-1-7-13,-2-6-5,0-4 5,0-2-6,0 0 16,0-17-19,0-8-37,0-6 11,-2-4-11,-1-4-17,2 4-73,1 1-1,0 10 3,4 10-69,11 9 64,2 5 130,-1 8 129,-1 14 3,-2 5-29,-2 4-53,-2 0-3,-2 2 24,-2-6-29,-4-5 12,-1-3-39,0-7-10,0-6 7,0-5-12,0-1 14,0 0 1,0-11 1,0-12-6,0-9-10,0-6-19,0-4 18,0-2-14,5 3-2,7 7-17,4 11-12,6 15 46,1 8 3,2 11 29,-1 18 23,-3 8-27,-2 8-5,-2 3-5,-8 2-17,-8-2-2,-1-8-74,0-11-157</inkml:trace>
  <inkml:trace contextRef="#ctx0" brushRef="#br0" timeOffset="293549.9218">13432 15560 814,'0'0'97,"0"0"-51,0 0 77,0 0-25,0 0-63,0 0-28,1-75 2,29 75-3,10 8 4,5 22 1,-2 18 10,-4 10-7,-12 8-14,-9 2 6,-15-3-6,-3-2 2,-8-3-1,-16-8-1,-2-8 0,-1-12 0,4-9-1,4-10-4,4-8-18,3-5-35,3 0-62,4-14-112,4-11-311</inkml:trace>
  <inkml:trace contextRef="#ctx0" brushRef="#br0" timeOffset="293820.1304">13990 15464 1079,'0'0'76,"0"0"-33,0 0 44,0 0-37,0 0-37,0 0-13,0-21-17,-6 36-44,-2 7-52,2-1-115,0-2-330</inkml:trace>
  <inkml:trace contextRef="#ctx0" brushRef="#br0" timeOffset="294068.8649">13928 15825 932,'0'0'181,"0"0"-147,0 0 31,0 0 18,0 0-56,0 0 8,-9 96-25,0-52-5,-1 7-1,-5 2-4,-6 4-56,-1-3-88,-5-7-340</inkml:trace>
  <inkml:trace contextRef="#ctx0" brushRef="#br0" timeOffset="309015.1472">4559 10295 1020,'0'0'6,"0"0"30,0 0 44,0 0 15,0 0-48,0 0-47,0 0 5,0 73 0,21-2 2,-3 5 7,1 1-4,-2-10-5,-4-6-3,-4-10-1,0-16-1,-3-11 2,-3-14-2,0-10-12,0-7-12,1-20-31,1-12 3,1-7-17,1 0-3,-1 3 39,0 10 33,3 10 0,6 12 0,7 9 0,4 2 0,9 6 7,0 8 11,-4-1 3,-3-5-11,-8-4-1,-5-4-2,-6 0-4,-3-1 0,-3-16-3,-3-4-30,0-3-21,0 1-37,0 6 14,0 6 12,-2 6 62,2 3 31,0 2-8,0 0-15,12 0 27,5 0-3,0 0 0,5-7-13,0-17-19,-1-8-3,-3-6-40,-2-5-32,-5-3 19,-4-4 56,-7-2 10,0-4 49,-9-2-9,-15 1-12,0 9 12,3 16 33,6 18-34,8 14-26,4 31-21,3 22-4,0 19 4,15 7-3,1 0 2,4 1-1,-4-4 4,2-6-3,-4-9-1,-3-13 17,-2-17-11,-3-14-2,-4-10-2,1-7 0,-3-6 9,0-18-11,0-14-9,0-10-16,0-3-26,0 1 51,0 10 0,4 14-3,13 19-16,3 7 17,6 23-8,-2 13 8,6 3 2,-2-2 3,5-9-2,4-9 1,0-10-2,2-8-11,-3-1-12,-6-11-37,-9-11 25,-8-5 5,-10-2 20,-3 1 10,0 2 41,0 0 24,-4 8 8,-2 8 0,3 8-18,1 2-27,2 21-28,0 17-2,0 8 2,0 1-1,0-5-46,5-8-101,2-12-116,-2-8-404</inkml:trace>
  <inkml:trace contextRef="#ctx0" brushRef="#br0" timeOffset="309250.6912">5499 10089 862,'0'0'43,"0"0"43,0 0-12,0 0-49,0 0-8,0 0-5,-67 4 0,49-4-9,-6 0 2,9 0-5,0-12-3,3-4-3,2-1-37,5 3-24,5 3-36,0 2-342</inkml:trace>
  <inkml:trace contextRef="#ctx0" brushRef="#br0" timeOffset="309495.8918">5760 9928 541,'0'0'444,"0"0"-318,0 0-51,-52 79-34,52-24 2,0 12-27,3 5-8,13 1 0,-1-4-4,3-11 0,6-12-4,1-13-5,5-17-50,-3-16-80,0-4-70,-5-25-158,-4-5 54</inkml:trace>
  <inkml:trace contextRef="#ctx0" brushRef="#br0" timeOffset="309853.8921">5970 10253 309,'0'0'246,"0"0"-38,0 0-31,0 0-37,0 0-86,0 0-28,2 24 44,7 3-28,4-3-18,4-6-19,-1-4-3,-1-6 0,1-5 2,-2-3-8,-1 0 4,2-13-4,-4-9 3,-4-3-45,-1-4-20,-6-2-4,0-1 21,0-4 49,-8 2 1,-9 4-1,-4 7 26,1 12 8,-2 11 8,0 8-15,-1 28-16,4 11 27,4 12 14,9 3-30,3-2 19,3-5-21,9-5-14,12-11 5,7-7-10,5-10 4,6-8-5,10-10-17,0-4-82,4-7-39,-4-20-387</inkml:trace>
  <inkml:trace contextRef="#ctx0" brushRef="#br0" timeOffset="310148.8329">6381 9904 697,'0'0'130,"0"0"-21,0 0 6,0 0-57,0 0 21,-63 125-6,54-54-11,7 8 11,2 4-39,0 2-16,19-7-5,4-7-10,15-9 1,6-17-4,4-11-61,4-16-47,-10-18-286</inkml:trace>
  <inkml:trace contextRef="#ctx0" brushRef="#br0" timeOffset="314128.3233">6630 10181 1008,'0'0'68,"0"0"13,0 0-6,0 0-42,0 0-18,10 104-12,11-35 10,0 5 2,-2 1-15,-5-5 0,-5-6 0,1-11-27,1-12-81,-4-15-130,-2-16-231</inkml:trace>
  <inkml:trace contextRef="#ctx0" brushRef="#br0" timeOffset="314365.0428">6739 10165 516,'0'0'81,"0"0"12,114-12 1,-81 21-25,-10 15-15,-5 11-33,-15 0 2,-3 4-8,-14-1-4,-21-1 3,-4-4-14,3-10-2,6-7-12,15-9-53,9-7-246</inkml:trace>
  <inkml:trace contextRef="#ctx0" brushRef="#br0" timeOffset="314837.0287">7228 10089 712,'0'0'85,"0"0"-18,-94-4 21,67 16-28,8 11-22,5 6-8,7 4-20,6 0 3,1-6-5,0-5-5,1-8-1,9-5-2,-1-6 0,-1-3 6,5 0 4,-5-10 3,1-8-13,-1 0-10,0-1 8,6 0-8,2 5 0,-1 11-24,7 3-2,-1 13 18,0 20 9,0 9-9,-5 7-1,2 8-4,-2 3 3,-2 5 20,-2-5 5,-5-10 0,-2-10 30,-5-13-18,1-9 43,-1-11 5,0-7-39,0 0 68,0-14-42,0-14-33,0-11-15,3-5-1,5-10-6,2-1-20,2 3-43,4 5-103,1 13-80</inkml:trace>
  <inkml:trace contextRef="#ctx0" brushRef="#br0" timeOffset="315000.6194">7604 10243 980,'0'0'102,"0"0"-36,0 0-22,0 0-44,0 0-106,0 0-630</inkml:trace>
  <inkml:trace contextRef="#ctx0" brushRef="#br0" timeOffset="315497.2794">7943 9887 786,'0'0'115,"0"0"-23,0 0 32,0 0-45,0 0-44,0 0-22,-68-42-11,60 61 5,6 6-9,2 1 2,0 7-1,15-2-3,3 0-2,6-1-10,1-1-11,-1-2 8,0 0 4,-9-1 7,-6-4 8,-6-1 3,-3-2 0,0-4-3,-6-1 20,-12-4 2,-6-3 2,5-4-13,1-2-2,3-1-4,4 0-5,4-4-26,7-10-86,0-1-145,1-5-452</inkml:trace>
  <inkml:trace contextRef="#ctx0" brushRef="#br0" timeOffset="315668.0656">8165 10046 896,'0'0'47,"0"0"20,9 101 10,-5-65-22,1-3-49,-1-7-6,1-11-37,-1-12-163,1-3-516</inkml:trace>
  <inkml:trace contextRef="#ctx0" brushRef="#br0" timeOffset="315815.3013">8137 9808 1053,'0'0'137,"0"0"-54,0 0-36,0 0-24,0 0-23,0 0-81,-3 9-169,25 16-438</inkml:trace>
  <inkml:trace contextRef="#ctx0" brushRef="#br0" timeOffset="316371.3864">8447 9906 960,'0'0'0,"0"0"-15,0 0 15,88-34 46,-63 34-36,1 20-1,-7 8-1,-4 6 12,-12 2 0,-3 1-6,0-2 5,-14-5 1,-5-5-2,3-6-9,4-9-8,6-5-1,3-5 0,3 0-1,0-4-16,0-11-57,7 0 19,7 3 13,5 4-25,0 7 37,3 1-7,3 3 14,3 18 17,2 6 4,0 5 4,-5 5 3,-7 5 11,-8 5 23,1 9-5,-5 7 58,-6-5-67,0-7-5,-9-13 22,-13-16 44,2-11-63,4-8 2,2-3 5,0-20-21,0-15-5,2-16-4,3-8-8,2-7-52,2 0-113,5 5-141</inkml:trace>
  <inkml:trace contextRef="#ctx0" brushRef="#br0" timeOffset="316718.1226">8805 10092 500,'0'0'222,"0"0"-78,37 77-26,-17-61 17,-2-8-52,1-8-47,5 0-1,-3-10-21,0-12-7,-2-4-5,-4-7-2,-2-1-2,-2-1-7,-8-4 3,-3 3-2,0 2 0,-9 3 8,-15 10 0,0 8 0,-4 12 2,-3 1-1,-4 16 1,5 14 8,5 8-5,7 5 8,13 3 4,5 1-7,0-2 5,5-7-11,17-7 2,4-10-2,7-8-4,7-11-1,2-2-47,0-7-136,-2-19-514</inkml:trace>
  <inkml:trace contextRef="#ctx0" brushRef="#br0" timeOffset="317130.6641">9336 9770 641,'0'0'201,"0"0"-101,0 0 36,0 0-32,0 0-70,0 0-12,-95 48 21,83-2-24,3 8 19,6 7-20,3-2-6,3-5-6,16-7-5,8-12-1,12-13-2,8-12-41,6-10-92,4 0-123,-5-24-437</inkml:trace>
  <inkml:trace contextRef="#ctx0" brushRef="#br0" timeOffset="317378.2142">9618 9694 830,'0'0'89,"0"0"-55,0 0 67,0 0-21,0 0-51,88-4-16,-49 38-9,0 8-4,-8 4 14,-10 3-2,-6 0-1,-12-2 12,-3-5-5,-6-3-4,-21-5-9,0-3-5,-4-5-32,-2-8-141,6-7-163</inkml:trace>
  <inkml:trace contextRef="#ctx0" brushRef="#br0" timeOffset="318035.7329">10197 9724 680,'0'0'200,"0"0"-154,0 0 92,0 0-24,0 0-48,0 0-37,-60-16-15,60 41 8,20 4-2,11 1 1,8-5-11,7-6-8,0-6 7,2-7-8,-5-6 2,-4 0 0,-4 0-3,-9-7-13,-9 0-5,-11 4 11,-6 3 7,0 3-10,-12 21 10,-12 12 0,-3 10 1,0-1 9,2-1-5,5-4-3,4-3-2,7-6 0,6-4 0,1-6-19,2-5-91,0-6-189</inkml:trace>
  <inkml:trace contextRef="#ctx0" brushRef="#br0" timeOffset="318326.7867">10874 9719 765,'0'0'165,"0"0"-92,0 0 25,0 0-6,0 0-47,0 0-28,-10 66-1,8-9 9,2 5-14,0 2 3,0-3-12,0-7-2,9-5 0,5-12-16,7-8-34,1-14-138,8-9-129</inkml:trace>
  <inkml:trace contextRef="#ctx0" brushRef="#br0" timeOffset="318667.4089">11192 9481 772,'0'0'127,"0"0"-47,0 0 58,0 0-39,0 0-55,0 0-26,94 45-1,-51 4-12,-2 9-3,-4 6-2,-7 4 0,-6-4 4,-17 0-4,-7-5-4,-16-7-46,-14-5-71,0-8-36,0-6-144</inkml:trace>
  <inkml:trace contextRef="#ctx0" brushRef="#br0" timeOffset="319557.6481">11922 9587 659,'0'0'204,"0"0"-120,1-76 48,-1 56-12,-6 4-52,-16 8-36,-6 6-5,-7 2-15,-2 10-8,4 13-4,9 3 0,9 3-2,14 1-7,1 4 9,10 0-1,17 5 1,7-1-12,4-3-6,-2-1 9,-7-5-3,-11 0-8,-9-3 5,-9-1 2,-3-4 11,-19 0 1,-9-2 2,-4-5-1,5-3 0,4-3-1,6-4 1,7-2 0,4-2 1,3 0 0,4-3-1,2-6-4,0 1-10,0 4-12,0 3 10,0 1 14,0 5 2,6 20 20,6 11 13,1 10 0,-3 5 3,-3 0-16,-2-6-3,-1-7-11,2-9-6,1-7-2,11-5-71,3-9-245</inkml:trace>
  <inkml:trace contextRef="#ctx0" brushRef="#br0" timeOffset="321059.0758">5247 17050 439,'0'0'313,"0"0"-181,0 0-25,0 0 31,0 0-51,0 0-28,-14 0-24,14-1-16,0-4-14,0 0 7,5 0-5,7 4-5,9 1-2,4 9 3,6 22 0,4 12 20,-7 11 3,-7 4-4,-9-2-9,-6-5-8,-6-10-5,3-13 0,0-12 0,1-12 0,7-4-13,-1 0 11,3 0 1,-5-8-8,-2 5 6,-6 0-5,0 3 4,0 7-8,0 18 12,0 6 0,0 5 7,0-3 6,0-3-8,0-4-2,9-7-3,-3-2 0,3-7 0,-2-3 0,-2 2 4,5-1-4,-2 2 0,-4 2 1,4 6-1,-7 3 0,-1 4-7,0 1 7,0-4 0,-12-4 1,-7-5-2,-4-7-8,-5-6-25,-5-3-88,0-21-221</inkml:trace>
  <inkml:trace contextRef="#ctx0" brushRef="#br0" timeOffset="326071.4289">17795 8653 585,'0'0'146,"0"0"-50,0 0 10,0 0-19,0 0-42,0 0-22,0 0-2,-4-100-11,-1 63 15,0-4 9,-1-7-9,3-7-7,0-9-17,-5-6 1,-1-1-2,2 9 1,-1 11-1,5 16 0,3 8 2,0 6-2,0 4 0,0 3 0,0 1 1,0 1 0,0 2-1,0 1 0,0 2 1,0 3-2,0 1 1,0 2-5,0-1 5,5 1-15,14-2 10,9-1 4,10-3-17,10-4 13,11-2-14,19-1-6,11 1 23,11 3 4,9 2-4,9-1 2,15 1 0,13-2-5,12-1 6,14-4-1,10 1 2,9-4 0,8-3-2,5-2 0,-5-1 0,-11 0 1,-19 3 1,-15 0 4,-20 4-6,-25 1 3,-16 4-5,-26 1 2,-17 1 0,-15 3-6,-16 3 8,-10-1-2,-6 4 0,-3 1-6,0 0 6,-8 0-1,-14 0 5,-2 3-2,3 8-2,0 3 0,9 1 0,4 8 1,8 5-1,0 12 0,13 15-3,17 14 2,12 14 1,7 10 0,3 8-1,0-4-21,-3-9-41,-11-12 57,-10-17 4,-13-12 2,-12-10-2,-3-5 5,-9-7-4,-16-4 3,-8-4 10,-4-4 0,-8-5-10,-6-2 7,-6 0-3,-5-2-2,-10 2 4,-16-1-5,-18 3-1,-12 5-2,-20 5 0,-11 5-1,-11 4 1,-9 2-2,-5 1 2,-8 3 0,-5-1 1,-9 2-4,-6 0 3,-2-3 0,9-4-1,6-5 6,11-2 0,22-6 1,15 0-5,23-2-2,24-2 1,14-5-1,22-1-1,21-4-8,19 0-14,18-1-22,7-13-137,26-6-59,12-4-37</inkml:trace>
  <inkml:trace contextRef="#ctx0" brushRef="#br0" timeOffset="326468.4812">18380 8293 712,'0'0'81,"0"0"31,0 0-14,0 0-58,0 0-27,-36 99-5,33-36 8,1 2-2,2-3-14,0-10 5,7-8-5,8-16-39,6-11-75,1-15-208</inkml:trace>
  <inkml:trace contextRef="#ctx0" brushRef="#br0" timeOffset="326767.0274">18576 8397 699,'0'0'64,"0"77"8,0-35 20,9-4-38,9-9-15,5-8-25,0-9 2,-1-9-11,2-3 8,0-9-3,0-13-6,-6-9-4,-2-2 5,-7-2-6,-7-3 2,-2 0-2,-3 1 0,-18 0-1,-2 6-1,-4 9 1,4 11-26,0 11-14,4 12-8,5 22-12,10 8-71,4 2-172</inkml:trace>
  <inkml:trace contextRef="#ctx0" brushRef="#br0" timeOffset="327140.1912">19093 7915 256,'0'0'492,"0"0"-437,0 0 38,0 0 13,0 0-51,0 0-50,-4 62 1,10 21 1,3 15 9,0 7-14,0 0-2,-3-6 1,1-10-1,5-12-5,0-15-89,4-8-75,3-19-259</inkml:trace>
  <inkml:trace contextRef="#ctx0" brushRef="#br0" timeOffset="327446.7735">19262 8355 301,'0'0'495,"21"-82"-491,4 49-3,8 8 48,3 11-9,-2 13-31,-4 1-8,-11 24-1,-10 14-4,-9 10 4,0 4 0,-18-3 0,-5-3 7,-1-6-5,9-9 0,6-6 20,8-11-8,1-7-4,4-7-6,20 0-1,7-13-3,8-10 0,-4-4-82,0-2-101,-5-5 17,-6 0-5,1 3-34</inkml:trace>
  <inkml:trace contextRef="#ctx0" brushRef="#br0" timeOffset="327680.9689">19668 8348 153,'0'0'264,"0"0"-98,0 0 9,16 77-44,-7-54-61,3-4-24,3-8 3,4-7-20,2-4-6,-1-1 0,4-19-17,-1-7-1,0-6-2,-5-3 2,-2-7-4,-7-2 1,-7 1-2,-2 2 0,-11 9 4,-19 11 9,-1 15-11,-8 7-1,4 21-1,3 17-9,5 5-1,9 3-82,2-1-60,7-2-313</inkml:trace>
  <inkml:trace contextRef="#ctx0" brushRef="#br0" timeOffset="327967.9257">20092 7802 838,'0'0'24,"0"0"14,0 0 84,0 0-78,0 0-10,-9 123 8,22-45-14,0 14-13,1 3-14,-1-3 2,-4-8 1,-1-12-4,2-9-42,-1-14-114,0-18-209</inkml:trace>
  <inkml:trace contextRef="#ctx0" brushRef="#br0" timeOffset="328383.0459">20278 8097 943,'0'0'8,"0"0"-2,0 0 67,0 0-15,0 0-43,91-61-5,-73 78 2,-9 10-1,-7 5-3,-2 3 0,-11 4-5,-10-8 5,3-8-5,3-6-3,9-7 0,6-7-49,0-3-23,3 0 25,18-3-35,4-8-37,0 2-71,-2 5 118,-2 4 69,-3 0 6,-2 16 8,-3 5 154,-8 5-26,-5 0-39,0 1-16,-7-1-9,-10-3-15,-2-3-37,1-4-15,3-3-4,8-8-4,4-5-51,3 0-133,0-8-238</inkml:trace>
  <inkml:trace contextRef="#ctx0" brushRef="#br0" timeOffset="328665.7506">20587 8156 648,'0'0'170,"0"76"-162,0-41 78,0-5 12,19-9-25,5-10-39,6-8-11,3-3 3,1-8-19,-3-17 0,-1-7-4,-6-6 0,-9-5 1,-6 2 10,-9 1 13,-3 5 16,-23 7-21,-10 7-9,-3 11-8,-5 10-5,1 8-24,6 19-95,1 8-109,3 4-368</inkml:trace>
  <inkml:trace contextRef="#ctx0" brushRef="#br0" timeOffset="339367.5804">18143 7889 648,'0'0'58,"0"0"29,0 0 29,0 0-18,0 0-2,0 0-52,0 0-28,6-17 8,18 40-9,4 2 18,-1 2-5,-2-2-11,1-5 12,-8-7-15,-1-6 13,0-7 0,-1 0-22,4-27 21,7-18 5,9-17-30,5-13 12,6-11-11,2-7-2,-6-2 5,-3 8-5,-7 10-1,-2 20-7,1 21-34,4 24-52,1 12-134,6 7-334</inkml:trace>
  <inkml:trace contextRef="#ctx0" brushRef="#br0" timeOffset="339971.3468">19327 7732 552,'0'0'275,"0"0"-189,0 0 36,0 0-28,0 0-34,0 0-53,-23-21 6,36 37 12,10 4-1,0 0 13,0-2-19,1-6 4,-5-3 13,-1-9-31,0 0 18,4-17 13,3-21-31,5-17 16,5-13-20,1-12 0,-2-8-4,2-2 8,-3 6-8,-2 13 4,-3 15-34,1 19-11,-1 18-53,2 18-126,6 1-170</inkml:trace>
  <inkml:trace contextRef="#ctx0" brushRef="#br0" timeOffset="340724.4814">18749 8969 801,'0'0'79,"0"0"15,0 0 52,0 0-61,0 0-27,0 0-30,-20-40-27,40 83 13,8 16 11,3 11 10,-1 7-1,-3-2-29,6 1 2,1-6-7,-1-12-1,0-13-1,-6-19-23,-2-15-79,2-11-59,2-8-129</inkml:trace>
  <inkml:trace contextRef="#ctx0" brushRef="#br0" timeOffset="341031.2719">19592 8788 1050,'0'0'40,"0"0"-5,0 0 32,0 0 31,0 0-52,0 0-30,-54 45 7,21 15-18,-7 11 7,-11 11 2,-10 3-10,-6 2 8,-2 1-12,5-6 0,9-7 0,10-13 0,8-14 0,14-10-6,7-14 6,9-10-8,7-10-42,0-4-44,0 0-25,0-6-123,1-6-334</inkml:trace>
  <inkml:trace contextRef="#ctx0" brushRef="#br0" timeOffset="341166.9588">19089 9543 979,'0'0'125,"0"0"-96,0 0 75,0 0-74,0 0-30,0 0-11,-28 15-150,31-13-118</inkml:trace>
  <inkml:trace contextRef="#ctx0" brushRef="#br0" timeOffset="342086.6309">18761 10290 664,'0'0'105,"0"0"-10,0 0 36,0 0-50,0 0-43,-30-89-23,46 71-6,9 6-8,4 6 0,7 6-1,-4 2 13,-5 24 2,-5 13-7,-12 9 6,-10 4-11,0 2-3,-14-4 0,-8-3 4,1-9 4,2-7-8,8-10-6,4-9 4,3-8-19,4-4 6,0-6-8,8-15-39,9-3 31,2-3-11,5 6-3,2 7 5,7 7 27,-1 5 13,2 2 16,-6 5 0,-8 12 31,-8 5-11,-9 5-8,-3 0 50,-5 0-42,-17-1-16,-8 0-11,-4-3-5,-1-4 6,3-5-10,5-8 0,5-6-2,8-2-6,5-22-78,9-11-45,0-9-182</inkml:trace>
  <inkml:trace contextRef="#ctx0" brushRef="#br0" timeOffset="342386.9863">19229 10305 603,'0'0'120,"-3"106"-37,8-51 24,19-7-24,9-11-25,17-8-42,10-10-1,-1-14-15,1-5 3,-18-28-3,-12-23 27,-3-9-23,-11-2 13,-6-1 27,-8 4-14,-2 7 19,-15 6-38,-13 13 5,-9 13-8,-7 16-8,-5 5 0,2 30-46,-2 13-59,6 8-106,7 5-370</inkml:trace>
  <inkml:trace contextRef="#ctx0" brushRef="#br0" timeOffset="344023.0636">18768 11070 556,'0'0'102,"0"0"-27,0 0 72,0 0-36,0 0-74,0 0-9,-19-51 5,14 19-7,-5-11-12,-2-10-14,-6-14 0,-3-9-1,-1-10-16,-5-5 8,-4-4 6,-1 0 3,-2 5 1,3 8-1,8 10 0,7 13 7,6 15-2,6 14-2,4 11 3,0 5-2,12 3-3,14-1-1,18-1 0,16-1 0,16-6 0,17-3 0,16-7-3,7-3-3,6-5 6,5-1 0,-3-3 0,-10-3 0,-9 4 1,-18 2-1,-22 6 0,-18 6 4,-19 8-9,-13 8 5,-12 6 0,-3 5 14,0 2-1,-2 22-10,-6 10-3,0 14 9,4 10-7,4 6-2,0 2 0,13 0-2,14-1-7,4-4-9,8-5-12,0-4-11,1-2 33,-1-5-8,-2-4-17,-10-3 30,-11 0-8,-11 0 11,-5 6 4,-21 4 1,-21 4 26,-14-1-11,-10-5-12,-15-2 84,-7-6-83,-9-3 18,-5 1-19,1-4-8,7-4-22,14-2-66,16-2-34,11 0-187</inkml:trace>
  <inkml:trace contextRef="#ctx0" brushRef="#br0" timeOffset="344443.9979">18504 11510 1051,'0'0'28,"0"0"-18,0 0 31,0 0-18,28-106-11,-4 61-7,0-2 0,-3 5 0,-12 10 5,-6 9 7,-3 12-17,-1 10-18,-11 1 10,4 4 1,5 10 6,3 3-15,8-2-15,17 0 0,11-3-2,9 1 23,2-2 4,-2 3 12,-2 6-5,-13 4 10,-10 3-10,-10 1 12,-10-2 11,0-2-17,-3-5 13,-12-2-11,1-9-3,3-8-6,2 0-119,4-18-332</inkml:trace>
  <inkml:trace contextRef="#ctx0" brushRef="#br0" timeOffset="345371.6309">18924 11184 906,'0'0'35,"0"0"-8,40 96 103,-21-66-84,3-6-22,1-9-4,3-8-20,3-7 2,1 0 5,1-21-7,-3-9 0,-3-2-37,-5-3-4,-8 0 34,-9 4-22,-3 3 12,0 10 10,-6 9-6,-1 9 13,2 0 15,2 16-3,3 13 61,0 6-33,0 0 2,9-4-18,6-5-17,0-10 9,3-4-16,6-8 2,16-4 2,2 0-4,1-7-20,-3-18 3,-20-9 0,-7-3 4,-8 1-74,-5 6 55,0 8 28,0 10-3,0 12 2,3 0 5,4 7 1,3 11 65,0 2-32,-6-3-16,-2-3 8,-2-3-25,0-2 8,0-5-5,-8-3 1,-4-1-1,2 0-4,2-15-14,2-7-3,3-8-34,3-1-9,0 1 28,0 10 19,17 10-7,4 10 20,4 3 14,-2 17 47,-1 6 1,-3-1-22,-4-3 3,-2-3-20,-2-5 17,-7-7-17,3-3-14,-6-4 6,-1 0-9,0-1-4,0-13-2,-4-8-7,-4-6-8,-1-7-25,0-3 7,5 0-35,4 8-58,0 9 76,19 11 43,9 10 7,7 0 64,-1 7 23,0 13-24,-2 1-5,-7 0-49,-6 0 12,-4-4-2,-6-4-16,-3-3-1,-1-7-2,-4-2-32,1-1 3,-1-3-31,-1-14-24,0-10 12,0-3 22,0-6 25,8 5 16,8 7 9,7 12 24,5 12 26,2 0 30,1 19-18,-3 11-38,-5 4-24,-7 7 0,-13 0-76,-3-3-345,0-5 36</inkml:trace>
  <inkml:trace contextRef="#ctx0" brushRef="#br0" timeOffset="351239.6941">19214 12721 538,'0'0'257,"0"0"-187,0 0-7,0 0 10,0 0-2,-30-82-27,41 61-25,11 1 8,13 0-19,8 8 7,5 6 7,-5 6-14,-6 7 13,-16 23-20,-9 10 2,-11 13 5,-1 3-4,-11-1 3,-15-5-7,1-11 1,-1-8 6,9-9-7,6-8 0,5-7-9,5-6 2,1-1-7,0 0 3,3-6-33,19-8 34,4 3-5,9 3-2,5 8 12,2 0-9,1 11 8,-5 10 6,-10 4 13,-11 4 2,-13 3-11,-4 5 7,-9 1 13,-21 0-19,-3-3-1,-4-8 0,3-6 5,1-8-7,0-9 0,5-4 0,2-6-2,7-19-53,7-10-35,12-5-63,0-3-140,22 3-60</inkml:trace>
  <inkml:trace contextRef="#ctx0" brushRef="#br0" timeOffset="351536.6818">19610 12880 481,'0'0'184,"0"0"-70,34 86-3,-12-50-28,-1-4-39,6-5 18,4-9-22,7-8-11,6-7 6,1-3-29,-2-6 5,-5-18-7,-2-9-3,-4-9 1,-3-4-2,-9-2 0,-15 3 14,-5 2-14,-13 7 16,-23 10 9,-12 12-14,-7 14-1,-3 3-10,1 27-3,9 5-4,7 6 7,8 0-1,8-3-33,9-4-117,10-12-100</inkml:trace>
  <inkml:trace contextRef="#ctx0" brushRef="#br0" timeOffset="352250.5302">21492 12152 694,'0'0'87,"0"0"3,0 0-11,0 0-15,0 0-46,0 0-11,32-76-3,1 69-2,2 6 13,1 1 16,-1 10-1,-5 17 12,-11 9-28,-12 5-11,-7 0 1,-1 1-3,-19-2-2,-5-6-11,1-4-67,5-8 19,4-8 10,9-7-5,4-7-39,2 0-21,6-11-79,18-12 47,3-1 77,13 6 54,1 4 16,6 8 35,4 6 227,-2 0-65,-5 19-46,-17 6-68,-17 7-36,-10 4 28,-20 0-21,-17 0-23,-7-4 2,-1-4-33,5-7 13,7-6-13,10-11 0,7-4-33,10-7-79,6-19-58,0-5-108,4-7-141</inkml:trace>
  <inkml:trace contextRef="#ctx0" brushRef="#br0" timeOffset="352513.7057">22027 12273 524,'0'0'97,"0"0"19,43 93 41,-28-67-56,4-7-3,6-14-47,7-5-9,8-7-4,8-21-18,3-12-4,-2-8-14,-12-5-1,-13-2 18,-20 1-11,-4 8-3,-26 5 16,-22 12 4,-15 14-7,-8 15-18,-4 7-6,-7 28-22,-6 16-17,-8 13-51,-12 9-116,-9 6-190</inkml:trace>
  <inkml:trace contextRef="#ctx0" brushRef="#br0" timeOffset="353756.6659">19405 13859 63,'0'0'601,"0"0"-519,0 0-16,0 0 19,0 0-52,0 0-4,-22 22-3,19-22 1,-2 0 28,-5-12-6,0-16-25,1-11-18,-5-8 0,1-9-10,-7-9 4,-4-10-32,-4-7 13,-8-9-12,-8-12 9,-10-6 22,-3-4 3,3-1 3,9 6 0,10 11 0,8 14 2,5 15-3,7 13 6,3 10 13,7 8-19,4 9 8,1 7-11,0 7 10,0 5-10,0 2-2,6 4 0,4 2-2,8 1 3,3 0-1,5 0 0,6-2 4,11-6-4,7-6 0,17-11 0,12-11 10,24-7-10,12-10 3,15-5-3,8 1 9,4 0-14,3 8 5,4 6-3,-3 8-6,8 5-20,-1 4-13,1 1-8,0-4-7,-4 1 30,-3-4 6,-2-3 10,-4-1 10,-10-4-8,-1 1 9,-6-1 3,-12 1-3,-9 1 18,-15 1-4,-16 0 6,-10 2 29,-11 0-24,-12 3 5,-9 3-3,-10 6-4,-10 9 5,-6 5-21,-4 3-2,0 3 20,0 2-20,0 1 0,0 0-5,-1 0 5,1 17-10,0 8 5,1 13 0,14 14 0,1 13 5,2 13-5,0 7 0,-1-2 5,2-3-5,0-2 0,5-3 0,1 2-6,2 2 7,0 1-1,-3 1 0,-3-2 1,-5-8-7,-7-11 2,-6-8 3,-3-9-2,-3-6 4,-17-2-1,-9-1 8,-5 1-5,-11 0 0,-7 2-3,-5-2-2,-8 2-2,-9-1-4,-6 3-7,-17 3 1,-19 3 8,-14 6 6,-22 7 0,-16 8 2,-11 5-1,-9-1 2,0-2 4,3-6 11,12-10-15,18-9 3,15-14-6,26-12 3,20-11-11,20-6 8,26-5-7,20-23-17,16-11-51,12-12-18,0-8-145,12-5-373</inkml:trace>
  <inkml:trace contextRef="#ctx0" brushRef="#br0" timeOffset="354132.8788">20576 11887 859,'0'0'25,"0"0"15,18-75 33,-10 75 2,1 18-69,7 48 7,9 39-8,11 34 5,2 20 11,-1 12-18,-4 2 1,-2-2-4,-1-9-18,0-16-134,3-27-90</inkml:trace>
  <inkml:trace contextRef="#ctx0" brushRef="#br0" timeOffset="359294.5372">20749 14011 634,'0'0'23,"0"0"30,0 0 12,0 0 40,0 0-67,17-89-37,5 71 4,5 0-1,4 1-1,4 5 16,4 7-6,-5 5 9,-7 12-22,-8 16-23,-13 10 3,-6 2 5,0-1-6,-14 1-7,-8-5 2,-2-1 24,-1-5-4,4-3 6,0-5 8,5-6-7,7-5 12,6-5 7,3-5-14,15-2 22,19-15-28,12-6 2,14-6-5,7-5 2,8-4-9,-4-4 4,0 3 12,-10 6-13,-9 12-58,-10 8-397</inkml:trace>
  <inkml:trace contextRef="#ctx0" brushRef="#br0" timeOffset="360140.0812">21577 13654 463,'0'0'30,"0"0"69,0 0-21,0 0-15,0 0 15,-53-75-26,45 68-5,-2 3 5,4 1-13,-2 3 15,4 0 4,2 0-24,2 10-5,0 9-20,17 5 9,14 3 1,9-4-14,7-7 7,3-4-12,0-9 0,-1-3 0,-6 0-7,-4 0 0,-13-8-26,-9 6-20,-11 0 15,-6 2 15,0 3-29,-16 20 42,-13 15 10,0 10 0,-6 7 23,5 7-11,1-3-12,0-5-1,7-6-6,3-9-11,7-8 11,7-6-53,5-8-26,0-11-210,14-6-226</inkml:trace>
  <inkml:trace contextRef="#ctx0" brushRef="#br0" timeOffset="360363.0754">22186 13419 805,'0'0'215,"0"0"-182,0 0 49,0 0-2,0 0-26,0 0-33,11 127 6,-2-42-2,4-2-25,5-5-5,4-12-34,-1-9-75,0-15-133</inkml:trace>
  <inkml:trace contextRef="#ctx0" brushRef="#br0" timeOffset="361529.1191">12347 10034 834,'0'0'31,"0"0"-4,0 0-3,0 0 69,0 0-23,58 98-29,-33-80 11,-2-8-8,2-10-5,1-9 22,2-26-20,3-17-17,2-11-24,-2-3 0,1 3-4,-4 6-30,-1 14-28,3 13-69,-2 19-101,0 11-178</inkml:trace>
  <inkml:trace contextRef="#ctx0" brushRef="#br0" timeOffset="364796.5708">13029 11115 364,'0'0'1,"0"0"9,-90-27 50,68 19 5,5-1-17,7 1 25,1-1 44,6-1-38,0 2-14,3-2-21,0-1-24,0 1-3,6 2-17,18 3 7,6 5-14,4 0 15,0 13-8,-4 8 8,-9 6 9,-7 1 3,-10 3-12,-4 0-7,0-2 17,-7-1-15,-7-5 4,-4-3-5,5-4-2,1-6 0,7-6-2,5-2-10,0-2-16,0 0-32,3-6-48,15-1-43,4 4 103,4 3 29,4 0 19,-6 9 2,-2 5 26,-7 1 33,-5 3 25,-7 1-30,-3 2-26,0 0-7,0-1-6,-9-1-14,-4-1 5,-1-1-8,-3-3 0,5-7 0,0-6-13,3-1-62,4-7-197</inkml:trace>
  <inkml:trace contextRef="#ctx0" brushRef="#br0" timeOffset="365067.0347">13309 11276 443,'0'0'68,"0"0"-6,0 0 60,96 59-70,-65-59-30,-1 0-7,-5-11-13,-4-12-2,-4-6-48,-7-8-27,-4-2 75,-6-3 48,0 5 16,-13 1 16,-10 5-13,-7 9-17,2 6-17,-2 12-25,6 4-8,0 20-10,3 17-45,-1 13-153</inkml:trace>
  <inkml:trace contextRef="#ctx0" brushRef="#br0" timeOffset="365745.8836">13091 12024 582,'0'0'141,"0"0"-44,0 0-21,0 0-35,0 0-16,0 0-19,74-57 0,-39 55 2,-2 2 14,-5 5 4,-5 18-9,-4 5-11,-10 2-3,0 2 5,-9-1-8,0-1 2,-3-3 1,-7-5-3,2-8-4,4-5 0,1-7 2,3-2-16,0 0-41,0-4 14,9-9-46,7 5-24,5 2 55,7 4 60,4 2 6,1 0 25,1 0 13,-3 8 30,-8 5-23,-10 2-16,-9 5 1,-4 3-15,-11 0-10,-16 5-8,-8-4 3,-2-2-4,3-7 0,5-6 3,7-9-5,5 0-31,9-17-134,8-14-300</inkml:trace>
  <inkml:trace contextRef="#ctx0" brushRef="#br0" timeOffset="366100.5631">13654 12110 548,'0'0'90,"0"0"2,0 0 25,0 0-55,101 79-41,-77-75 15,2-4-8,-1 0 0,-1-6-25,-1-15 7,-3-8-3,-1-7-4,-7-1 17,-3-2 28,-9 7-11,0 6-4,-16 8-8,-9 9 3,-7 9-22,1 0-6,1 22-7,3 9-32,8 5-72,4 3-16,4-3-254</inkml:trace>
  <inkml:trace contextRef="#ctx0" brushRef="#br0" timeOffset="367138.9808">13540 13202 251,'0'0'95,"0"0"-33,0 0 19,0 0 25,0 0-16,0 0-20,-25-65 10,25 64-17,0 1-12,0 0-13,0 22-23,0 17 2,0 12 21,8 8 16,11 1-14,2-2-24,3-6 2,-2-7-9,0-9 3,-1-14 1,6-12-10,0-10 2,0 0-1,3-17-4,-7-10 0,-3-7-16,-5 1 8,-12-1 7,-3 5-9,-2 10 10,-18 8 0,-6 11-8,-5 0 6,1 15 0,0 12 0,5 4 1,5 1-11,10-1-36,4-5-34,6-6-87,0-9-288</inkml:trace>
  <inkml:trace contextRef="#ctx0" brushRef="#br0" timeOffset="367486.9991">14007 13285 871,'0'0'34,"0"0"-14,0 0 49,12 77-28,11-56-18,2-4-20,3-6 3,1-7-2,-5-4 0,6 0-5,-1-1 1,-3-15-17,-6-5-19,-7-3 36,-7-3 11,-6-1 9,0 1 19,0 3-13,-19 5 1,-10 7 9,-10 10-25,-9 2-11,-1 12-47,7 15-58,6 5-124</inkml:trace>
  <inkml:trace contextRef="#ctx0" brushRef="#br0" timeOffset="372017.9302">20720 16136 150,'0'0'596,"0"0"-567,0 0-10,0 0 52,0 0-23,0 0-20,0 0 25,-62-24-8,52 0-14,0-10-17,2-7 4,0-7-18,0-7-11,0-3-39,-4-4-29,-6-4 13,2 1-8,-5 0 38,3 3 26,2 4 7,1 4 2,4 3 2,5 7-2,5 7 1,1 8-5,0 10 5,1 8 0,10 5 9,5 3 12,5 0-5,8 2-5,12-1-2,13 0-4,10-3 7,14-2-11,8-7 0,10-6 8,11-3-8,13-6 1,10-2 2,5-3 1,-4-1-5,-2-2 2,-13 1 0,-16 0 1,-13 5-3,-23 3 0,-18 7-18,-16 5 8,-17 8 10,-8 2-1,-5 6 5,0 0 18,-11 0-3,-9 12-4,-4 4 16,3 5-1,0 7 0,7 4-7,6 5-14,8 6 13,0 7-6,16 4-10,9 3 2,5 5-8,0-1 0,1-2 1,-4-4 0,-6-7-2,-5-5-1,-7-7-8,-6-2 10,-3-1-11,0-1-1,-7 0 6,-15 1 0,-13-1 5,-10 1-6,-10-1 7,-14 2 0,-10 0 0,-8 0 0,-6 0 1,-6 1 1,1 0-2,1-1 6,6-1 3,10-5 12,10-3-9,10-2-6,8-6 2,13-6-8,12-6 0,9-5 0,11 0-23,6-8-39,2-16-51,0-7-28,2-6-95,10-3-197</inkml:trace>
  <inkml:trace contextRef="#ctx0" brushRef="#br0" timeOffset="372399.1919">21130 15491 789,'0'0'14,"0"0"16,0 0 10,0 0 30,0 0-33,0 0-20,16 59 18,-4-2 3,2-1-6,1-5-15,-2-7-11,0-12 3,1-9-7,4-11 0,0-7 5,4-5-7,3 0-19,1-17-16,-7-5-10,1-3 17,-8-2 18,-7 2 8,-5 6 2,0 7-5,-10 10 0,-6 2 3,-5 6 4,0 13 3,4 6-3,3 0 0,6-2-1,5-7-1,3-4-32,0-9-147,9-3-298</inkml:trace>
  <inkml:trace contextRef="#ctx0" brushRef="#br0" timeOffset="372710.9493">21539 15468 747,'0'0'15,"0"0"31,-2 98 28,2-63 16,5-7-36,10-5-42,0-9-4,2-7-4,1-7-4,0 0 11,3-3-8,-4-14 0,-1-6 0,-5-3 1,0-5 3,-6 0 14,-4 1 20,-1 5-11,-1 6-8,-20 12-4,-9 7-18,-9 20-3,-10 21-69,1 13-42,2 5-76,12-1-312</inkml:trace>
  <inkml:trace contextRef="#ctx0" brushRef="#br0" timeOffset="399429.9913">6285 15794 604,'0'0'104,"0"0"-6,0 0-32,0 0 20,0 0-29,0 0-31,0 0-5,-45-11-17,45 55-3,11 6 7,8 2-1,5-6 1,0-8 1,1-10-7,1-11-1,0-11-1,1-6-3,-4-12 1,-1-18-14,-4-10-49,-9-2-5,-3-2 8,-6 2 15,0 2-13,-3 6 22,-9 9 38,3 8 0,5 11 0,4 6 11,0 12-3,1 19 11,14 9 33,0 6 7,3-3-16,-5-2-8,-1-4 16,-6-7-4,-1-6-15,-5-10-7,0-10-18,0-4-2,0-6 9,0-17-14,0-7-15,-3-7 3,-2-2 5,-2-8-12,1-2 10,4-1-25,2 6 18,8 12 16,16 12 2,1 15 32,6 5 9,-2 16 0,-4 17-27,-1 5-12,-8 1 10,-8 1-14,-5-1-4,-3-2 3,0-4-121,-9-10-161</inkml:trace>
  <inkml:trace contextRef="#ctx0" brushRef="#br0" timeOffset="399605.5956">6188 15611 903,'0'0'6,"0"0"-6,0 0-1,0 0-14,0 0-61,0 0-322</inkml:trace>
  <inkml:trace contextRef="#ctx0" brushRef="#br0" timeOffset="399829.2655">6721 15475 938,'0'0'7,"0"0"1,18 126 52,-3-57 39,1 5-46,2-4-28,0-8 0,1-8-23,4-15-2,2-13 0,3-12-40,7-13-100,-2-1-110</inkml:trace>
  <inkml:trace contextRef="#ctx0" brushRef="#br0" timeOffset="399997.8211">6859 15770 947,'0'0'78,"0"0"-4,0 0 25,0 0-82,0 0-6,0 0-11,50-11 0,2-3-28,14-10-100,14-7-26,5-6-372</inkml:trace>
  <inkml:trace contextRef="#ctx0" brushRef="#br0" timeOffset="402446.6367">7991 15345 461,'0'0'77,"0"0"62,0 0 24,0 0-44,-20-76-41,18 73-29,-1 3-19,3 0-14,0 16-16,0 24 3,11 15 4,11 13 6,5 5 10,3-4 7,3-7-4,1-13-16,-3-12 1,2-13-10,-1-13-1,-1-11-1,-3 0-6,-4-25-8,-4-9-25,-4-8-4,-7-5-38,-4-2 43,-5 1 9,0 0-8,-8 7-25,0 12 27,1 11 11,7 17 13,0 4 4,0 26 8,12 11 41,9 2 13,1-5-17,7-9 9,-1-9-8,3-8-8,-2-8 8,-4-3-22,0-2-5,-5-20 0,1-8-4,-9-7-3,-9-2-4,-3 1-5,-5 0-13,-19 3 6,-6 5-2,-11 3 4,-7 10-25,-4 12 26,-2 5-10,3 16-47,8 17 7,1 6-34,6 4-137,5-4-176</inkml:trace>
  <inkml:trace contextRef="#ctx0" brushRef="#br0" timeOffset="402636.9346">7946 15570 818,'0'0'114,"0"0"-32,0 0 6,0 0-62,0 0-26,103-66 2,-51 42-4,3-2-39,5-2-74,-2-1-39,0-6-124</inkml:trace>
  <inkml:trace contextRef="#ctx0" brushRef="#br0" timeOffset="402859.2977">8657 15104 231,'0'0'383,"0"0"-281,0 0 25,0 0-25,0 0-32,0 0-32,-7 0-18,7 0-2,0 0-10,0 0-5,0 0-4,0 0 1,0 0-19,-2 0-38,-1 0-67,-1 7-212</inkml:trace>
  <inkml:trace contextRef="#ctx0" brushRef="#br0" timeOffset="403180.9129">8689 15192 423,'0'0'193,"0"0"-42,0 0-21,0 0-20,0 0-5,0 0-46,-30-61-23,30 71-21,0 19-11,3 14-2,15 7 1,-3 3-3,1-1 1,-2-5-2,-4-5-6,-1-6-67,-2-9-49,-4-8-98,-3-9-261</inkml:trace>
  <inkml:trace contextRef="#ctx0" brushRef="#br0" timeOffset="403353.3385">8617 15397 473,'0'0'261,"0"0"-171,0 0-3,0 0 0,0 0-63,0 0-24,-12-6-6,22 4-16,6 0-35,0-6-99,-1-2-231</inkml:trace>
  <inkml:trace contextRef="#ctx0" brushRef="#br0" timeOffset="405346.5565">8151 15552 385,'0'0'123,"0"0"-44,0 0 65,0 0-33,0 0-54,0 0-2,-34-34-14,34 34-18,0 2-23,0 21 4,17 10-4,2 6 8,2 2 4,-2-2 12,-1-2-3,-4-6-3,-4-4 9,0-7-16,-5-9 0,-2-4-1,-3-5-9,0-2 12,0 0-2,0-16-2,-8-11-9,-6-5-8,0-7-19,-2-2-8,4-6 4,-3-4 4,3-3-1,9 1-28,3 5 13,0 5-28,17 9 67,8 11 4,11 10 5,-1 12 34,1 1 15,-3 19-10,1 16 1,-1 7 3,-3 1-21,-3 0-2,-5-8-5,-7-3 3,-3-8-12,-3-5-1,-6-8 2,0-6-11,0-5 2,-3 0 2,0 0 0,0-18 3,0-10-8,-8-8-28,1-4 7,-5-7-26,3-1-29,3 3 2,3 9 31,3 11 39,0 17-25,12 8 29,7 17 18,4 18 14,4 5 7,3 1 2,1-8-8,2-6 23,4-10-6,0-8-26,1-9-5,-1 0-14,-1-17 2,1-12-1,-8-6-6,-7-7 0,-9-2-9,-13-1-12,0-2 20,-4 4-2,-10 0 3,-3 8-1,3 9 2,8 14 2,3 12 1,1 8-2,2 31-1,0 20 17,5 15 10,10 11 3,4 4-8,5-4 3,3-6 6,-3-8-16,4-8-6,-2-8-10,-7-13-1,-7-12-8,-3-15-48,-6-12-31,-3-3-82,0-20-105,-12-16-459</inkml:trace>
  <inkml:trace contextRef="#ctx0" brushRef="#br0" timeOffset="405596.8084">8866 15292 568,'0'0'119,"-4"-100"-50,4 58 37,13 5-32,11 4-14,4 5-10,5 10 10,3 8-29,0 10-3,0 10-5,-2 19-2,-12 11 2,-5 5-4,-10 0-12,-7 2 6,-1-2-11,-22-3 3,-9 0 2,-6-3-7,-5-6-46,-3-3-112,-1-6-104,3-6-370</inkml:trace>
  <inkml:trace contextRef="#ctx0" brushRef="#br0" timeOffset="406457.8652">8167 15537 513,'0'0'86,"0"0"-41,0 0 23,0 0 17,0 0-39,19 82-16,-12-56 32,1-3-22,-1-7-3,-4-3-5,2-4-16,-2-3-2,0-3 3,-2-2-14,1-1 7,-1 0-3,1 0-2,-1 0 10,-1-10-12,0-8 1,0-5-4,0-9-15,0-3-10,0-4-4,0-2-13,0-3 6,0 0-10,0 3 31,10 6 9,4 4 6,1 8 9,4 8 42,2 8-10,3 7 4,3 2-17,7 24 6,5 11-6,0 7-8,-5 1-2,-4 0-6,-8-4-6,-8-5 7,-1-6-13,-5-7 8,-5-10-5,0-5-2,-3-4 0,0-4 0,0 0 7,0 0 7,-6-17-10,-8-5-1,1-10-4,-1-4-1,1-5-7,1-6-2,7-2-17,4-2 5,1 4 6,6 7-7,18 7 22,4 12 2,3 14 6,5 7 21,2 15-3,-1 22 4,-1 11-6,-8 6-5,-7 0 1,-7-6-16,-6-2 2,-6-7-5,-2-6-12,1-8-80,2-12-204</inkml:trace>
  <inkml:trace contextRef="#ctx0" brushRef="#br0" timeOffset="407206.6952">9633 15302 776,'0'0'146,"0"0"-34,0 0 34,0 0-81,0 0-47,0 0-9,61-40-9,-36 29-3,-2 3-61,-4 1-157,-5 1-221</inkml:trace>
  <inkml:trace contextRef="#ctx0" brushRef="#br0" timeOffset="407366.8939">9757 15448 769,'0'0'123,"0"0"-38,0 0 22,0 0-45,0 0-39,0 0-23,104-8-5,-50-16-168,6-5-437</inkml:trace>
  <inkml:trace contextRef="#ctx0" brushRef="#br0" timeOffset="410390.0001">10488 15100 343,'0'0'163,"0"0"-30,0 0 31,0 0-61,0 0-50,0 0-38,-15 13-11,15 11 27,6 2-6,4 1 6,-2-1-10,-1-2-9,-2-5 8,-2-3-13,-3-5-6,0-4 6,0-5-2,0-2-3,0 0 9,0-6-9,0-14-2,-5-5-21,-2-5-37,2-4 32,2-1-10,2-2 7,1 2 5,0 7 0,0 7 6,13 11 14,8 10 4,6 8 20,3 24 10,3 5 0,-4 3 2,-3-2-12,-7-7-4,-2-5 8,-7-8-15,-4-7 1,-1-5-9,-5-6-1,0 0 12,0-9-12,0-11-2,0-9-44,-5-4-1,-2-4-4,-1-6-5,-2-3-34,5-1-21,5 3 0,0 12 62,8 12 39,13 20 10,-1 4 39,-1 33 70,1 12-30,3 5-29,-4-5-15,4-5 25,-1-12-16,0-9-31,1-7-6,2-9-7,0-7-37,2 0-76,-2-19-162</inkml:trace>
  <inkml:trace contextRef="#ctx0" brushRef="#br0" timeOffset="410778.8383">11085 14919 474,'0'0'279,"6"106"-193,3-38 21,4 1-5,8 1-12,0-4-37,3-5-8,-2-7-23,-2-13-15,-4-11-7,-6-13 0,-2-10-3,-8-7-66,0-4-13,0-20 19,-3-11-2,-14-5 33,-5-11 21,-3-4 8,-5-6 2,9 0 1,0 1 0,12 2-1,9 6-6,0 13-1,15 12 7,7 14 1,2 13 24,-1 0 1,4 24 31,-5 8 13,-3 6-20,-8 5-3,-10-1-10,-1-1-9,-1-5-4,-19-1-18,1-10-4,-2-6-2,3-7-176,8-9-125</inkml:trace>
  <inkml:trace contextRef="#ctx0" brushRef="#br0" timeOffset="410996.8215">11417 14876 1138,'0'0'58,"0"0"-54,0 0 48,0 0-23,11 94 11,7-45-20,-2 4-9,2-2-4,-4-4-7,-3-1-6,-5-8 5,-3-10-59,-3-11-106,0-14-149</inkml:trace>
  <inkml:trace contextRef="#ctx0" brushRef="#br0" timeOffset="411176.677">11376 15114 946,'0'0'102,"0"0"-1,0 0-10,0 0-50,0 0-27,0 0-12,33 0 8,-2-3-10,10-5 0,-3-4-114,-4 1-157,-2-6-608</inkml:trace>
  <inkml:trace contextRef="#ctx0" brushRef="#br0" timeOffset="411736.6106">11743 15114 596,'0'0'238,"0"0"-202,0 0 24,-3-99 15,16 59-53,-1-6-5,2 1-8,-3 7 7,-5 3-9,-6 8-4,0 7-3,-1 6-4,-11 5-19,-3 8 12,4 1 8,1 0-11,4 8 2,5 5 4,1 4-6,0 0 3,0 3 7,11 2 3,15 4 0,7 5 1,15 3 4,4 0 8,-3-2 3,-3-2 13,-8-3 1,-10-3-14,-9-2-5,-7-5-5,-9-1 2,-3-3-3,0-4 7,-12 0-11,-3-7-4,0-2-90,2 0-77,4-12-345</inkml:trace>
  <inkml:trace contextRef="#ctx0" brushRef="#br0" timeOffset="412676.7645">12141 14790 286,'0'0'547,"0"0"-535,0 0 74,3 94 28,7-52-62,4-2-10,5-8-3,1-8-3,2-7-14,-1-7-7,-3-5-4,1-5-10,-1 0 2,-3-16-1,3-8-2,-5-6-8,-2-6-25,2-7-1,-2 1 15,-7-2 11,-1 6 8,-3 5 6,0 10 8,0 9 8,0 11 0,0 3-11,-1 12 7,-1 18-10,2 7 14,0 3-2,3-1-13,10-7 6,1-8-10,2-11 1,1-9 2,4-4-5,-2 0 10,-1-11-9,-2-9-2,-5-5-4,-2-4-27,-3-2-18,-5 2 11,-1 2 11,0 6 5,0 7-16,0 7 36,0 7-4,0 0 5,6 19 1,5 10 27,2 3 8,-4 5 2,0-3-7,-3-6-10,-4-6 3,0-6-11,-2-7-3,0-4 0,0-5-8,0 0 11,0-1 3,0-18-15,-2-4-2,-4-7-20,1-6-12,-1-3 12,3 2-22,3 5-19,0 11-15,0 11 33,11 10 26,5 0 19,0 14 9,4 10 38,-2 3 4,0 1 1,-2 0 4,-4-3-19,-5-3-14,1-7-2,-8-5-17,4-6 4,-4-4-7,0 0 3,0 0 13,0-12-10,0-9-7,0-8-3,-4-7-31,-1-4 1,2-2-16,-1-2 7,4 6 22,0 8-27,1 12 4,16 16 32,-2 5 11,-1 26 33,2 10 22,-6 6 14,0 0-23,1 1-14,1 1-14,4-1-16,-1-8-2,0-8-7,-6-12-22,0-10-124,-2-7-27,-2-1-700</inkml:trace>
  <inkml:trace contextRef="#ctx0" brushRef="#br0" timeOffset="412849.1227">12982 14573 1093,'0'0'79,"0"0"-71,0 0-3,0 0 7,0 0-12,0 0-35,39 15-157,-36-2-403</inkml:trace>
  <inkml:trace contextRef="#ctx0" brushRef="#br0" timeOffset="413020.9325">13105 14863 1143,'0'0'91,"-15"102"-70,7-45 21,4 0-18,-5 2-24,9 5-25,0-3-282</inkml:trace>
  <inkml:trace contextRef="#ctx0" brushRef="#br0" timeOffset="414530.2792">6576 18301 331,'0'0'520,"0"0"-482,0 0 27,0 0 63,0 0-54,0 0-49,0 0-7,-4-82-15,15 39-3,0-7 4,0-2-4,-4 2-4,-6 6-12,-1 15-40,0 13-36,0 16 47,-6 0 21,2 24 17,3 11 4,1 5 3,0 0 9,14-7 19,3-9-4,7-6-11,-5-8-7,1-4 9,0-5-15,1-1 7,-1 0-6,-1 0-1,5 0 0,-3 4-1,9 12-7,-2 7 5,-1 3 0,0 1 3,-7 0 5,-1-1-5,0-10 9,-3-5-4,1-5 10,-5-6-2,1 0-12,-1-10 10,1-11-4,-1-7-7,-1-6-8,-4-4-8,-5-2-13,-2 0 0,0-3 0,-12 5-19,-5 3-36,-5 8 10,0 12 72,4 12 2,1 3 0,10 21 23,7 16 13,0 9 26,9 8 2,16 2-9,2-4 1,6-3-26,-2-9-21,2-10 8,1-17-7,1-13 6,2-6-6,-6-27-10,2-7 0,-9-13-30,-3-2-35,-8-2 43,-10-6 8,-3 6 14,-3 3-3,-18 9 6,-1 13 3,8 9 4,3 13-9,8 10 40,3 19-41,0 21 4,3 13 34,13 7-9,1 2-17,2-2-7,-3-7-5,-4-4-5,-4-5-29,-5-7-69,-3-13-19,0-16-163,-9-8-321</inkml:trace>
  <inkml:trace contextRef="#ctx0" brushRef="#br0" timeOffset="415596.6249">7267 18190 593,'0'0'69,"0"0"-2,95-41 10,-54 12-54,-1-7 17,-6 0 0,-6 2-23,-8 5-10,-7 11-7,-5 6-18,-2 9 12,-3 3-6,4 10-20,4 18 32,1 7 33,2 5 16,2 1 11,1-6-19,-3-4-13,4-7-8,-5-7 4,3-7-22,-2-6 4,2-4 4,-1 0-4,0-1-6,-4-13-4,-2-5-7,-4-1-6,-2-1-4,0 3-1,-1 4-41,1 7 60,3 7-42,7 0 45,-2 17 11,4 5 47,0 3-14,-3-5 5,-1-4 7,-3-9-40,-2-5 17,0-2-6,4-5 12,-1-13-14,0-5-18,-1-2-4,2-3 2,-5-1 4,-2 1-8,-3 3-2,0 1-2,0 11 0,-2 3-5,-2 7 1,1 3 4,1 4-1,-1 16-2,3 9 6,0 0 6,0-1 0,0-3 8,5-6-14,2-4 2,4-3-2,2-4 0,-1-5 2,6-3-2,-3 0-11,1-7-4,-1-9-16,0 5-10,-6 2-14,0 3 23,1 5-54,-2 1 35,-1 7 51,1 13 11,5 7 33,2-1 15,3-2-27,0-3-14,7-1-8,-1-7-9,0-6-2,-3-7-6,-5-3 4,-2-17-2,-4-7-12,-4-1-20,-3-2 2,-1 3 20,-2 4 13,0 4 2,0 8-65,0 8 65,4 3 8,5 3-2,0 18 45,3 3 9,0 7-11,-3-4-26,-3-2-1,-2-5 4,-2-6-8,-2-4-10,0-6 5,0-4-9,0 0 3,0-5-7,-6-15-6,-3-4-20,-3-6-26,0-5 14,3-2 6,3-2-39,6 3 2,0 7-27,12 12 96,15 10 50,1 7 36,-1 10 34,0 17-41,0 9-41,-2 4-14,-4-1 0,-3 5-23,-3 1-2,-6-2-14,-3-5-127,-2-15-130</inkml:trace>
  <inkml:trace contextRef="#ctx0" brushRef="#br0" timeOffset="416673.6113">9733 17860 430,'0'0'211,"0"0"-30,0 0-63,0 0-44,0 0-42,0 0 13,0 72 24,11-30-19,-1-2-18,-3-3-11,-2-11 4,-2-6-7,-3-7-6,1-7-1,-1-5-8,0-1-1,0-1 15,0-21-11,-1-7-6,-8-11-26,3-6-18,0-1-15,2 6-39,4 10 2,0 11 71,8 16-6,12 4 31,8 13 5,5 11 52,-2 2 4,1-4-22,-2-7-3,-2-6-15,0-9-10,-1 0 0,-3-6-4,-6-8-7,-5-6 0,-5-1-27,-5 3 4,-2 4-32,-1 7-35,3 5 53,6 2 15,0 23 20,6 10 2,4 13 47,4-4 23,-1-5-24,5-9-19,1-10-9,-2-11-1,-1-7 0,3 0 3,-1-21-16,-3-7-1,-1-6-3,-7-2 2,-6-1 0,-5 0-2,-5 2-5,0 6-36,0 10-37,0 13 56,3 6 18,3 21-6,0 22 10,0 14 36,1 14-4,-1 2-3,3 4-25,-5 2 3,1-6 9,-2 2-16,-3-12 1,0-17-1,0-18-96,0-20 95,-3-8-101,1-11 62,-2-14-57,-6-8-148,-1-12-4</inkml:trace>
  <inkml:trace contextRef="#ctx0" brushRef="#br0" timeOffset="416892.735">10291 17952 331,'0'-72'73,"16"11"-16,25 12 1,6 15 19,4 15 83,1 18-48,-4 1-23,-2 18 12,-10 18 24,-9 3-70,-12 5-30,-9 2 24,-6 1-26,-7-2 2,-18-5-8,-3-8-16,-5-5-2,3-7-9,1-10-70,3-7-84,4-3-69,8-3-420</inkml:trace>
  <inkml:trace contextRef="#ctx0" brushRef="#br0" timeOffset="417116.5679">10877 17594 1191,'0'0'111,"0"0"-111,0 0 1,0 0 40,0 0-41,0 0-12,-12-12-53,12 14-144,0 10-126</inkml:trace>
  <inkml:trace contextRef="#ctx0" brushRef="#br0" timeOffset="417312.2428">10946 17926 1136,'0'0'109,"0"0"-108,-31 102 6,20-65-5,2-2-2,-1-5-48,1-4-158,-2-2-274</inkml:trace>
  <inkml:trace contextRef="#ctx0" brushRef="#br0" timeOffset="419289.6172">6430 18777 319,'0'0'380,"0"0"-217,0 0-19,0 0 15,0 0-55,0 0-47,0 0 3,-16-85-39,16 70-20,0 1 6,0 3-7,3 4-1,7 7-2,2 0 3,7 27-6,4 15-2,2 11 8,-1 4 6,-8-8-2,2-12-4,-3-10 3,0-12-1,1-8-2,1-4 0,2-3 8,1-6-14,-1-12 6,-1 0-8,-9-3 3,-3 5-17,-5 3-25,-1 9 30,0 4 8,2 7-2,-1 16-2,4 7 13,8 3 7,-1 1-5,6-8 3,7-11 4,-2-7 3,5-2 1,-7-6-10,0 0 19,-6 0-18,-2 0-2,-5 0-2,-8 0 6,-12 0-4,-24 0-2,-10 0-11,-8 0-43,0 0-221,3 0-680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5-11-30T05:34:29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21973 6265 508,'0'0'72,"0"0"-15,0 0 44,0 0 17,0 0-42,0 0-13,0 0-19,7 19-10,46-21-1,21-12-10,14-6-21,8-3 4,-1 1-5,-5 1-1,-13 2 5,-18 5-1,-21 4 5,-20 6-4,-18 3-1,-1 1 0,-34 0 8,-15 9-5,-16 6-7,-7 3 4,-8-1-3,-2 3-1,-1-1 0,2 3 2,10-4-1,22-4-1,23-4 0,21-4-6,6-5-8,33-1 1,19-3 13,15-15 7,9-6-3,2-2-4,-6 3 3,-8-1 2,-6 1-1,-9 4 9,-15 8-6,-17 4 0,-17 7-7,-5 0-4,-34 3 4,-22 14 7,-17 4-1,-11 6-6,-3 1 0,5 1 0,20-5-29,24-6 29,29-6-3,14-3-14,24-5-12,18-4-18,10 0 31,4-14-7,-3-4-64,-4 0-12,-7-2-20,-6 1-67,-5 1-29</inkml:trace>
  <inkml:trace contextRef="#ctx0" brushRef="#br0" timeOffset="1769.0107">22043 6796 566,'0'0'93,"0"0"11,0 0-30,0 0 1,-103-51-36,61 51-10,-3 14-7,1 20-5,6 13 21,13 10-13,10 4 0,9-4-1,6-4-15,12-11 0,13-12-1,11-11-8,5-17 5,5-2-4,-3-27-1,-2-12-8,-10-6-48,-7-1 5,-14 4 36,-7 1 14,-3 5 1,-3 0 5,-7 11 1,1 10 20,2 10 14,3 5 9,4 20-46,0 14 3,0 8-2,14 0 0,1-6-1,2-5-3,6-7-4,3-6-30,4-8-89,3-8-212</inkml:trace>
  <inkml:trace contextRef="#ctx0" brushRef="#br0" timeOffset="2271.0141">22438 6944 806,'0'0'92,"0"0"-33,0 0 28,0 0-9,0 0-61,0 0 0,117-19-2,-54 3-14,2-3 1,1 1-2,-7-4-13,-9 3-15,-14 3-38,-16 4-21,-12 5 3,-8 4-18,0 2 11,-11 1-10,-9 0 55,-2 0-1,-1 0 40,-1-2 7,2-6 0,0-5 1,3-2 18,1-3 45,8 3 32,4-1 17,6 5-57,0 3-29,3 2-2,16 4-7,8 2 13,9 0-2,0 13 5,-4 7-9,-2 1-15,-3 4 0,-9 1 15,-5 0-12,-10 1 9,-3 2-5,-4-1-11,-20 0 3,-6-1-9,0-4-3,4-6-91,6-8-96,14-9-358</inkml:trace>
  <inkml:trace contextRef="#ctx0" brushRef="#br0" timeOffset="2799.01">23468 6536 839,'0'0'18,"0"0"33,0 0 7,0 0-33,0 0-15,-3 95 23,15-45 13,1 1-37,-2-4 18,-4-4-7,-2-7-13,-1-9 3,-3-9-6,1-10-3,-2-5 3,3-3-2,4-5-4,8-18-16,6-11-15,8-5 1,4-1 7,1 5 4,-3 10 18,-1 9-5,-5 13 8,-4 3 0,-6 9 16,-5 13 16,-10 5-2,0 3 8,-16-1-7,-17 0-27,-6-4 7,-2-4-9,5-7-1,9-7-1,12-7-97,8 0-32,5-21-176</inkml:trace>
  <inkml:trace contextRef="#ctx0" brushRef="#br0" timeOffset="3432.8774">24755 6363 542,'0'0'144,"0"0"-35,0 0-8,0 0-41,0 0 0,-82-27-21,46 35-13,-2 15 14,-1 7-5,10 7-16,7 4-3,13 3-8,9-4 0,0-5 4,14-5-11,11-9-2,2-6 3,1-8-1,2-7 3,-3 0-4,1-13-7,-1-12 7,-3-6-26,-2-3 13,-5-1 1,-4-3-7,-4 0 19,-3 1-1,-3 7 1,-1 11 2,-2 10 6,0 9 18,0 9-16,0 20-4,8 8 0,6 1-4,5-4 4,2-7-6,6-7-3,6-7-3,6-4-88,2-6-35,1-3-135</inkml:trace>
  <inkml:trace contextRef="#ctx0" brushRef="#br0" timeOffset="3671.0512">25245 6432 744,'0'0'193,"0"0"-136,0 0 64,0 0-66,0 0-49,0 0-6,103-48-36,-57 28-123,-4 2-29,-3-1-107</inkml:trace>
  <inkml:trace contextRef="#ctx0" brushRef="#br0" timeOffset="4070.7045">25586 6077 840,'0'0'35,"0"0"50,0 0 14,0 0-35,0 0-26,-22 79-7,22-35-27,0 1 3,0-1-1,0-3-1,0-4 1,0-7 2,0-5-3,0-7-2,0-8 2,0-6-3,0-4-2,-1 0 0,1-2 0,0-16-15,0-4-22,16-6-33,8-5-7,7 0 11,6 7 10,-4 11 16,-3 12 24,-9 3 16,-6 18 24,-11 13 26,-4 7 6,0 0 41,-16 2-21,-10-5-18,-14-1-14,-8-2-25,-8-2-15,-2-2-4,6-2-66,8-7-224</inkml:trace>
  <inkml:trace contextRef="#ctx0" brushRef="#br0" timeOffset="4748.9456">24739 7177 785,'0'0'48,"0"0"13,0 0 46,0 0 32,0 0-75,0 0-22,-46-43-34,46 73-2,4 9-2,8 8 6,1-3 0,-2-2-8,0-1 1,-4-7-3,-3-6 4,-2-10-3,-1-8 0,2-8-1,2-2-1,4-9-25,9-16 10,7-9-34,8-4 35,6-1-47,4 4-9,-3 10 46,-2 11 25,-9 11 0,-8 3 2,-12 9 12,-9 13 13,0 4 29,-7 2-22,-17 0-1,-1-1-3,-4-3-18,2-6-4,6-5-8,5-9 0,8-4-29,8-4-117,0-18-195</inkml:trace>
  <inkml:trace contextRef="#ctx0" brushRef="#br0" timeOffset="5280.3297">25231 7223 928,'0'0'81,"0"0"-64,0 0 47,0 0 8,0 0-65,0 0-7,118-51-42,-72 38-63,2-2-4,-2-3-67,-2-4-34,-5-1 21,-5-4 61,-6 0 128,-7 2 102,-10 0 42,-10 3 10,-1 4 33,-3 3-67,-17 8-29,-5 7-2,-8 0-33,-3 17-12,-1 13 1,6 11-3,11 7-23,13 3 9,4-4 0,3-7-15,6-6-1,9-10-2,4-7-9,5-7 8,-1-9-8,1-1-1,-1-5 0,-3-16-4,-1-6-26,-3-5 2,-8 1 4,-3-4 23,-4 6 2,-1 5 0,0 10-1,0 8 2,2 6 5,2 0-1,6 16-1,2 5-3,2 1 3,4-2 1,1-3-6,2-1 0,9-7-28,4-2-33,5-2-22,-5-4-108,-7-1-226</inkml:trace>
  <inkml:trace contextRef="#ctx0" brushRef="#br0" timeOffset="6645.9669">25676 5983 548,'0'0'14,"-126"-66"-14,48 31 0,-7 0 62,-9 3-2,-6 1-54,-8 3-6,-7 1 4,0 3-4,-2 4-1,-3 3 0,-2 5-5,-2 2 6,-7 4 0,-12 5 1,-4 1 1,-8 4 40,1 14-37,4 6 4,-3 1-6,3 5 11,5 2 9,6 4 38,14 5 4,1 4-39,2 6-13,-1 0-9,3-1-4,2 0 0,2-3 3,5 2-1,1-3-1,7 0-1,4-2-1,9 0 0,3 0 2,2-3 1,3 0-2,1-3 0,-3 1-2,1 0 0,4-1 2,3-2 0,4 3 3,6-2-6,2 5 3,5 0 0,6 3-1,8 4-1,13 9 2,9 5-2,12 3-2,9 3 4,2 0-5,7 4 5,18 5-1,11 3 0,12-1 1,15 0-1,6-2 2,7-2 4,3-3-5,4-3 3,4-7-2,4-5 0,3-6 5,6-1 3,9-5-7,4 0 11,14-5-12,9-6 1,0-5 20,5-9-2,-9-7 10,-10-7 4,-6-7-8,-2 0-5,-5-7-2,2-11 8,6-4-3,10 2-20,4-1-4,6 2 3,5-1 2,-6 0-8,-4-1 6,-9 0-3,-8-3 5,-9-3-5,-3-3 1,-2-2 0,-1-2 0,2-3-1,-1-4 0,2 0-12,-3 2 7,0 5-8,0 7 11,0 5 1,-5 5 2,-1 2-1,-7 4 1,-10 3 2,-9 2-6,-7 3 7,-2 1-5,1 0 1,0 2 0,-1-1 1,0 1-1,-1-3 0,3-2-1,-2-5 1,1-5 0,-2-3-1,-7-7 1,-3-8 1,-9-8-1,-8-7-1,-7-7-2,-11-9-16,-10-4-19,-3-9-4,-1-1-21,-19-7 28,-10-1 11,-5 1 22,-7-1 1,-1 0 2,0 0 16,2-3 27,2-1-8,-1-1-6,-3-5 8,-4 2-22,-8 1 15,-9 7-11,-12 15 1,-13 18-5,-23 31-16,-39 22-5,-50 28-109,-51 34-140</inkml:trace>
  <inkml:trace contextRef="#ctx0" brushRef="#br0" timeOffset="11540.6881">14211 2023 356,'0'0'162,"0"0"-129,0 0-25,0 0 63,110 3 53,-37-3-98,25 0 22,20-6-20,13-11-18,2-2 8,-6-1-4,-12 2-4,-17 2 2,-16 3-12,-25 8-3,-26 5-39,-25 0-152,-9 0-157</inkml:trace>
  <inkml:trace contextRef="#ctx0" brushRef="#br0" timeOffset="11767.0839">14410 2182 360,'0'0'284,"0"0"-261,0 0-8,0 0-12,100-5 68,-25-12-24,7-2-28,6-4-13,0 1-3,-5 2 4,-5 1-7,-12 6 4,-17 6-8,-21 7-57,-28 0-150,-16 6-89</inkml:trace>
  <inkml:trace contextRef="#ctx0" brushRef="#br0" timeOffset="11880.9519">14427 2323 836,'0'0'0,"0"0"-30,154-22 30,-10-19 0,40-17-44,26-12-574</inkml:trace>
  <inkml:trace contextRef="#ctx0" brushRef="#br0" timeOffset="35578.7401">21349 6127 113,'0'0'128,"0"0"-32,0 0 59,0 0 9,-85 4 1,75-4-69,4 0-3,1 0-22,5 0-7,0 0-22,11-2-37,29-7 15,23-8 2,22-11-9,10-9 17,11-4-28,12 0 22,7 0-6,11 4 11,3 2-9,-11 6-17,-20 4-3,-31 10 0,-35 5-2,-21 7 1,-18 3-14,-3 0 15,-8 2 2,-29 17-2,-15 10 0,-21 5 6,-13 8-3,-12 5-3,-14 2 0,-6 3 4,-1-4-6,10-6 2,15-5 0,26-7-10,24-11 0,19-5-5,22-9 1,3-5-32,37-2-2,21-22 14,20-11 33,14-10 0,4-4-23,-1-4 24,-4 1 1,-10 4 8,-15 8 14,-20 18-15,-24 12-3,-22 10-5,-19 11 10,-41 28-10,-28 13 0,-21 7 10,-13 2-9,-2-1-1,6-3 0,17-4-6,19-9 18,33-12-12,38-13 0,23-19-10,55-3 8,30-31-39,27-15 22,15-11 5,1-9-55,-1-6 69,-12 1 2,-11 3 1,-19 14 23,-33 23 5,-35 18-23,-29 16-8,-59 27 2,-36 23-2,-27 13 0,-16 5 6,-3-2-1,12-6-3,17-4 4,32-10 6,34-10 13,41-14-2,29-20-23,59-8-13,41-32-23,24-20-35,8-10-77,-5-7-91,-20-1 122,-16 3 109,-21 7-109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5-11-30T05:23:58.8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4850 2619 909,'0'0'33,"0"0"110,0 0-59,0 0-73,0 0 0,0 0 0,-12 76-6,9-35 21,0 0-9,-2-5-14,1-3 3,-2-8-2,3-7-4,2-8 1,-1-4 3,2-6-2,0 0 1,0 0 2,2-3 3,14-14-6,9-4 2,5-1-2,4 2 2,2 7-2,5 10-1,0 3-1,4 10 3,-3 19-3,-2 6 0,-7 3-1,-12 1 4,-9-1-7,-12-2 8,0-3-1,-21 0 10,-10-3-10,-7-5 8,1-8-11,0-8-4,13-9-6,0-2-34,9-21-47,6-6-83,5-8-48,4-1-312</inkml:trace>
  <inkml:trace contextRef="#ctx0" brushRef="#br0" timeOffset="200.2177">4920 2657 614,'0'0'149,"0"0"-28,0 0-31,0 0-13,0 0-62,0 0 8,112-75-12,-58 57 5,2 2-6,1 5-10,-6 4-7,-5 7-77,-6 0-155,-7 2-157</inkml:trace>
  <inkml:trace contextRef="#ctx0" brushRef="#br0" timeOffset="919.8351">5547 2337 333,'0'0'235,"0"0"-155,0 0 29,0 0-63,-84-66-4,60 58-5,-3 1-12,-4 3-11,-5 0 1,-4 4-1,-5 0-10,-7 0 11,-5 0-9,-2 12 63,-4 4-34,0 5-32,1 8 13,-1 2 2,3 12-11,8 6 16,6 7-16,10 6-6,8 1-1,5 6 6,8 2-6,-1 1 0,10-2 2,3-4 4,3-2-3,0-5-2,18-2 7,3-3-8,10-4 0,8-3 1,12-4 1,5-4 2,7-9-4,3-5 3,4-11-9,4-13-7,3-1 9,3-15 2,2-15 2,-1-6-8,2-11 12,2-5-4,-4-6 7,-5-7-1,-9-3 6,-15-4 10,-10-4-2,-17-2 20,-14 1-16,-11-1 1,-9 3 7,-24 8-20,-10 3 0,-7 12 1,-3 13-13,-5 13 11,1 12-11,3 9 1,2 5-2,6 0-36,4 7-42,5 6-108,7-1-237</inkml:trace>
  <inkml:trace contextRef="#ctx0" brushRef="#br0" timeOffset="64827.7156">9542 2727 809,'0'0'31,"0"0"11,0 0 0,0 0 1,0 0-4,0 0-25,0 0-5,-19 5-9,13 12 4,0 3 7,3 2-7,3 0 5,0 3 10,0-1-7,12-1 5,7-1-2,4-3-14,2 0 11,9-4-7,-1-1-3,3-3 10,-5 2-10,-7 0 5,-6 0 16,-9 1-15,-2 1 6,-7 2-9,-4 2 3,-17-1 9,-12-1-15,-4-2-4,3-5 1,1-6-63,3-4-40,9-3-27,0-16-208</inkml:trace>
  <inkml:trace contextRef="#ctx0" brushRef="#br0" timeOffset="65013.5035">9469 2723 714,'0'0'110,"0"0"-51,0 0-11,103-60 1,-54 44-32,9 0-7,5 5-10,-6 3 0,-8 3-11,-13 5-82,-11 0-139,-8 0-114</inkml:trace>
  <inkml:trace contextRef="#ctx0" brushRef="#br0" timeOffset="65512.1553">9891 2274 474,'0'0'1,"0"0"35,-107-23 4,56 23 10,-1 0 7,-4 12-44,-3 9 0,-11 9 4,-2 7 4,0 12 127,4 13-116,11 10-10,8 7-3,13 2-17,5-1 22,13 3 2,15-4-16,3-2 24,25-7-12,24-8-5,17-8 10,15-7-26,16-11 13,3-13-14,3-15 1,-2-8-6,2-24 9,-6-19-4,-3-10 9,-9-10-8,-10-11 4,-14-8 3,-12-10 15,-16-9 23,-15-7-27,-8 4-4,-10 14 10,-10 18-21,-26 18 12,-19 18-13,-11 12 0,-7 11-3,-7 13-5,2 3-31,2 24-38,6 16-62,7 17-35,9 15-274</inkml:trace>
  <inkml:trace contextRef="#ctx0" brushRef="#br0" timeOffset="66024.8781">9459 3440 417,'0'0'127,"0"0"9,0 0-3,0 0-28,0 0-31,-26-75 4,23 74-15,2 1-10,-5 0 3,-5 13-45,-8 22-11,-11 23 12,-4 19-4,-8 15 18,-7 7-13,0 0-11,1-6 13,5-9-13,8-5 0,7-12-2,13-14-1,4-10-32,7-13-12,4-8-92,0-8-37,0-4-249</inkml:trace>
  <inkml:trace contextRef="#ctx0" brushRef="#br0" timeOffset="66415.8389">8298 4592 715,'0'0'96,"0"0"19,0 0-21,0 0-12,0 0-50,0 0-15,-37 83 20,32-27-19,5 8 2,0 1-17,0-5 4,0-7-7,8-11 0,11-7-14,6-10-33,5-11-69,3-11-37,1-3-186</inkml:trace>
  <inkml:trace contextRef="#ctx0" brushRef="#br0" timeOffset="66741.2108">8574 4678 280,'0'0'389,"0"0"-252,0 0-38,-18 108-30,18-63-14,3-2-41,16-7 7,4-7-9,7-12-8,1-7 1,3-10-5,2 0-1,-5-12 1,-5-15 0,-4-7 4,-6-5 1,-10-4-1,-6 0 3,-4 5 4,-20 7 11,-3 8-1,-4 13-17,-2 10-2,2 2-2,-1 23-9,7 6-4,6 2-32,13-5-65,6-7-68,0-10-261</inkml:trace>
  <inkml:trace contextRef="#ctx0" brushRef="#br0" timeOffset="67230.1711">8756 4370 559,'0'0'56,"-88"-45"-7,43 29 33,-4 5 23,-4 6-65,-11 5-1,-9 3-20,-6 22 11,-6 11 126,0 14-131,6 9 0,6 11-8,10 12-16,17 16 7,13 9-7,18 3-1,15-1 20,5-8-17,26-8 12,15-6-15,12-15 4,14-13-4,12-17 0,5-15 0,10-15 0,-1-12-1,2-17 1,1-27 0,-2-17 5,-7-16-4,-4-10 2,-16-6 2,-14-7 5,-22-5-8,-22 2 10,-14 9-4,-6 16-4,-30 20 11,-15 19-8,-10 12-4,-6 9-3,3 8-1,1 7-4,11 3-14,10 0-40,11 6-43,10 5-89,12 0-371</inkml:trace>
  <inkml:trace contextRef="#ctx0" brushRef="#br0" timeOffset="69467.6709">15053 2643 835,'0'0'1,"0"0"26,0 0-8,0 0 12,0 0 4,-21 91-27,39-62 0,5 0 2,4 1-9,4 3 9,-1-1-8,-2 0 1,-6 1 16,-10-4-1,-7 0 8,-5-2-9,-8-5-6,-20 0 6,-8-6-10,-4-6-7,2-7-14,3-3-107,9-16-239</inkml:trace>
  <inkml:trace contextRef="#ctx0" brushRef="#br0" timeOffset="69647.777">15046 2655 443,'0'0'325,"0"0"-231,92-45-45,-52 36-25,-1 4-23,-3 5-2,-4 0-3,-4 0-44,-6 6-104,-7 2-127,-2-1-134</inkml:trace>
  <inkml:trace contextRef="#ctx0" brushRef="#br0" timeOffset="70160.6775">15328 2403 306,'0'0'97,"0"0"-7,0 0-49,0 0-13,-105-26-8,71 26 12,-5 0-21,-7 2 15,-5 15-7,-9 8 8,-11 12-6,-11 12-1,-2 9 96,5 8-86,12 6-22,16 3 0,14 4-8,16 3 0,17 4-1,4 2 3,26-5-2,19-1 0,17-12 28,12-11-1,10-15-25,7-17 8,4-17-1,5-10-1,3-24 21,-4-23 0,-5-13 6,-8-13-8,-11-9 0,-13-7 1,-16-11 1,-17-6-23,-25-3-6,-4 9 5,-29 12-2,-24 19-6,-11 20 1,-12 20 2,-7 19 0,-2 10-27,7 25-35,5 20-3,9 11-26,9 9-97,5 8-244</inkml:trace>
  <inkml:trace contextRef="#ctx0" brushRef="#br0" timeOffset="70511.5068">14631 3523 835,'0'0'36,"0"0"24,0 0 0,0 0 34,0 0-10,0 0-51,-45-41-31,24 69-2,-10 21 1,-18 18-1,-7 17 5,-12 7-3,-1 7 0,7-1 0,5-4-2,11-4 0,4-11 0,6-12-1,3-10 1,5-12-7,4-11-36,6-12-72,2-9-63,1-3-240</inkml:trace>
  <inkml:trace contextRef="#ctx0" brushRef="#br0" timeOffset="71157.7196">13660 4669 699,'0'0'82,"0"0"-49,0 0 53,-93-28-32,58 28-25,-4 0-17,-3 21-10,-4 19 17,-1 16 12,3 21 2,5 17-1,14 5 0,14 1-4,11-8 3,17-9-13,17-14 0,11-16-18,10-16 0,7-17 1,7-16 3,-3-4-4,-7-30 0,-5-16 0,-9-16 1,-7-12 2,-10-7 1,-14-7 0,-14-2 1,-4-3-3,-25 9-2,-8 17 1,-10 23-4,-7 27-8,-4 17 4,-2 4 0,3 24-37,8 12 1,18 5-5,10 1-43,16-5-64,5-4-212</inkml:trace>
  <inkml:trace contextRef="#ctx0" brushRef="#br0" timeOffset="72291.8051">13403 5098 529,'0'0'158,"0"0"-20,0 0-37,0 0-30,0 0 17,0 0-36,0 0-26,-16-11-19,14 36-6,2 8 0,0 5-1,0 2 2,0-6-5,0-1-6,2-7-53,5-10-26,2-6-49,3-9-151,0-1-111</inkml:trace>
  <inkml:trace contextRef="#ctx0" brushRef="#br0" timeOffset="72645.6739">13539 5095 5,'0'0'712,"0"0"-605,0 0-94,0 0 19,0 0 11,-7 79-13,7-50-6,13-5-9,-1-8 0,3-2 3,-2-7-14,3-7 4,0 0 6,0-4-1,0-14 2,1-6-13,-5-3 1,-5-3 3,-5 0-5,-2 0 4,-6 3-1,-11 6 0,-4 7-2,-2 11-2,-1 3-8,1 7-5,1 14-36,4 0-13,8-4-110,7-3-211</inkml:trace>
  <inkml:trace contextRef="#ctx0" brushRef="#br0" timeOffset="73525.8209">15084 3477 282,'0'0'57,"0"0"28,0 0-1,0 0-11,0 0 36,0 0-21,0-43-18,0 42 4,0-1-26,0 2 0,0 0-2,0 0-11,0 0-11,0 0-12,0 10-5,14 16 6,10 13 18,7 15-1,7 10-11,8 4 5,2 6 2,2-3-12,-1-3-4,-5-5-6,-5-7-1,-2-6 0,-7-12-3,-6-10 0,-8-8-1,-9-9 2,-4-5-1,-1-3 0,-2-3 7,0 0-7,0 0 1,0 0 0,0 0 6,0 0-7,0 0-2,0-6-4,0-1-27,0 0-8,4 0-51,1 1-55,2 3-56,-1 2-248</inkml:trace>
  <inkml:trace contextRef="#ctx0" brushRef="#br0" timeOffset="74909.9364">15790 4213 397,'0'0'27,"0"0"24,0 0 46,0 0 18,0 0-16,0 0-16,-22-39-35,13 38-11,-7 1-9,-7 0-18,-8 2 5,-8 16-13,-6 12 11,-2 13 13,2 12-6,3 15 14,8 10 2,10 9-4,10 4-11,13 1-1,1-6-7,18-7 5,17-15-18,13-12 2,20-12 1,11-12-2,7-14 4,3-15-5,1-1 1,-1-29-2,0-10 4,0-13-3,-2-10 1,-5-11 1,-12-12 1,-7-4-1,-11-3-2,-13 2 6,-14 4-3,-16 6 23,-9 9-5,-20 13-8,-29 12 5,-21 10-10,-21 9-4,-16 6-3,-12 9-1,3 10-2,12 2-12,18 12-9,23 14 11,20 7-15,14 3-31,14 2-69,10-1-24,5-8-212</inkml:trace>
  <inkml:trace contextRef="#ctx0" brushRef="#br0" timeOffset="76297.8901">15778 4574 658,'0'0'168,"0"0"-101,0 0-27,0 0-15,0 0-17,0 0-8,0 0 4,0 0-1,0 0-2,-4 0 6,-7 3-6,-5 2 6,1-3-2,-1 0-5,4-1 4,4-1 0,0 0 0,4 0 14,3 0 1,1 0 18,0 0 10,0 0-10,1 0-12,17 0-17,6-4-6,7-3 7,5 3-8,2-2 12,2-1-4,4-2-6,-2 1 5,-1-2-7,-10 2 1,-9 1-1,-7 1 3,-9 3-2,-3 1 0,-3-1-1,0 0 9,0-1-1,-1-1-2,-5 2 6,0 1-12,-2 0 7,4 2-6,-1 0 3,1 0-1,-2 10-1,-1 14-2,1 13 6,4 10-6,1 6 7,1 6-8,0 2 1,0-5-5,0-2-37,1-7-97,4-8-74,2-8-413</inkml:trace>
  <inkml:trace contextRef="#ctx0" brushRef="#br0" timeOffset="79506.3566">7322 3004 829,'0'0'69,"0"0"-40,0 0 10,0 0-23,0 0-4,0 0 9,-22 10-21,56 3 11,12-3 0,11-3-4,10-7 0,6 0-6,6-2 2,-4-12-2,-8-3-1,-12 1-3,-16 4-20,-11-2-25,-10 2-2,-9 1 10,-6 1 31,-3 3 6,0 2 3,0 2 10,0 3-9,0 0 18,0 0-19,12 13-2,6 10 2,6 5 0,3 5 0,-2 2 1,-4 3-1,-8 3 0,-13 2 2,-1 1-2,-31-2-9,-12-1-116,-13-9-275</inkml:trace>
  <inkml:trace contextRef="#ctx0" brushRef="#br0" timeOffset="79979.7645">7158 1980 963,'0'0'74,"0"0"-50,0 0-24,0 0-7,-18 114 7,18-59 2,12-5-2,4-3-1,1-6-32,8-8-57,-1-11-123,0-9-189</inkml:trace>
  <inkml:trace contextRef="#ctx0" brushRef="#br0" timeOffset="80268.8295">7408 2238 534,'0'0'79,"0"0"-11,39 79-8,-9-68-34,6-9-13,6-2-7,2-12 3,-2-13 8,-3-8 1,-10-5-4,-12-3-7,-11-2-3,-6 0 14,-7 2 36,-20 7-9,-4 9 1,-5 15-43,0 10-3,3 16-8,6 20-1,5 11-17,11 5-110,10-3-212</inkml:trace>
  <inkml:trace contextRef="#ctx0" brushRef="#br0" timeOffset="81137.4468">11341 3175 783,'0'0'50,"0"0"3,0 0-14,0 0-5,0 0-27,0 0-6,60 13 7,-2-11-4,11-2-2,10 0 0,3-5 1,3-11 0,5-7-3,-1-3 2,-7-3-4,-10 0 2,-17 4 0,-16 3-2,-17 7 5,-16 3-2,-6 2-1,-17 2-9,-18 4 0,-7 1-17,-1 3 7,4-1 19,9 1-7,14 0 6,13 0-1,3 0-22,13 0-76,23 0 91,12 0 9,7 0 2,3 0 2,-4 13 6,-2 6 28,-6 7 14,-9 3 13,-14 8-15,-14 2 0,-9 4-25,-30-1-18,-19-1 3,-14-4-10,-1-8-77,0-8-78,7-14-180</inkml:trace>
  <inkml:trace contextRef="#ctx0" brushRef="#br0" timeOffset="81611.9084">11261 2257 897,'0'0'28,"0"0"24,0 0-1,0 0-1,0 0-44,0 0-4,58-4 2,-12 4 4,8-5-1,1-8 5,-4-3-6,-7 1 5,-9 2-3,-17 4-8,-6 5 4,-12 3 1,0 1 0,0 1 20,-2 22-25,-8 13 2,4 14-3,1 11 3,5 8-4,0 4-7,18 1-114,6-7-114</inkml:trace>
  <inkml:trace contextRef="#ctx0" brushRef="#br0" timeOffset="82795.8024">17276 3360 854,'0'0'28,"0"0"33,0 0 12,0 0-5,0 0-21,0 0-17,-62-10-30,99 10 0,21 0 0,12 0 5,9 0-4,6-5-2,8-5-1,4-4 0,6-2 2,1-1 2,-6 1 1,-8 2 6,-15 1-9,-19 5 0,-23-1-2,-14 2 6,-14 0-4,-3-2 6,-2-4-2,0-1 0,-11-2-1,-2 0-3,-2 1 0,-5-3 4,0-1-3,-6-2-1,-3-2-10,-4-2 9,0 0-6,0-1 7,2 0-4,4 4 7,4 5-3,7 6 0,8 5 1,7 5 10,1 1-2,0 0-9,13 4-12,17 12 7,18 5 5,8 2 5,7 0-3,1 3-2,-3-3 0,-8-1 0,-7 0 0,-12 3 2,-14 2-2,-17 5 0,-3 3 1,-29 2 9,-18 1-6,-11-3-4,-6-4-13,1-5-105,10-9-48,9-7-423</inkml:trace>
  <inkml:trace contextRef="#ctx0" brushRef="#br0" timeOffset="85744.7639">4908 2794 235,'0'0'70,"0"0"-18,0 0 6,0 0-6,0 0-6,0 0-7,0 0-22,-36 4 36,27-3-12,-1 0-31,-5 1 21,4-2-5,-2 1-19,4 1 8,0-2 14,3 0 7,-1 0-13,5 0-13,1 0 13,-1 0 15,2 0-6,0-3-9,0-4-5,0-3 5,0-5-16,0-3-6,8-2 10,8-3-6,5-1 1,3-1 13,3-1-4,6 1 11,4 0 7,0-1-16,2 6 1,-3 6 3,-5 13-17,-4 1-3,1 24-1,1 14-1,-7 8-1,-4 7 4,-2-4 3,-8 2-5,-5-3-3,-3 0-1,0-3-1,-6-1-1,-12-3 6,-2-3-1,-3-5-2,-3-3 2,-2-2-2,3-4-3,-2-1-21,3-3 4,0-5 14,8-2 2,4-3 7,1-5-6,1 0 6,5-3 3,4-2-1,-1 0-2,2 0 8,0 0 5,0 0 30,0-8-32,0-2-9,0-4 3,2 0-2,14-4-2,5-1 0,6-1-1,9 2 7,4 6-3,0 6 5,1 6-4,-3 0-5,-2 17-1,0 5 0,-6 8 1,-8 1 0,-10 3 0,-7 4 0,-5 1 8,0 3-3,-14 0 5,-13-3-6,-9-2-3,-7-3 4,-3-4-5,-3-9-4,5-9 2,3-9-64,5-3-45,11-17-67,10-9-191</inkml:trace>
  <inkml:trace contextRef="#ctx0" brushRef="#br0" timeOffset="87197.7213">9454 2764 385,'0'0'147,"0"0"-63,0 0-21,0 0-38,0 0-7,0 0 9,-37 0-11,25 6-2,4-3 2,1-1 24,1-2 4,3 0-8,3 0 5,0 0-1,0 0 17,0 0-14,0-11-28,3-4-8,12-4-4,6-1-1,4 1-2,3-2 17,5-1-7,3 2 16,3 2-9,5 7 0,0 7-2,-4 4-15,0 11 0,-10 17-4,-9 11 2,-8 1 2,-10 6 2,-3-2-2,0 2 4,-17-4-4,-7-1-8,0-4 5,-8-3-7,1-6-2,1-6 2,3-4-24,5-5 2,3-7 5,7-5 5,3-1 22,2 0-1,5-7 0,2-7-2,0-3-6,2-2 9,15-2-5,7 1 5,6 2 2,9 5 0,1 4 15,2 8 2,-5 1-11,-4 5 7,-6 16-5,-12 6-4,-6 5 19,-9 2-16,-2 4 14,-19-3-8,-7-1-3,-2-3 1,-1-3-11,-2-6-2,5-6 5,-2-5-5,3-5-7,2-6-53,4 0-56,0 0-34,7-10-276</inkml:trace>
  <inkml:trace contextRef="#ctx0" brushRef="#br0" timeOffset="88693.69">14676 2846 475,'0'0'44,"0"0"-4,0 0 89,0 0-37,0 0-43,0 0-30,-12-33 8,12 25 18,12-3-13,4-3-11,8-4 1,10-2-8,8-3 2,6-1-9,5 2 5,0-1 16,2 6-4,-3 3 7,-4 7-1,-2 7-23,-5 0 9,-6 2-16,-6 15 1,-5 7-4,-8 8 3,-7 3 0,-8 5 0,-1 1 3,-7 2 3,-15-2-6,-7-3 3,-2-4-2,-2-5-1,-1-3 0,2-8-2,-1-4 2,5-3 0,4-4 3,4-4-2,4-1-2,7-2 0,4 0 1,3 0 0,2 0-5,0-3-12,3-8-10,17-2-8,3-1 29,7 0-5,3 1 11,3 3-2,3 3 4,1 4-2,-3 3 11,-1 0 0,-5 16 5,-7 8-9,-10 4-4,-8 6 6,-6 4 1,-5 1 10,-23 0-4,-8-3-10,-9-3 6,-7-2-9,-5-5-2,1-3-1,3-6 0,4-7-18,9-10-64,7 0-61,8-5-156</inkml:trace>
  <inkml:trace contextRef="#ctx0" brushRef="#br0" timeOffset="90604.6333">15760 4402 400,'0'0'106,"0"0"-5,0 0 64,0 0-69,-22-76-29,21 68-27,-1 3 6,2 4-9,-1 1 8,-1 0-11,2 0-14,-3 1-17,0 21 0,1 10-3,-2 9 5,4 3-4,0 2 6,0-2-3,0-4-4,0-5 0,7-6 1,-2-5-1,-3-5 0,-1-8 3,1-5-5,-2-5 2,1-1 0,-1 0 4,3 0-4,0-8 8,3-8-8,6-4 2,-2 0-3,5 1 1,3-2-7,6 1 5,3 0-6,6 2 6,3 3 0,1 0-1,4 8 2,-3 7-1,-4 0 2,-4 12-1,-9 10-6,-8 5 7,-7 3 0,-6 1 2,0-2 0,-3 2 1,-12-3 1,-7 2 6,-2-1-8,-1-3 1,-3 1-3,3-4 2,0-2 2,1-6-4,5-2 0,6-6 0,3-7-30,6 0-58,-2-7-13,3-14-248</inkml:trace>
  <inkml:trace contextRef="#ctx0" brushRef="#br0" timeOffset="90897.4173">15750 4366 773,'0'0'63,"0"0"23,0 0-2,0 0 9,0 0-42,0 0-35,78-64 7,-23 47 0,6-2 4,4 0-12,-2 4-7,-9 0 0,-14 8-7,-13 3 1,-15 4-4,-9 0-35,-3 0-98,-7 10-19,-16 0-224</inkml:trace>
  <inkml:trace contextRef="#ctx0" brushRef="#br0" timeOffset="92206.9789">11543 2189 472,'0'0'28,"0"0"61,0 0-16,0 0 46,0 0-41,0 0-25,-30-18-36,30 18-10,0 6-3,0 12-2,0 8 6,0 8 14,0 2-8,0 7 18,0 3-12,3 2-3,3 3 3,0-2-7,1-5-7,-1-7-1,-1-12-3,-1-5 1,-1-10-3,2-6 7,-4-2-4,2-2-1,4 0 5,1-13 13,4-7-17,6-5 7,-3-5-9,7 2 2,-1 2-2,3 7-1,0 3 0,4 9 0,2 6 2,3 1-2,0 7 4,-5 17-3,-7 11 2,-9 5 0,-9 0 8,-3 2 3,0-8-1,0 1 9,-12-7-4,-7-3-18,-3-2 5,-1-5-3,-3-4-4,3-4-22,1-6-37,0-4-30,1-4-9,0-17-188,2-8-308</inkml:trace>
  <inkml:trace contextRef="#ctx0" brushRef="#br0" timeOffset="92540.0388">11416 2225 667,'0'0'113,"0"0"3,0 0-60,0 0 4,0 0-32,0 0-17,33-27-7,4 16 23,5-2 16,4-1-7,2 0 6,6-1-17,1 0 2,-2 0-7,-6 2-12,-10 3-2,-10 3-6,-12 5 0,-11 0-2,-4 2-22,0 0-55,-6 9-64,-13 3 10,-3 1-339</inkml:trace>
  <inkml:trace contextRef="#ctx0" brushRef="#br0" timeOffset="94841.39">17900 2237 711,'0'0'33,"0"0"43,0 0 4,-8-91-35,8 71-8,0 2-7,0 2 11,-1 4-4,-7 3-4,-5 4-13,-4 5-19,-11 0-1,-6 11-6,-8 14-7,0 8-13,5 3 14,7 0-13,11-2 24,11-4-9,8-3-7,0-5-1,17-3 3,11-5 10,5-3 5,6-1 0,3-2 2,0 0 1,2 1-3,-4-1 3,-5 4 5,-8 1 12,-11 3-14,-9 5-4,-7 2 2,0 5-2,-22 0 7,-5-2-8,-2-5 2,-1-6-6,0-8-2,6-7-17,0 0-6,3-19-1,6-12-16,3-9 2,9-2-66,3-2-25,6 3 38,18 4-4,9 5-59</inkml:trace>
  <inkml:trace contextRef="#ctx0" brushRef="#br0" timeOffset="96072.6934">22634 2587 519,'0'0'55,"0"0"-12,0 0 34,0 0 5,-88-25-58,64 31-11,0 18-6,-3 14 7,-1 13 2,2 12-1,6 11-3,11 5 4,9-2 13,0-5-19,13-9-1,19-14 0,11-9-6,6-14 12,11-12-8,5-11 2,7-3 21,0-20-7,-2-13 12,0-11-3,-3-10 2,-5-6-2,-5-8-5,-13-3-4,-16-4 5,-19-2-15,-9-5-13,-20-3 7,-21 6 0,-13 14-8,-7 21 1,-6 23-9,-3 18 7,-1 3-23,4 22-16,6 15-36,12 10 5,13 8-2,11 2-99,8-4-199</inkml:trace>
  <inkml:trace contextRef="#ctx0" brushRef="#br0" timeOffset="96557.7236">22673 2705 721,'0'0'71,"0"0"-19,0 0 0,0 0-32,0 0-20,0 0 12,77-50 10,-53 50-4,0 13 30,-5 7-6,-7 2-19,-6 5-15,-6 0-4,0-3 4,-10-3 0,-7-4-6,-2-4-2,4-4-14,6-5-35,6-4 3,2 0 15,1-4 21,0-8-20,0 1 16,9 1 10,4 5 8,1 4 5,3 1 5,1 4-4,3 21 13,-2 6 6,-8 5-7,-10 3-14,-1-5-2,-15 1 0,-13-4-6,-5-2-29,-2-5-70,2-5-196</inkml:trace>
  <inkml:trace contextRef="#ctx0" brushRef="#br0" timeOffset="96985.8741">22618 3200 529,'0'0'127,"0"0"-21,0 0 12,0 0-55,0 0-43,0 0-19,-30 38 10,13 6 19,-5 8 8,-5 10 1,-3 6-21,-1 7-3,-3 7 31,-4-2-23,1-1-3,-1-9-18,7-8 7,6-9-3,5-11-3,8-9-5,4-11 2,3-9-30,2-10-79,0-3-43,-1 0-190</inkml:trace>
  <inkml:trace contextRef="#ctx0" brushRef="#br0" timeOffset="97630.4254">21982 4054 455,'0'0'18,"0"0"68,0 0 24,0 0 8,0 0-39,0 0-28,-54-68-28,29 71-13,-8 18-10,-6 10 1,0 13 5,-2 9-3,2 14 12,4 10 4,10 11-4,15 5 16,10 3-12,4-4 9,29-6 15,16-14-22,17-10-12,12-17-6,9-15 0,7-15 0,-3-15-3,-1-10-3,-4-29 1,-2-19 3,-3-15-1,-6-8 6,-10-9-4,-19-5 19,-18-1 0,-20-1-11,-8 1-2,-27 7 3,-16 12 1,-14 15-12,-9 20-3,-2 20 1,-7 18-4,4 4-5,5 7-10,6 15-27,10 4-32,9 3 0,5 1-62,7 0-200</inkml:trace>
  <inkml:trace contextRef="#ctx0" brushRef="#br0" timeOffset="97927.8087">21894 4335 798,'0'0'48,"0"0"-47,0 74 36,0-27 5,0 3-33,0-4-5,4-4-4,5-6-6,2-8-87,-1-8-126,4-12-305</inkml:trace>
  <inkml:trace contextRef="#ctx0" brushRef="#br0" timeOffset="98215.4491">22188 4414 754,'0'0'39,"0"0"11,-5 94 17,19-67-44,5-9-23,5-7 8,3-6 0,1-5-6,0 0 19,-1-12 4,-2-10 2,-6-6-6,-5-5-9,-8-2 5,-6-2-4,-3 3-13,-19 5 4,-6 8-4,-4 9-10,0 12-17,-3 0-47,2 9-59,-1 9-261</inkml:trace>
  <inkml:trace contextRef="#ctx0" brushRef="#br0" timeOffset="98944.4486">21872 4947 401,'0'0'68,"0"0"-6,0 0 30,0 0-5,0 0-13,0 0-39,0-59 37,0 57-28,0 2-10,-5 0-16,-3 10-16,-8 18 3,-2 15-4,-3 18 10,-1 10 2,1 10 1,-4 5 19,-2-3 2,1-4-1,3-8-1,5-9-20,3-12-3,6-8-5,3-13-2,3-11 0,3-9-3,0-6 0,-2-3 0,1 0-2,-5-2-23,0-9-46,0-2-28,-2 2-8,4 3-149,-3 1-118</inkml:trace>
  <inkml:trace contextRef="#ctx0" brushRef="#br0" timeOffset="99598.425">21555 5717 566,'0'0'36,"0"0"34,0 0 63,-91-68-54,58 55-27,-1 4-10,-6 9-12,0 0-9,-5 12-7,-6 16-5,-3 8-9,0 10 9,-2 7-2,4 11 0,7 6 0,3 8-4,9 4-2,4 1-1,3 2 2,7 1 4,8 6-3,8-6-1,3-2-2,18-3 1,12-12-2,10-11 1,14-10 0,4-16-3,8-14-22,3-18 10,-2-4 14,4-32 2,-2-15 5,-1-10 34,1-7-10,-6-2 23,-6-2-25,-13-2-9,-16-1-9,-11-4-7,-11-2-1,-6-3 10,-3-3-7,-24 5 9,-9 9-9,-6 13-5,-7 20 1,-3 11 1,-3 12-2,0 9 0,0 4 0,8 4-3,6 0-18,9 12-33,12 9-50,10 8-8,7 9-144,3 11-292</inkml:trace>
  <inkml:trace contextRef="#ctx0" brushRef="#br0" timeOffset="100091.6702">21282 6255 1019,'0'0'16,"0"0"-5,-28-94-3,11 71 24,-2 7-6,-2 11-23,0 5-3,-6 4 0,0 17-16,2 6 14,4 0 0,8 1-4,5-1 5,8 0-1,0-2-1,23 0 1,11 0-3,8-3 5,4-2 0,2-2 3,1-1-1,-9-1-2,-5 1 0,-12-2 0,-12 5-1,-11 1 1,0 2 2,-27-1 6,-4-2 3,-5-3-11,2-9 5,2-6 2,4-2-6,4-6 3,6-14-1,6-6-2,11-5-1,1-8-5,14-1-23,19-9 14,11-4-29,11-6-30,8-8-103,7-8-79,6-12 12</inkml:trace>
  <inkml:trace contextRef="#ctx0" brushRef="#br0" timeOffset="100959.6841">22993 3081 372,'0'0'98,"0"0"-16,0 0-17,0 0 43,0 0-44,0 0-37,-4-8-5,4 9-21,6 18 22,7 9 11,10 11-3,8 13 16,11 10-2,10 9-36,11 11 27,4 10-34,5 5 6,2 1-8,-1-6 5,2-8-5,-7-13 0,-7-9 1,-13-8-2,-11-13 2,-14-8-1,-8-7 0,-9-10 2,-3-6 1,-3-4-3,0-3 0,0-3 0,0 0-3,0 0 3,0 0 0,0 0-4,0-5-5,0-3-33,0-4-22,0-1-112,0 0-245</inkml:trace>
  <inkml:trace contextRef="#ctx0" brushRef="#br0" timeOffset="101477.6293">24114 3971 1062,'0'0'5,"0"0"-2,-88-51-3,61 49 4,0 2 1,-1 20-8,-3 17 3,-1 15 0,1 13-4,4 10 10,3 10-4,8 5 6,10 4-5,6 0 18,3-4-6,23-4-6,13-6-2,12-11-4,9-12 0,8-12-3,4-16 2,1-13 2,0-16-1,0-4-3,0-31 9,1-19-7,0-17 1,-4-12 0,-7-10 2,-7-7 2,-12 1-2,-13 0 0,-18 5 2,-13 8 5,-13 9 20,-27 14-5,-14 12-9,-13 11-9,-8 15-6,-7 10 1,0 9-4,9 6-2,10 0-26,13 17-30,11 8-63,9 2-27,8 0-289</inkml:trace>
  <inkml:trace contextRef="#ctx0" brushRef="#br0" timeOffset="102077.6318">24117 4296 860,'0'0'59,"0"0"-41,0 0-12,0 0 10,0 0-14,0 0 1,-14 65 7,14-34-4,0-2 1,0-2-3,12-7 21,6-1-7,2-5-9,5-4 17,3-4-5,2 0-10,3-2 2,0 4-11,-3 2-2,-2 4 13,-7 3-11,-8-1 7,-4 1-3,-7-2-2,-2 0 16,0 1-9,-15-1-7,-9-3 0,-6-4-4,-3-3-25,1-5-50,3 0-11,2-9-80,6-11-289</inkml:trace>
  <inkml:trace contextRef="#ctx0" brushRef="#br0" timeOffset="102214.7024">24144 4380 824,'0'0'107,"0"0"-98,82-31 10,-31 18-4,7-1-15,1-6-319</inkml:trace>
  <inkml:trace contextRef="#ctx0" brushRef="#br0" timeOffset="109310.3522">25497 4227 35,'0'0'779,"0"0"-686,0 0-37,0 0 7,0 0-19,0 0-38,0 0 6,66-7 20,4 7 22,21 0-16,14-15-18,9-5-10,7-4-4,-2-3 0,-2 2-4,-16 3-1,-16 0-2,-19 4-22,-19 1-91,-17 0 2,-16 2 16,-14-1-15,0 3-24,-14 2 36,-11 1-5,-2 0 79,0 2 25,5 1 28,7 1 69,6 3 38,5 1-6,4 0-39,0 2-39,4 0-32,17 0-18,12 0 19,11 0 28,3 11-3,3 7 4,-3 9-23,-4 7 7,-7 7-9,-13 7-21,-13 3-2,-10 0-1,-11-2 2,-25-4 3,-16-1-5,-11-7-15,-5-4-58,-5-7-80,-1-9-25,7-14-335</inkml:trace>
  <inkml:trace contextRef="#ctx0" brushRef="#br0" timeOffset="109847.7929">25446 3374 980,'0'0'67,"0"0"4,0 0 22,0 0-20,0 0-55,0 0-16,5-22 4,45 17-1,16-4 1,7-5-2,0-1-1,-3 0-5,-11-1 4,-17 4-2,-17 5 0,-15 4 0,-9 3-2,-1 0-7,0 19-5,-11 16 14,-4 16 0,0 8 3,7 8-3,7 3 0,1 1-49,4-4-101,17-9-96,4-11-511</inkml:trace>
  <inkml:trace contextRef="#ctx0" brushRef="#br0" timeOffset="110813.591">29589 2374 730,'0'0'56,"0"0"4,0 0 1,0 0-26,0 0-26,0 0-9,-88 70 0,67-2 19,3 11-4,7 8 17,8 2 3,3-6-29,11-4 26,21-13 3,14-11-12,12-12-8,8-15-11,6-14 4,4-14 1,3-4-6,1-30 15,1-14-3,-5-10 13,-6-11-1,-10-5-10,-11-5-4,-12-8 3,-14-1-15,-14-3 5,-9 2 1,-16 12-5,-19 14 1,-17 17-3,-11 17-2,-11 21 1,-9 8-8,-5 14-5,0 22-7,5 7-19,13 10-14,10 9-50,15 4 0,12 0-172</inkml:trace>
  <inkml:trace contextRef="#ctx0" brushRef="#br0" timeOffset="111290.5153">29676 2589 812,'0'0'8,"0"0"17,40-75 50,-6 59-60,5 6 9,1 4-2,-5 6 11,-13 0 8,-8 13-18,-11 13-20,-3 7 4,-15 4 2,-14-1 11,-6-3-17,0-5-3,6-7 0,7-7-54,9-4 26,9-6-19,4-2 1,0-2 14,1 0 3,18-6 29,8-3 0,6 1 6,3 5 19,0 3-4,1 4 4,-1 18-8,-6 6 6,-11 5-12,-14 6 3,-5 2-13,-20-2 20,-15-1-8,-9-1-13,-5-4-11,2-5-102,3-6-208</inkml:trace>
  <inkml:trace contextRef="#ctx0" brushRef="#br0" timeOffset="111822.6391">29631 3156 811,'0'0'44,"0"0"-5,0 0 21,0 0 11,0 0-32,0 0-33,-30-24-6,15 60-4,-12 15 4,-7 14 9,-6 8-6,-3 6 0,-1 5-1,-2 5 1,1-1-3,2-6 0,3-12 2,7-10 15,3-11-4,8-7-10,5-8 16,2-8-10,3-9-9,4-7 1,3-5-2,1-5 0,2 0-60,-2-10-29,-3-10-83,1-1-500</inkml:trace>
  <inkml:trace contextRef="#ctx0" brushRef="#br0" timeOffset="112570.2832">28789 4332 168,'0'0'449,"0"0"-393,0 0 1,0 0 39,0 0-20,0 0-43,-31-73 4,16 66-15,-6 5-3,-12 2-15,-13 7-1,-13 20-3,-8 14 0,-4 11-1,0 12 1,7 9 0,10 13 9,12 12-2,19 3 15,18-1 12,5-7-7,36-12-1,17-12-24,18-13 3,15-12-4,10-15-1,6-19-25,1-10 14,-1-29 11,1-25 7,-2-12 9,-4-13 8,-9-8 1,-14-12-11,-21-4 25,-19-2-30,-20 3-3,-14 11 9,-15 7-8,-19 13-3,-8 12-4,-7 10-3,-3 13 1,2 10-1,-1 12-3,6 13 5,-2 1-26,-1 22-19,-7 15-60,-3 10-1,-3 3-209</inkml:trace>
  <inkml:trace contextRef="#ctx0" brushRef="#br0" timeOffset="115210.1169">28667 4602 502,'0'0'153,"0"0"-63,0 0 1,0 0-16,87-84-24,-68 64-21,-3 3 5,-6 2-17,-7-1 16,-3 1 4,0 1-4,-3 2-20,-17 5-14,-4 7-18,-7 0-8,-2 5-13,2 12 25,4 2 1,6 6 2,7 3 9,6 0-7,8 0 0,0-1 5,4 0 2,16-2 2,0-1 1,4 1-1,-1 1 5,4 2-4,-2 0 4,-3-1 16,-4-5-8,-8-3-6,-7-4-4,-3-2-3,-1 0 5,-20-2-1,-6-2 3,-2-5-6,-3-4-1,2 0-5,7 0-1,3-11 6,7-5 0,4-7 0,7-5-2,2-7-3,0-10-11,18-3 7,5 1-12,3 7 6,4 7-11,3 12-7,0 12-5,1 9-27,-2 0-212,-6 20-296</inkml:trace>
  <inkml:trace contextRef="#ctx0" brushRef="#br0" timeOffset="115641.063">29101 5070 225,'0'0'340,"0"0"-245,0 0 46,0 0-30,0 0-52,0 0-24,-19-13-34,21 24 1,14 13 14,9 12 21,5 7-16,6 10 2,6 6-8,4 4-9,2 2-1,-1 0-4,1 0 0,-2-4-1,-7-7-4,-4-10-27,-9-4 26,-5-10-55,-6-4-15,-5-6-19,-2-8-81,-5-7-286</inkml:trace>
  <inkml:trace contextRef="#ctx0" brushRef="#br0" timeOffset="116124.5627">29634 5774 1027,'0'0'28,"0"0"-24,-94-7-3,69 21 17,2 19-1,-2 12-5,3 8-8,1 9 0,6 3-4,7 0 2,5-1-1,3-1 4,5 2-2,20-1-3,14-4 1,9-3 0,8-11 8,6-6-8,0-12-1,1-12 0,-2-16-35,2 0 35,-2-26 4,-4-10-2,-10-10 10,-13-9-5,-14-8-7,-16-9-2,-4-5 2,-17-3 0,-19 1 2,-10 10-1,-8 12 8,-6 18-3,2 18-2,3 12-2,6 9-2,8 0-2,10 17-16,7 10-22,7 3-52,9 2-86,8-3-189</inkml:trace>
  <inkml:trace contextRef="#ctx0" brushRef="#br0" timeOffset="116402.0668">29630 6102 953,'0'0'76,"0"0"-70,0 0-2,0 0-4,0 0 0,108-5-1,-63 0-36,-3-1-15,-6 5 30,-12 1 22,-8 2 4,-10 24 5,-4 7 18,-2 13 18,0 6-15,0 0-16,0-2-12,0-8-2,1-8-11,-1-9-64,0-9-97,-18-9-324</inkml:trace>
  <inkml:trace contextRef="#ctx0" brushRef="#br0" timeOffset="116897.6344">28373 5321 658,'0'0'164,"0"0"-86,0 0-18,0 0-27,0 0-8,-68 115-6,32-41 3,-5 7-7,0 3-14,1-2 4,4-3-5,7-4 1,9-9-2,4-7-44,5-12-75,6-16-233</inkml:trace>
  <inkml:trace contextRef="#ctx0" brushRef="#br0" timeOffset="117388.7873">28029 5973 689,'0'0'21,"0"0"-20,-93-30 3,54 30 13,-4 7-3,-5 17-13,-7 10-1,-6 8 0,-6 10 0,-3 7-2,-2 5 2,5 7-9,6 4-5,11 1 14,13 3 25,18-3 19,13-1-38,6 1-5,18-7 1,19-3-1,14-6-1,7-9 15,6-6-14,5-12 3,1-18 8,6-15 2,2-8 40,2-32 49,-1-14-18,0-14-5,3-8-25,-7-7-28,-8-10 8,-18-3-27,-22-1-3,-21 1-4,-6 3 1,-30 9 0,-22 9-2,-12 9 0,-3 13-7,1 14-10,5 21 9,3 18-8,3 7-21,1 24-22,5 7-26,10 5-31,10-1-57,9-3-151</inkml:trace>
  <inkml:trace contextRef="#ctx0" brushRef="#br0" timeOffset="117610.4479">27660 6279 974,'0'0'31,"0"0"-22,-16 72-8,16-17 2,0 7-2,0 5-1,0-5-7,0-7-30,1-10-77,1-13-158,2-15-254</inkml:trace>
  <inkml:trace contextRef="#ctx0" brushRef="#br0" timeOffset="117909.2121">27835 6440 643,'0'0'125,"0"76"-99,0-43-24,18-8 27,6-8 0,2-11-15,1-6-2,1 0 30,1-19-4,-1-9-14,-4-6-4,-4-3 43,-14 1-37,-6-4-26,-3 4 10,-21 5-4,-6 6 8,-3 16-14,-3 9-6,5 4-42,3 16-26,11 1-46,7-4-189</inkml:trace>
  <inkml:trace contextRef="#ctx0" brushRef="#br0" timeOffset="118766.448">30172 2977 672,'0'0'153,"0"0"-116,0 0-37,0 0 2,0 0 3,35 100 31,-14-38 6,6 19-7,13 13 14,9 21 4,14 16 8,14 7-25,16 7-11,11-5-9,8-16-16,1-11 5,-9-21-5,-21-20-17,-22-17-2,-23-17-9,-22-12-6,-13-12-10,-3-7-8,0-7 0,-16 0 28,-2-9-22,0-9-144,5-5-122</inkml:trace>
  <inkml:trace contextRef="#ctx0" brushRef="#br0" timeOffset="119267.4947">31480 4323 473,'0'0'586,"0"0"-570,0 0-10,-85-70 42,73 70 3,-6 0-46,-5 20-5,-10 22-9,-5 20 9,-3 17 0,6 13-2,5 9 2,7 4 1,16-2 1,7-9-3,14-13 1,25-14-3,11-16 2,7-16 1,5-19 0,3-16 2,4-11 6,5-27-1,-1-18-6,1-12 8,-4-16 5,-5-10 11,-3-5-3,-11-1-14,-18 4 1,-23 11 3,-10 9 1,-37 13-4,-20 13-4,-13 13-5,-7 16-5,-6 14 1,3 7-18,4 18-19,4 21-20,14 10-52,10 6 14,15 0-138,14-3-248</inkml:trace>
  <inkml:trace contextRef="#ctx0" brushRef="#br0" timeOffset="119569.7215">31516 4480 968,'0'0'14,"0"0"-4,0 0-6,0 0 62,0 0-56,0 0-10,-74 10-3,74 20 3,9 3 4,6 3-4,2-1 2,0 3-2,6 2 0,-4 0 3,1 2 4,-7-6 25,-4-5-1,-9-5-21,0-8 3,-19-7 4,-20-4-9,-13-7-8,-11 0-79,0-21-95,5-10-368</inkml:trace>
  <inkml:trace contextRef="#ctx0" brushRef="#br0" timeOffset="119710.3878">31347 4513 979,'0'0'72,"100"-16"-17,-30 9 26,7 1-49,-2 0-17,-9 1-15,-14-4-192</inkml:trace>
  <inkml:trace contextRef="#ctx0" brushRef="#br0" timeOffset="121009.7709">29728 8597 101,'0'0'300,"0"0"-229,0 0-17,0 0 30,0 0 63,0 0-64,-10-81-10,10 71-14,0 3-2,0 4-11,0 3 11,0 0-25,0 3-32,0 28 0,0 21 1,9 23 20,-2 14 9,3 8-18,1 3 2,4-3-5,1 4 2,2-9 2,-3-11-6,-2-9-5,-5-15-1,-2-14-1,-3-8-10,-3-12 0,0-10-22,0-7-28,-5-6-19,-5 0 11,-2-6-28,2-9-219,0-3-175</inkml:trace>
  <inkml:trace contextRef="#ctx0" brushRef="#br0" timeOffset="121258.1883">29452 9215 313,'0'0'543,"0"0"-467,0 0-59,0 0 23,33 84 38,-3-34-30,4 0-5,3-3-12,2-8-17,0-5-11,4-6 4,0-10-7,1-8-29,2-10-114,-3 0-197</inkml:trace>
  <inkml:trace contextRef="#ctx0" brushRef="#br0" timeOffset="121444.7477">30214 9121 992,'0'0'86,"0"0"-84,0 0 22,-109 122 27,68-63-36,2-1-8,4-6-7,4-7-20,6-8-99,6-10-80,7-10-320</inkml:trace>
  <inkml:trace contextRef="#ctx0" brushRef="#br0" timeOffset="125711.9975">30325 8474 798,'0'0'109,"0"0"-55,0 0 31,88-66-5,-54 57-58,0 5 7,-5 4 0,-10 0-23,-6 19-5,-11 16 1,-2 12-2,-8 7 11,-20 5-9,-7-3-2,-3-3 3,4-11 0,4-8 6,12-9 5,11-6 1,7-10 10,10-3-25,29-6 8,19 0 12,18-7-18,15-11-4,5-1-34,-5-1-133,-14-1-145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5-11-30T05:28:02.4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5627 2390 491,'0'0'0,"0"0"-4,-80-72-13,39 47 3,-6 5 4,2 4 10,-6 10 1,-7 6 5,-8 0-12,-13 12-22,-12 12-53,-10 9 12,-8 10-200</inkml:trace>
  <inkml:trace contextRef="#ctx0" brushRef="#br0" timeOffset="91.9499">4256 3139 257,'-15'132'0,"15"-11"-10,18-7-99,33-6-10,16-12 119</inkml:trace>
  <inkml:trace contextRef="#ctx0" brushRef="#br0" timeOffset="329.3481">5976 2934 588,'-16'-114'0,"-18"18"-40,-7 17 40,-9 19 24,-7 14 27,-6 13-11,-5 9-19,-1 10-19,9 8-2,4 6-14,9 0-16,7 7-17,3 10-107,10 2-138</inkml:trace>
  <inkml:trace contextRef="#ctx0" brushRef="#br0" timeOffset="15701.907">21668 1058 375,'0'0'141,"0"0"-112,0 0 47,0 0 40,0 0-10,-80-70-24,78 68-22,2 2 3,0 0-27,0 6-26,17 17 3,10 11-11,10 12 17,5 2-1,6 0-17,7 0 7,3-3-8,2-4 0,-2-2-5,-3-7 2,-4-7-43,-8-5-25,-6-10-89,-8-9-196</inkml:trace>
  <inkml:trace contextRef="#ctx0" brushRef="#br0" timeOffset="15893.8962">22061 956 847,'0'0'22,"0"0"39,0 0-21,-100 40-30,55 20 24,-10 24-29,-11 22 2,-1 11-7,-3 5-19,4 0-64,10-16-268</inkml:trace>
  <inkml:trace contextRef="#ctx0" brushRef="#br0" timeOffset="18547.4199">22158 7503 311,'0'0'144,"0"0"-65,0 0 71,0 0-25,-73-76-74,51 76 16,-3 0-32,-5 11-19,-2 20 16,-7 14-17,2 14 24,-1 12 8,6 13-26,6 11 3,10 7-16,15 2-2,1 3 4,35-10-4,18-12-6,18-15 0,8-28-9,9-20 6,5-17 0,-2-10 3,0-32-6,-10-15 14,-4-14-8,-10-7 1,-6-9 9,-10-3 26,-12-7-17,-16-3-3,-16-4-6,-7-1-6,-23 6-4,-22 8 0,-14 15 6,-12 14-3,-9 20-3,-3 23 0,-1 14-6,5 9 3,9 24-9,13 7-21,17 4-51,11 4-24,13-2-31,13 2-131,3 0 3</inkml:trace>
  <inkml:trace contextRef="#ctx0" brushRef="#br0" timeOffset="19049.1125">22106 7752 699,'0'0'24,"0"0"25,0 0 22,13-71 8,9 58-49,5 6-13,2 7 6,2 0-19,-3 7 16,-7 18 5,-7 4-7,-13 10 25,-1-3-31,-6 0 3,-16-4-5,-4-4-4,3-6-6,5-7 0,4-3-8,10-11 5,4-1-14,0 0-13,6-16 3,16-4-12,6-1 25,1 5 10,1 6-6,-4 7 8,-2 3 4,-3 10 2,-1 15 30,-8 8-12,-9 2 12,-3 1 4,-18-1-23,-18-3 13,-12-1-26,-2-3 0,3-3-4,8-6-52,8-4-82,4-8-147</inkml:trace>
  <inkml:trace contextRef="#ctx0" brushRef="#br0" timeOffset="19693.6178">22055 8518 434,'0'0'94,"0"0"59,0 0-25,0 0-26,0 0-21,0 0-30,-67-23-16,40 52 1,-9 19-18,-10 19 21,-8 16-2,-9 12-19,-5 6 10,-4-2-24,1-5 1,5-6 5,9-15-1,13-11-7,14-15-2,12-16 3,10-10-10,8-10-31,0-11-105,18 0 8,8-16-291</inkml:trace>
  <inkml:trace contextRef="#ctx0" brushRef="#br0" timeOffset="20293.8436">21407 9542 694,'0'0'17,"0"0"10,-98-61 30,56 49 28,-6 8-39,-2 4-6,-3 9-23,-3 19 6,-4 12-1,2 15-8,1 14 12,8 12-9,10 11-11,14 4 4,14 0-7,11-4-3,11-6 0,24-8 2,15-12 1,14-9-3,15-14-12,11-16-2,5-14-24,-1-13 7,-6-14-13,-7-23 22,-8-12 21,-6-12 2,-6-11 19,-4-9 28,-8-12-5,-6-7 7,-13-8-10,-16-3-24,-14 7-5,-9 16 2,-30 22-7,-15 21 8,-12 23-8,-9 18-4,-8 4-4,0 26-18,5 11-17,13 5-50,12 3-41,12 2-142,11-1-294</inkml:trace>
  <inkml:trace contextRef="#ctx0" brushRef="#br0" timeOffset="20791.3496">21367 9871 982,'0'0'10,"0"0"-19,-41-92 18,18 73 9,-2 12 2,-7 7-16,-2 2 3,-8 25-2,2 8-5,3 7 0,5-1 2,10-1-4,13-4 2,9-5 0,0-1-5,24-6-5,12-3 6,9-6 2,10 1 1,6-4-4,-2-1 5,-2 3 0,-13 1 1,-18 3 0,-17 7-1,-9 0 5,-15-1 8,-22-1 24,-11-8-31,-4-5-1,3-8 10,3-2-13,10-6 10,11-17 8,11-8-19,12-10 12,2-7-13,19 2-41,14 1-7,9 8-53,3 6-123,1 7-174</inkml:trace>
  <inkml:trace contextRef="#ctx0" brushRef="#br0" timeOffset="21910.5725">21404 10417 273,'0'0'0,"0"0"-76,0 0-111,0 0 177</inkml:trace>
  <inkml:trace contextRef="#ctx0" brushRef="#br0" timeOffset="22432.9474">21139 10529 440,'0'0'38,"0"0"57,0 0 13,0 0-9,0 0-25,0 0-32,-78-46-2,56 73-24,-9 18-5,-10 18 29,-8 19-28,-3 12 7,-3 4-9,-2-2-8,0-4 14,5-13-7,7-8-8,11-9 2,10-12-3,9-10-1,3-14-23,6-7-56,5-13-97,1-6-203</inkml:trace>
  <inkml:trace contextRef="#ctx0" brushRef="#br0" timeOffset="22957.0765">20642 11312 706,'0'0'32,"0"0"-3,0 0 41,-98-39-43,65 34 9,-3 3-19,-2 2-6,-3 0 2,-2 7-9,-5 14-2,-5 12-2,-5 13 1,-1 15 1,-1 18-2,2 14 0,7 10 2,12 5 3,14-4-4,16-9-1,9-4 0,15-8-5,24-12 2,12-12-21,10-13-2,10-13-48,7-17 42,2-16 7,0-6 13,-1-31 12,-3-13 10,0-15 78,-8-10 8,-6-6-42,-15 1 20,-17 1-38,-19 3-32,-11 1 4,-11-1-6,-24 7-1,-15 5 1,-16 9-2,-11 13-2,-1 7-2,2 9-2,11 9 3,10 10-7,13 7-14,10 0-13,13 21-27,8 9-17,7 8-72,2 3-93</inkml:trace>
  <inkml:trace contextRef="#ctx0" brushRef="#br0" timeOffset="23190.755">20245 11774 1022,'0'0'7,"0"0"3,0 0-6,-24 79-4,24-24 22,0 7-20,9 2-2,3-5-23,2-5-75,-1-10-22,-1-11-206</inkml:trace>
  <inkml:trace contextRef="#ctx0" brushRef="#br0" timeOffset="23498.0815">20424 11898 891,'0'0'2,"-13"77"14,13-38 5,3-7-6,16-9 6,8-7-21,5-12 2,3-4 2,2-3-1,-2-19-1,-4-8-2,-4-6 3,-12 0-3,-6 2 0,-9-1 1,0 3 36,-26 4-20,-7 6-13,-6 12-8,0 10-13,3 0-44,7 17-10,9-3-170</inkml:trace>
  <inkml:trace contextRef="#ctx0" brushRef="#br0" timeOffset="24252.7479">22433 8314 718,'0'0'19,"0"0"33,0 0 30,0 0-29,0 0-36,44 97 34,8-19-14,11 18-8,10 8 22,2 4-39,-2-2 3,-6-2-4,-4-7-8,-7-2-1,-2-5-2,-5-10-9,-4-10-22,-8-13-41,-7-10-48,-6-15-183</inkml:trace>
  <inkml:trace contextRef="#ctx0" brushRef="#br0" timeOffset="24758.4063">23443 9408 822,'0'0'2,"0"0"28,-108-32 15,63 37 6,0 24-24,-4 18 15,4 11-30,8 12-5,6 11 9,10 5-16,12 0 8,9-2 2,4-7-6,28-8 9,10-10-13,8-10 1,8-10 2,8-11-2,6-10-1,7-14 0,0-4-1,1-19-4,0-22 5,-3-15 0,-4-17 0,-7-9 7,-14-12-7,-17-7 7,-22-7-5,-13 0 7,-18 1-6,-24 13 18,-13 19-1,-11 23-11,-7 25 6,-1 17-10,-1 10-1,4 10-4,8 22 0,9 15-25,15 10-53,13 7 19,13 2-30,12-4-170,1-6-146</inkml:trace>
  <inkml:trace contextRef="#ctx0" brushRef="#br0" timeOffset="25065.0612">23508 9642 789,'0'0'28,"0"0"11,0 0 5,0 0 4,0 0-39,0 0 3,-27 79-12,67-60 1,5 3 1,0 1-2,-6-1 0,-6 5 6,-11 1-4,-10 2 2,-10-4 10,-2 1-5,-16-3 16,-13-4-9,-7-2-11,-4-5 1,4-7-6,1-6-17,9 0-34,5-17-89,9-10-257</inkml:trace>
  <inkml:trace contextRef="#ctx0" brushRef="#br0" timeOffset="25202.831">23505 9615 966,'0'0'36,"0"0"9,103-58 15,-40 30-24,7 0-36,3-1-14,-6 6-262</inkml:trace>
  <inkml:trace contextRef="#ctx0" brushRef="#br0" timeOffset="30143.1103">21467 10733 440,'0'0'0,"0"0"-14,0 0-16,0-74 29,0 59 2,3 0 10,-1-2-3,1 2-4,-3 1 3,0 3 1,0 0 4,0-1-12,0 1-13,-3-1-24,-5 1 16,-1 1 14,0 1-1,2-3 7,-1 1 1,-1-2 20,-2 0 25,1-1 11,1 2 13,-1-1 19,4 3-7,2 3-5,2 4-1,2 3-13,0 2-48,15 29-1,15 22 8,13 24 12,10 17 0,10 16-13,8 7 12,8 2-13,6-3 4,-2-11-5,-5-13-18,-11-13-7,-16-12 3,-8-13-59,-12-8 11,-8-13-51,-7-10-176,-8-9-197</inkml:trace>
  <inkml:trace contextRef="#ctx0" brushRef="#br0" timeOffset="30600.702">22212 11433 586,'0'0'25,"0"0"51,-97-28 0,52 28 21,-10 6-42,-7 23-28,-2 13 22,3 17-13,6 16-11,13 10 16,17 2-15,15 4-10,10-7-2,16-2-11,26-9 1,20-11-4,14-16-3,12-14-46,5-17 36,-2-15-32,-3 0 0,-7-25-24,-7-14 38,-10-13 22,-6-12 9,-7-8 47,-8-9 3,-12-3-2,-15-7 8,-16-3-22,-2 1-17,-29 7-11,-14 11-3,-12 22 4,-9 14-7,-8 22 0,-2 17-3,3 6 9,9 28-12,14 10-16,13 7-37,16 2-19,14-1-60,7-2-188</inkml:trace>
  <inkml:trace contextRef="#ctx0" brushRef="#br0" timeOffset="30916.8244">21983 11778 1128,'0'0'6,"0"0"22,0 0 5,0 0-4,0 0-12,0 0-14,111-10-1,-37-7-2,0-4 2,-9 2-5,-13 4-16,-19 11-14,-17 4 13,-14 23 0,-2 25 20,-18 18 27,-10 12-19,-2 6 15,3-3-17,12-8-4,9-12-2,6-13-12,5-16-45,16-15-114,6-15-439</inkml:trace>
  <inkml:trace contextRef="#ctx0" brushRef="#br0" timeOffset="32061.3178">24430 7930 820,'0'0'6,"0"0"14,0 0 3,0 0 29,126-58-4,-31 23-3,24-12-19,18-5-25,5-5 16,2-3-1,-9-2-10,-4 0 5,-7 1-5,-12 0-5,-13 10-1,-29 8 9,-25 9-16,-25 12 7,-15 10-28,-5 4 3,-8 5-5,-17 1 22,-6 0-14,0 0-3,-4-2 22,-4-3 1,-7 1-80,-9-5 75,-3 3 7,1 1-6,0-3 3,1 1 1,-1 2 2,3 2 8,8 3 2,15 2 31,14 0-22,17 3-3,14 5-16,35 4 3,25-4 1,22-3-1,20-5-3,1 0 5,1-9-5,-10-2 0,-17 8 17,-19 3-5,-24 23 19,-33 24-27,-17 20 31,-48 20 20,-25 17-44,-21 11-11,-11-2-77,1-7-159,11-12-525</inkml:trace>
  <inkml:trace contextRef="#ctx0" brushRef="#br0" timeOffset="49240.4617">19015 12395 487,'0'0'0,"-26"-159"-6,11 53-1,3-24 7,-1-27 1,-1-22 3,1-18 29,1-15 23,3-3 11,4-5 13,1 5 10,3 6-35,-2 11-14,-5 16-15,-4 15-16,-7 17 4,0 11-13,0 21 1,3 19 0,9 19 2,5 16-4,2 12 0,0 4 2,0 5 0,0 5-2,9 6 0,3 5-1,-3 4 2,-2 5-1,0 1 0,-2 1 4,1 2-3,-1 1-1,1 2 0,1 0-3,5 1 5,3-2-2,7-1 0,8 0 1,11-3-4,6 0 3,8-2 0,9-4-3,10-1 6,9-2-3,11 0 0,8-5 3,8-2-5,4-3 2,7-4 0,4 3-4,-3-1 8,1 2-4,-3-1 0,1 4 2,1-3-4,2-4 2,3-1-4,2-6 1,-2 1-7,0-1 10,-6-2 0,-6 2-7,-4 3 3,-4 2 0,-3 7 4,-2 5-4,-5 0 4,-6 5-2,-8-1 2,-5-2 0,-2 4 0,-1 0 0,-2 1 0,-6 1-3,-4 3 2,-7 2 1,-8 2-1,-3 3 3,-8 1-2,-4 1 0,-5 2 0,-2 2-6,-4-2 11,-4-2-5,-2 2 0,-1 2 1,-2-1-1,0 0 0,-1 2 0,-1 1-6,-2 1 8,4 0-2,0 1 0,0-2 2,5-1-4,3-1 2,2 3 0,3-3-2,4 2 6,2 1-4,3-3 0,1 2 1,3 1-4,-2-3 3,5 1 0,1-2-2,7-1 6,5 0-4,3-1 0,3-2 0,-1 2-3,-2 2 3,-6 3 0,-4 3-4,-9 0 6,-8 0-2,-6 3 0,-7 3-2,-6 4-3,-4-2 5,-1 3 0,-6 5-6,-1 2 0,0 6 6,0 7 0,0 6 6,0 7-7,0 4 1,0 4 0,0 7-3,0 10 6,5 15-3,6 12 0,6 9 1,3 11-1,5 1 0,7 0 1,0 0-3,3-2 6,-4 1-6,-1 0 2,-3 7 0,0 7 0,-1 4 0,4 4 0,1-1 1,7-4 0,2-4-1,6-6 0,1-3 1,-3-2 1,-6-4-2,-5-4 6,-8-1 22,-4-5-26,-3-2 3,-4-2-2,0-6 1,-2-5 2,-2-4-6,2-3 0,0-3 2,-1-3 3,-2-4 1,-5-3-4,-1-1 1,-3-2 18,0-4-17,-4-3 11,-11-3 2,-6-4-14,0-2 13,-5-3-9,0-5-5,-3-2 27,-4 1-24,-9 0-3,-7 0 8,-9 1-3,-4-2-4,-4-1-3,-4 1 2,-5 0-2,-2 2 0,-5 0 0,-2-2-5,0-4 8,-4 2-3,-3 3 0,-6 4-10,-5 4-2,-7 3-34,-9-6 24,-6-4 13,-4-1 9,-5-3 0,0 3 0,-10 3 6,-5 0-10,-3-1 4,-5 0 0,-4-4-2,4-5 3,-7-3-3,0-3 2,-7-2-5,-1-2 3,-5-2-2,0-2 4,10-3 2,9-1 0,16-4 4,17-1 7,15 1-9,12-2 19,10-2-14,10 1-7,11-3 2,10-1-3,12-3-2,11-2-10,9 0-32,5-7-24,9-13-57,7-12-212</inkml:trace>
  <inkml:trace contextRef="#ctx0" brushRef="#br0" timeOffset="49860.904">25258 12353 702,'0'0'42,"0"0"10,0 0-6,0 0-16,0 0-25,0 0 23,85 58 0,-9-36-13,24-2-1,11-8-2,7-2-8,-4-7 5,-14-1-9,-19-2-12,-20 0-82,-19 0-163,-20-3-7</inkml:trace>
  <inkml:trace contextRef="#ctx0" brushRef="#br0" timeOffset="50043.1166">26031 12341 623,'0'0'103,"0"0"-76,0 0 5,118 45 34,-78-5-17,-3 8-8,-14 6-19,-14 6-14,-9 8 2,-24 2-10,-22 0-7,-14-5-62,-4-8-220,1-4-139</inkml:trace>
  <inkml:trace contextRef="#ctx0" brushRef="#br0" timeOffset="50903.0465">28779 11057 368,'0'0'53,"0"0"-1,0 0 36,0 0 43,0 0-56,-52-83 18,52 66-40,0-1-18,21-1-5,9 4-4,10 3 2,6 7-6,6 5-7,0 0 4,-8 14-4,-11 10 3,-14 7-13,-18 6-2,-1 6 3,-34 4-6,-15 2 4,-8-2-3,1-5-1,9-8 0,11-7 0,13-12-8,11-5 3,8-8-15,4-2 11,0 0-11,17-13 4,5-4-27,11-1 41,8 2 0,5 2 2,-1 8 18,-5 6 13,-4 0-13,-9 14 0,-11 11 2,-14 7-3,-5 2-16,-36 4 12,-18 1-13,-12 0 1,-1-4-1,6-6-26,15-7-25,13-12-17,18-10-42,15-14-169</inkml:trace>
  <inkml:trace contextRef="#ctx0" brushRef="#br0" timeOffset="51409.9123">29263 10855 673,'0'0'1,"-29"-86"5,4 47 26,-5 2 47,-3 3-22,-6 2-40,-3-1 18,-4 4-18,-2 5 3,-7 12 16,-6 12-36,-9 7 0,-12 30 0,-12 12 2,-2 19 0,2 14-1,14 11-1,19 13 12,21 4-9,19 1 13,21 0-4,7-1 1,36-9 11,18-10-9,23-20-2,17-19 1,17-25-12,12-19 8,5-8-8,-1-37-1,-9-17 7,-8-18-2,-13-11 3,-15-10 18,-20-9 0,-18-5 8,-23-5-21,-22 0-10,-6 7 7,-40 18-11,-24 24 1,-19 26-1,-12 28-6,-9 11-1,7 32-7,7 16-39,17 17-9,15 9-31,17 9-37,15 5-251</inkml:trace>
  <inkml:trace contextRef="#ctx0" brushRef="#br0" timeOffset="51737.048">28803 11925 795,'0'0'33,"0"0"31,0 0-62,0 0 7,-49 140 19,17-55 4,-1 11-22,-3 2-10,-5 4 7,-1-4-7,-1-6 1,7-12-1,5-12 0,10-14-55,8-16-78,2-11-281</inkml:trace>
  <inkml:trace contextRef="#ctx0" brushRef="#br0" timeOffset="52361.4076">28322 13072 637,'0'0'42,"3"-82"27,-6 50-19,-23 8 38,-12 8-42,-14 12-21,-9 4-9,-8 31-15,-7 26 9,-3 23 9,-3 20-14,5 15 9,13 7-2,19-3-5,24-3 9,21-9-8,13-11 2,32-12-3,19-13-5,15-16-2,14-13 3,11-14-3,11-18-42,1-10 39,-4-28-1,-3-25-29,-13-22 33,-11-18 1,-15-12 6,-20-9 9,-21-4 13,-22-4-21,-7 1 5,-36 8-3,-17 18-6,-17 28 8,-11 27-12,-7 27 1,-3 13 0,2 22-1,8 14-1,11 9-5,18 3-62,20 3-22,16 0-113,16-1-116</inkml:trace>
  <inkml:trace contextRef="#ctx0" brushRef="#br0" timeOffset="52778.6117">28393 13339 984,'0'0'0,"0"0"1,-127-84-4,70 77 7,-1 7 0,1 7-4,11 18 0,12 4-1,10 5-2,12 2 3,12 0-1,0 1 6,27-2-5,16-3 0,14-2 0,11-2 1,4-1 2,-5 2-3,-10 2 0,-17-2 1,-14 1-1,-16-2 0,-10-3 0,-7-2 10,-25-3-2,-11-7 14,-11-9-3,-5-4-18,1-10 13,8-13-9,9-8-4,16-4 7,12-5-5,13-6-6,10-7-1,28-6-43,17-3-21,12-6-103,8-1-241</inkml:trace>
  <inkml:trace contextRef="#ctx0" brushRef="#br0" timeOffset="53401.373">29085 11565 519,'0'0'25,"0"0"27,0 0 58,0 0-10,0 0-70,0 0-5,121 83-3,-42-15 23,18 13-38,18 6 5,10 5 3,5-2-10,-9-2 7,-11-4-12,-12-5 2,-10-7-3,-11-6 4,-12-7-3,-11-9 1,-17-9 1,-14-13-3,-13-9 1,-7-9-22,-1-8-44,-2-2-94,0 0-65</inkml:trace>
  <inkml:trace contextRef="#ctx0" brushRef="#br0" timeOffset="53919.5882">30841 12608 339,'0'0'314,"-97"-57"-312,46 41 1,-1 9 1,-2 7 67,3 2-11,-2 28-9,-2 18 10,3 18-35,7 16 7,9 13-10,14 7-7,17 2-2,5-2-13,22-3 5,23-10-2,13-14-3,14-11 0,12-18 2,10-17 3,3-19-8,-5-10 2,-7-29-15,-10-19 12,-4-16-3,-7-12 6,-13-15 13,-9-18 6,-21-8 26,-12-13-34,-9-2-3,-12 17-1,-21 23-5,-15 31 26,-15 31-24,-15 21-2,-12 9-4,-4 27-4,-1 17-6,10 13-26,17 9-55,22 4 5,22 1-103,17-6-169</inkml:trace>
  <inkml:trace contextRef="#ctx0" brushRef="#br0" timeOffset="54196.7449">30741 13013 825,'0'0'59,"0"0"-47,0 0 12,0 0 9,48 89 0,-3-59-9,2-4-10,-5 0 4,-4-2-1,-10-3-1,-9 0 4,-10 0 0,-9-2-20,0-2 10,-17-1-6,-19-2-3,-11-2-1,-10-5-55,-1-7-46,6 0-49,10-13-140</inkml:trace>
  <inkml:trace contextRef="#ctx0" brushRef="#br0" timeOffset="54331.3161">30787 12944 938,'0'0'15,"90"-58"-4,-28 29 7,10-1 21,6 3-39,-1 5-39,-10 6-318</inkml:trace>
  <inkml:trace contextRef="#ctx0" brushRef="#br0" timeOffset="55030.1426">27574 14314 587,'0'0'107,"0"0"-17,0 0-5,0 0-5,0 0-19,0 0-28,11-39-20,-27 69-13,-3 22 2,-4 21 23,-2 19 3,-2 8-19,0 5-6,-1 1 1,0-6-3,4-8-1,4-13-24,10-14-38,7-10-54,3-13-151,0-8-308</inkml:trace>
  <inkml:trace contextRef="#ctx0" brushRef="#br0" timeOffset="55531.1491">27231 15292 709,'0'0'64,"0"0"-62,-105-17-2,60 17 5,-7 21 0,-8 12 11,-7 12-12,-3 11 4,5 9 10,3 11-15,7 6-3,12 4 1,8-2 0,12-1-2,15-3 1,8-4-14,0 2-24,17-9 10,7-11-219,5-16 247,6-16 0,9-15 0,6-11 0,6-1 1,9-25 18,0-14-5,1-19-3,2-16 109,-4-15 8,-4-10-12,-6-7-30,-11 5-36,-19 5-9,-24 11-15,-12 13-7,-30 12 5,-16 16-16,-9 15 10,-13 20-18,-5 10 1,2 15-3,12 20-18,17 5-31,17 7 1,17-1-37,13 0-47,7-7-176</inkml:trace>
  <inkml:trace contextRef="#ctx0" brushRef="#br0" timeOffset="55748.8016">26773 15755 1032,'0'0'3,"0"0"0,-16 101-6,16-56 5,0 2-4,0-3-21,8-5-43,3-5-28,-1-8-140,-1-13-61</inkml:trace>
  <inkml:trace contextRef="#ctx0" brushRef="#br0" timeOffset="56032.7941">26938 15820 724,'0'0'20,"0"0"32,0 91-37,0-65 19,15-11 0,6-6-12,1-9-14,2 0 7,0-9 9,0-13-14,-3-8 6,-5-4 6,-8-1 3,-8 1 1,0 5-25,-23 5 1,-15 8-1,-7 13-1,-3 3-22,3 17-15,6 10-33,11 2-31,12-4-191</inkml:trace>
  <inkml:trace contextRef="#ctx0" brushRef="#br0" timeOffset="56551.2687">28290 14023 715,'0'0'21,"0"0"-16,0 0 1,0 0 23,-49 73 41,49 7-1,28 17-36,11 14 13,10 7-11,3-2-8,7-5-10,0-1-15,-2-11 3,-5-9-5,-9-14-4,-8-14-44,-7-8-20,-6-9-94,-8-7-170</inkml:trace>
  <inkml:trace contextRef="#ctx0" brushRef="#br0" timeOffset="57041.1904">28822 15203 630,'0'0'171,"0"0"-126,0 0-23,-116-48 41,73 48-26,-9 22-10,-4 18-20,-2 16 13,3 12 1,0 10-4,6 1 4,11-1-11,14-2 0,17-3 0,7-5-8,17-2-2,18-5 0,5-9-2,8-5-5,7-14 4,7-9 1,5-14-9,1-10-33,-2-7 44,-4-25 0,-3-13-14,-5-10 14,-4-8 2,-4-7 5,-7-9 10,-6-8 7,-14-5 0,-16-3 9,-3 2-16,-27 8 6,-11 15-11,-11 20 3,-7 25-4,-5 22-10,-6 3-2,-3 24-1,2 9-3,6 2 5,13 1-2,10 4-24,14-3-12,12 1-40,9-4-9,4-3-73,4-4-151</inkml:trace>
  <inkml:trace contextRef="#ctx0" brushRef="#br0" timeOffset="57352.8187">28473 15485 813,'0'0'62,"0"0"-15,0 0-12,0 0-1,0 0-11,0 0-22,0 0 1,40 0 7,2-5-8,6-5 4,-2-6-3,-1 0 4,-9 1 1,-11 4 15,-10 8-9,-10 3-10,-5 20-1,0 22 25,0 14 3,-11 11-14,1 1-12,-2-4-1,7-4-6,5-11-28,0-9-82,5-14-93,13-8-608</inkml:trace>
  <inkml:trace contextRef="#ctx0" brushRef="#br0" timeOffset="58119.1639">30529 13675 176,'0'0'27,"0"0"3,0 0-20,0 0-10,0 0-14,0 0-7,13-31 8,0 22 0,1-2 13,1-3 16,0-2 27,-1-2 10,-4-2 48,2-5-33,-3-2 16,-1-2 14,-2 0-22,-2 6-16,-4 9 57,0 13-96,0 7 13,-13 36-19,-14 28 7,-6 31 26,-1 16-20,1 7-12,3 3-15,3-10 6,3-8-7,5-12 1,4-9 1,3-14-1,6-10-2,0-10-6,3-12-64,2-11-24,1-11-91,0-12-116</inkml:trace>
  <inkml:trace contextRef="#ctx0" brushRef="#br0" timeOffset="58642.7845">30532 14479 722,'0'0'27,"0"0"5,0 0 8,-71-78 29,38 67-30,-6 11-27,-12 0 8,-5 20-20,-7 20 5,-3 13 14,1 15 0,5 12-3,9 9-6,15 10-9,15-2 5,16-1-4,5-7-1,25-7 3,21-6-3,8-7-1,14-8 0,9-13 1,4-14-4,6-14-10,-2-15 13,-3-5-1,0-18 4,-1-19-3,-5-13 6,-6-14-3,-7-11 35,-10-14 13,-11-15-21,-10-10-2,-19-5-7,-13 6-18,-9 16 2,-24 19-3,-10 22 6,-17 20-6,-17 22 0,-12 14-2,-6 3-3,5 22-1,13 8-6,13 1-2,16 1-5,12 3-62,11-1 17,12-2-20,10-2-99,3-5-128</inkml:trace>
  <inkml:trace contextRef="#ctx0" brushRef="#br0" timeOffset="58973.8428">30335 14751 907,'0'0'59,"0"0"-41,0 0 17,0 0 19,71-73-47,-33 66-2,-1 7-4,-5 7 1,-11 27-1,-14 18-1,-7 20 0,-19 13 2,-17 1 1,-9-6-3,5-13 0,6-17 3,8-13 1,14-13-4,12-10 1,0-11 9,36-3-7,18-14 8,20-18-11,16-8-41,10-6-87,4-8-275</inkml:trace>
  <inkml:trace contextRef="#ctx0" brushRef="#br0" timeOffset="61404.7532">31645 12231 701,'0'0'128,"0"0"-48,0 0-19,0 0-14,0 0 7,84 109-3,-38-57-35,6 4-1,7 1-10,6-1-5,2-1 4,-6-4-4,-8-6-37,-10-8-58,-12-7-54,-13-13-179</inkml:trace>
  <inkml:trace contextRef="#ctx0" brushRef="#br0" timeOffset="61568.7123">32076 12302 712,'0'0'19,"0"0"61,-82 56-75,27 27 6,-12 29 28,-12 17-30,-3 11-9,-5 3-31,5-9-226</inkml:trace>
  <inkml:trace contextRef="#ctx0" brushRef="#br0" timeOffset="66557.5469">23563 14506 1021,'0'0'0,"-107"-21"5,26 21-5,-20 0 2,-20 11-1,-21 10 0,-11 6-1,-2 2 0,-8 4 0,2 0 0,-5 0-2,-4 2 3,3-2-1,6 0 0,12-1 3,20-4-7,16-4 7,22-2-3,25-7 0,26-5-1,21-5 0,14-2-4,5-3-65,2 0 18,15 0-4,9-10-68,5-8-69,3-4-151</inkml:trace>
  <inkml:trace contextRef="#ctx0" brushRef="#br0" timeOffset="66878.5837">21634 14475 763,'0'0'8,"0"0"-1,0 0-7,-112 27 0,56 16 10,-13 15-3,-5 9-6,-4 6 3,2 2-2,7 0 0,10-2 5,10-7-5,11-8 11,17-8 0,12-8 8,9-5 3,12-5-12,25-3-6,20-6 3,16-4-8,20-9 7,17-9-8,20-1 2,17-8-4,18-18-9,11-5-71,1-4-117,-7-4-236</inkml:trace>
  <inkml:trace contextRef="#ctx0" brushRef="#br0" timeOffset="68552.1274">12487 11218 678,'0'0'25,"0"0"49,0 0-22,-95 14 61,69 27-87,1 17 7,4 19-5,6 19 5,8 9-8,7 4 3,10-9-15,27-13-4,17-15-3,16-18-5,15-20 5,17-23-6,5-11 3,10-28 1,2-26-1,-4-14-1,-8-14 1,-13-11-2,-15-8 4,-16-8 15,-18-4 13,-23 2-2,-22 5-21,-12 7-2,-42 12-8,-20 19 1,-19 23 5,-16 26-6,-4 19 0,4 23-1,12 22-8,15 12 8,16 6-27,14 2-29,22-1 7,18-4-53,12-6-55,0-7-191</inkml:trace>
  <inkml:trace contextRef="#ctx0" brushRef="#br0" timeOffset="68984.7699">12726 11351 825,'0'0'13,"0"0"46,-3-75-4,27 52 9,7 6-39,6 4-8,2 9 9,-3 4-12,-12 7 9,-6 20-2,-17 10-21,-1 7 10,-21 2-6,-10 1-4,1-5 2,5-7-2,10-8-2,7-8-14,7-11-24,1-8 6,4 0 1,13-11 24,7-9 9,3 3-10,-2 4 5,2 10 4,-2 3 1,-2 9 11,-1 15 7,-10 9 6,-6 6 6,-6 1-14,-20 2 5,-14 2-10,-12-2-11,1-1 0,-1-3-21,1-4-49,5-4-36,3-5-149,4-3-221</inkml:trace>
  <inkml:trace contextRef="#ctx0" brushRef="#br0" timeOffset="69301.2584">12623 12152 693,'0'0'67,"0"0"27,0 0-2,0 0-20,0 0-43,0 0-25,-99 76 13,59-4 19,-8 19 8,-7 9-24,-3 9-14,-3 0-4,6-4 0,10-13-2,10-14-3,15-14 3,11-14-74,9-12-23,0-17-147,7-17-437</inkml:trace>
  <inkml:trace contextRef="#ctx0" brushRef="#br0" timeOffset="69794.8287">12240 12936 788,'0'0'0,"-96"-32"-5,38 32-3,-1 0 8,-7 20 0,-8 17 2,1 12 2,2 14 18,8 12-5,14 9 9,12 5 8,17-1-3,15 3-5,5-4-16,27-6-6,18-8 2,19-9-4,17-11-1,10-15-1,7-13 0,4-20-3,-5-5 2,-3-25 1,-11-21-2,-11-14 4,-9-12 5,-8-11 19,-6-9 33,-9-10 2,-10-5-18,-15-2-9,-15 12-8,-19 17-18,-32 23-1,-18 27-5,-16 28-2,-10 7-4,-2 33-39,7 14-3,19 5-33,19-1-18,20-3-46,19-7-221</inkml:trace>
  <inkml:trace contextRef="#ctx0" brushRef="#br0" timeOffset="70209.6698">12312 13239 1022,'0'0'0,"0"0"5,-128-48-4,76 48 0,3 8 0,4 18 2,9 4-3,9 5 0,13 0 1,12-3-4,2-2 2,18-2 1,16-3-1,11-2-2,12-2 2,4 0-2,-1 0 3,-5 2 2,-13 0-2,-16-1 0,-15 1 0,-11 0 1,-11-2 2,-21-5 4,-9-2-5,-6-6 1,3-8-1,4 0 1,7-10-3,8-15 1,8-9-3,14-10 2,3-6-10,11 1-10,23 2-42,6 9-68,2 10-106,0 13-1,-9 13 16</inkml:trace>
  <inkml:trace contextRef="#ctx0" brushRef="#br0" timeOffset="70508.4496">12147 13664 932,'0'0'53,"0"0"-28,0 0-18,-82 70 8,49-12 1,-3 11-13,-1 7 6,3 5-5,-1-2-4,3-4 4,0-3-2,5-5-2,5-6-1,7-10-31,6-9-33,0-11-6,5-8-141,1-9-118</inkml:trace>
  <inkml:trace contextRef="#ctx0" brushRef="#br0" timeOffset="71161.1924">11693 14469 673,'0'0'65,"0"0"8,0 0-40,0 0 25,-110-24-13,58 24-5,-11 21 2,-8 13-23,-11 18-6,-4 19-7,1 17 0,6 16-4,17 10 25,21 2 2,28-7-9,13-12-15,34-18-1,19-15-2,12-18-2,11-18 0,6-18-20,2-10-13,5-23 22,-4-16-11,-4-12-17,-11-8 16,-9-10 13,-9-10 10,-11-11 16,-16-8 48,-16-2-2,-9 4-17,-25 6-22,-20 8-7,-13 14-15,-5 19 8,-4 25-7,-8 22-2,2 7-5,4 28-19,14 9-8,18 2-35,15 3-16,16-2-19,6-2-197,3-3-167</inkml:trace>
  <inkml:trace contextRef="#ctx0" brushRef="#br0" timeOffset="71387.997">11474 14739 1044,'0'0'16,"0"0"-14,0 0 21,-74 124 25,63-54-30,8 2-13,0-2-5,3-8 0,0-12-10,0-10-56,14-15-21,5-14-35,0-11-155,4 0-5</inkml:trace>
  <inkml:trace contextRef="#ctx0" brushRef="#br0" timeOffset="71649.1779">11549 14942 353,'0'0'319,"0"0"-208,0 0-31,0 97-10,6-67-21,5-8-16,6-12-21,5-8-8,2-2 17,0-16-7,2-13 1,-3-10-5,-5-3 4,-6-2 32,-10 6-12,-2 6-22,-18 5-6,-16 10-6,-11 10-6,-3 7-26,5 0-37,8 17 10,10 0-19,16-4-158,9-8-218</inkml:trace>
  <inkml:trace contextRef="#ctx0" brushRef="#br0" timeOffset="72082.8445">12268 13733 791,'0'0'22,"0"0"30,0 0 12,0 0 1,0 0-20,0 0-40,9 35-3,22 31 21,11 15-1,7 5-7,3-1-10,1-4-5,-4-4 1,-3-7-1,-1-8-25,0-8-31,2-8 9,-5-7-35,-3-6-126,-6-3-137</inkml:trace>
  <inkml:trace contextRef="#ctx0" brushRef="#br0" timeOffset="72540.446">12897 14536 794,'0'0'87,"0"0"-27,0 0-39,-89-44 14,56 44 1,-3 24-16,-1 17-5,0 13-2,4 13 10,3 11-8,6 6-6,9 5-4,11 1-4,4-5 5,4-9-6,23-15-3,12-16 0,10-12 1,12-15-5,3-14-13,2-4-51,-3-18 53,-2-16-79,0-8-1,-3-12 66,-7-9 32,-6-13 17,-14-6 33,-7-1 24,-14-4-9,-10 5-18,-12 2 0,-29 4-4,-19 14-29,-10 18-4,-5 20 1,1 20-9,5 4-2,9 24-3,8 8 1,13 4-2,16 0-56,14-1-28,9-1-68,0-6-221</inkml:trace>
  <inkml:trace contextRef="#ctx0" brushRef="#br0" timeOffset="72838.0516">12718 14758 985,'0'0'58,"0"0"-6,0 0 6,0 0-39,0 0-10,0 0-2,105-74-5,-56 42 1,-7 6-3,-5 6 1,-13 12-3,-8 8 2,-7 21-9,-4 27 9,-5 12 7,0 14 11,0 4-18,0-2 0,-2-6-6,2-9-46,0-12-58,0-16-111</inkml:trace>
  <inkml:trace contextRef="#ctx0" brushRef="#br0" timeOffset="73815.2902">13324 11763 554,'0'0'46,"0"0"76,0 0-10,0 0-17,0 0-47,0 0-19,-12 17-28,44 25 9,15 17-9,16 12 0,13 6-1,12 4 6,8-2-9,6-4 3,3-3 0,-2-6 3,-2-6-1,-7-6 1,-15-7-3,-14-6 0,-15-5 5,-14-2-5,-14-5 0,-8-4 3,-1-5-3,-7-6 0,2-5-14,2-8-52,5-1-114,9 0-137</inkml:trace>
  <inkml:trace contextRef="#ctx0" brushRef="#br0" timeOffset="74311.8208">14700 12512 708,'0'0'31,"0"0"82,-83-52-62,51 45-9,-5 7-10,-5 0-15,-9 24-2,-1 21 9,-2 26-2,5 19-16,12 14 18,13 7-7,15-2 0,9-4 8,6-9-19,25-13 0,18-12-1,14-14-4,9-16-1,8-17-4,-1-18 1,-1-6-39,-2-20-14,-2-20 26,-3-11 29,-10-14 2,-8-12 4,-11-10 34,-15-6 12,-16-7-20,-11-3-29,-17 0 3,-27 11-3,-12 19 3,-14 24 1,-6 27-4,0 18 1,3 4 2,7 15-5,12 15-1,14 7-18,21 6-46,16 4-2,3 1-56,13-6-230,8-6-160</inkml:trace>
  <inkml:trace contextRef="#ctx0" brushRef="#br0" timeOffset="74584.8846">14630 12790 868,'0'0'52,"0"0"7,0-82 0,19 57-24,2 5-10,6 7-8,0 10-16,-5 5-1,-10 33-4,-11 19 4,-1 16 0,-25 9 2,-11 0-4,-3-5 1,8-12 1,10-13 0,15-15 2,6-14-2,19-13 5,26-7-4,23-18-2,17-17-23,6-4-257</inkml:trace>
  <inkml:trace contextRef="#ctx0" brushRef="#br0" timeOffset="75241.1681">14707 13430 280,'0'0'40,"0"0"36,0 0 23,0 0-17,0 0 23,0 0-10,-40-63-4,35 60-10,1 3-25,-4 0-15,-5 12-22,-2 24-15,-4 25 29,-3 20 1,-1 23-10,-7 14-3,-1 5-9,-4 1-1,4-10-7,6-12-3,5-13 0,13-14-1,5-14 0,2-13-2,0-12-36,6-11-88,3-13-56,2-12-290</inkml:trace>
  <inkml:trace contextRef="#ctx0" brushRef="#br0" timeOffset="75759.3116">14601 14416 357,'0'0'342,"0"0"-231,0 0-64,0 0-8,-65-82-13,38 69 9,-6 6-19,-3 7-2,-10 0 9,-4 26-16,-8 17 2,0 15 3,3 10-10,9 6 13,11 4-3,13-3-1,17-4-2,5-4-8,19-3 8,21-7-9,14 0 2,14-13-5,8-13-49,9-13 40,-1-16 10,1-2 1,-2-19-43,-1-18-50,-5-15 94,-7-14 12,-9-10-2,-10-12 22,-11-3 17,-13-8-4,-17-3-10,-10 3-10,-19 8-10,-27 12-1,-13 20-8,-15 20 2,-6 25-8,-3 14 0,4 10-2,10 23 1,10 6-9,11 11-36,12 4-16,12 4-17,8 2-111,10-4-223</inkml:trace>
  <inkml:trace contextRef="#ctx0" brushRef="#br0" timeOffset="76096.0995">14507 14572 252,'0'0'638,"0"0"-600,0 0-13,0 0-8,-34 93 10,52-70-6,9 0-10,8-2-6,3 1 13,-1-2-5,2-1-4,-2-1 5,-3 0-11,-8 0 12,-8 2 1,-14 2-8,-4 0 5,-10 2 0,-22 2 5,-5-3-14,-5-2-4,5-7-9,4-9-44,6-5-39,4-10-51,9-20-268</inkml:trace>
  <inkml:trace contextRef="#ctx0" brushRef="#br0" timeOffset="76256.1193">14558 14525 1146,'0'0'15,"0"0"45,0 0-37,112-57-5,-36 25-5,12-8-13,4-2-37,-6-1-254</inkml:trace>
  <inkml:trace contextRef="#ctx0" brushRef="#br0" timeOffset="80295.1045">13971 13605 445,'0'0'27,"0"0"66,0 0-56,-98-18 50,80 17-1,2 1-26,5 0-14,4 0 10,4 0-21,3 0 14,0-3 0,4-4-29,22-3-7,14-4-11,12-4 9,9-4 0,2 0-10,-9 1 0,-6 4 1,-19 7 2,-15 6-5,-14 4 1,-12 8-14,-29 15 10,-17 8 1,-7 1-10,-2 1 12,10-5-5,8-4 6,10-4 0,9-3 0,6-3 2,11-3-2,4-6-2,9-2 2,5-3-21,18 0 11,13-7 6,7-11 0,1-1-5,0-7-39,-5 3 23,-6 4 23,-9 3 2,-14 8 11,-10 6-11,-10 2-6,-26 2 5,-10 11 0,-2-1 1,2-1 0,4 0 1,9-2 3,8-2 1,7-3-4,10-1 5,8-3-6,0 0 0,21 0-9,12-16-36,9-3-111,1-6-136</inkml:trace>
  <inkml:trace contextRef="#ctx0" brushRef="#br0" timeOffset="80564.9066">13863 13265 745,'0'0'95,"0"0"-69,0 0-26,0 0 5,0 0 10,124 63 20,-75-38-19,0 1 0,0-4 3,-4 0 25,0-2 0,-6 0-11,-7 0-5,-8-1-13,-13 3-11,-11 5-8,-14 5 1,-25 3-74,-16 4-51,-8-2-108,-5-1-117</inkml:trace>
  <inkml:trace contextRef="#ctx0" brushRef="#br0" timeOffset="81323.0732">10959 11966 722,'0'0'8,"0"0"-1,0 0 21,87 1 9,-41-15-10,6-7-26,-2-4 0,-1-1 1,-9-1-2,-8 6 0,-15 5 0,-14 4-19,-3 5-17,-13 3 12,-11 1 24,-1 3 3,2 0-3,8 0 8,5 0 3,10 0-8,0 1-2,22 8 2,11 4 8,7 3 4,-1 4-7,-3 3 1,-6 4-4,-6 3 7,-15 5 28,-9 3-4,-9 1-26,-29 4-4,-11-3-6,-4 0-58,3-5-135,3-5-212</inkml:trace>
  <inkml:trace contextRef="#ctx0" brushRef="#br0" timeOffset="81819.5312">10919 13390 1010,'0'0'43,"0"0"-7,-104-1 7,38 14 13,-19 7-24,-9 7-26,0 1 0,6 0-6,15-1-2,12-5 2,15-7-9,17-5-14,14-7-19,15-3-47,2-2-52,23-16-234</inkml:trace>
  <inkml:trace contextRef="#ctx0" brushRef="#br0" timeOffset="82089.7945">10330 13228 522,'0'0'358,"0"0"-317,0 0-17,0 0 6,-79 18 2,47 31-9,-5 13-2,-3 9 11,4 2-8,6-5 20,14-9 5,10-8-28,6-10 3,24-9-18,19-9-5,16-13 4,18-10-5,18-10-1,20-19-77,7-8-121,-4-4-236</inkml:trace>
  <inkml:trace contextRef="#ctx0" brushRef="#br0" timeOffset="83378.12">5778 11240 736,'0'0'111,"0"0"-60,0 0 11,0 0-6,76-71-20,-40 66-12,7 5 5,-3 3-4,-2 22-15,-7 9 5,-7 13-12,-15 9 5,-9 8-8,-11 5 0,-23 0 0,-12-2-15,1-8 15,2-11-1,10-13 1,7-11-2,9-13 2,6-8 0,4-3-2,7-8 2,0-14-15,10-1-5,18 3 7,10 3 12,10 5-1,10 4 2,6 0 1,4 1 3,-5-3-7,-2-1 3,-10 1-111,-8-2-203,-10 0-313</inkml:trace>
  <inkml:trace contextRef="#ctx0" brushRef="#br0" timeOffset="83979.2445">6304 10912 653,'0'0'9,"0"0"13,-58-73 3,33 53 79,1 1-40,-4 4-50,-3 2 6,-4 5-11,-5 4 7,-8 4-4,-7 2-4,-9 23-2,0 11-6,-5 12 2,-4 10 1,0 7 0,1 9 4,8 10 17,12 6-16,7 10 5,14 6 13,4 7-9,8 2 0,14 1-15,5-5 11,15-11 16,22-12-28,15-14 2,12-12 5,14-16-4,12-7 2,5-15-6,7-13-4,0-11 4,-3-14-1,4-26-16,-5-15 8,-5-12 9,-6-14 1,-10-9 3,-10-12-4,-12-12 25,-14-6 0,-13-4 23,-12 1 0,-16 9-30,-5 15-4,-33 14-14,-17 23 2,-17 19-6,-14 21 5,-8 21-2,-6 1-4,6 30-24,7 10-26,14 9-21,13 4-29,13 1-43,14 2-250</inkml:trace>
  <inkml:trace contextRef="#ctx0" brushRef="#br0" timeOffset="84601.0242">5790 12433 395,'0'0'100,"0"0"-3,0 0 28,0 0-9,-39-73-53,30 68-3,0 5-24,-6 0 0,-6 20-10,-10 28-20,-14 24 4,-7 29-9,-8 12 1,-2 9-4,2 2 2,0-11 0,5-9 0,6-9 0,4-18-1,11-14 1,13-15-8,9-14-16,9-12-48,3-11-37,6-11-160,10 0-141</inkml:trace>
  <inkml:trace contextRef="#ctx0" brushRef="#br0" timeOffset="85141.3016">5314 13359 860,'0'0'14,"0"0"-4,0 0-1,-100-55 27,67 49-9,-3 3-24,-6 3-2,-5 3-1,-7 21 0,-1 13-1,-5 12-6,2 11 5,4 6-2,5 0 4,10 0-3,14 2 8,13 0-5,12 1 0,14 0-5,24-1 5,15-9 0,6-7 6,7-9-4,5-11-1,10-5 0,1-12 0,3-12 2,-6-3 2,-6-28 3,-7-14 0,-5-15 43,-1-11 5,-11-12-1,-4-8 10,-17-3-25,-10-1-6,-16 3-24,-2 9-10,-32 6 8,-14 15-7,-14 12 0,-9 15 1,-5 20-2,2 12 0,5 5-9,6 24-6,12 13-24,7 7-67,15 6-57,8 1-48,13-3-188</inkml:trace>
  <inkml:trace contextRef="#ctx0" brushRef="#br0" timeOffset="85621.8103">5281 13709 1118,'0'0'34,"0"0"-28,-27-79 9,8 64 14,-8 10-16,-4 5-13,-5 1-13,0 22-9,0 4 16,9 1-2,5-1 5,13-2-6,6 0-7,3-2-2,4 0-1,18-2 3,6-4 9,12-2-2,0 1 8,1-1 0,0 1 1,-8 1-2,-10 1 3,-10 0-1,-10 5 0,-3 3-4,-19 0 3,-14 1 1,-9-4-5,0-9-5,7-9 8,3-5 1,11-5 1,5-22-1,7-16-11,9-11-4,1-10-15,28 2 19,8 4-62,5 12-151,1 12 51,-4 11-6</inkml:trace>
  <inkml:trace contextRef="#ctx0" brushRef="#br0" timeOffset="86175.0258">5062 14335 302,'0'0'55,"0"0"-10,0 0 33,0 0-14,0 0 54,0-74-3,0 52-26,-3 1-13,1-2-14,-1 3 1,-1 2 5,-1 6-36,2 4-11,-1 6-9,-3 2-3,-4 0 8,-3 5-15,-11 27 1,-3 17-5,-8 20 2,-4 17 0,-5 11 4,-4 6-3,-1 1 3,-2-3-4,7-5 0,5-7-1,14-10-33,7-8-44,9-14-1,9-8-76,1-14-153,0-10-62</inkml:trace>
  <inkml:trace contextRef="#ctx0" brushRef="#br0" timeOffset="86744.688">4468 15265 549,'0'0'38,"0"0"28,-75-82 56,41 65-25,-9 9-48,-4 8-6,-6 0-37,-2 24-4,-2 13-2,2 13 0,4 13 0,2 9-1,10 7 3,12 4-3,12 3 1,15-4 0,0-5-3,26-5-2,17-7-8,10-6 11,10-10 0,9-7-2,13-10 4,6-14 0,3-12-18,0-6 18,-6-21 4,-3-17 7,-3-12-8,-2-12-3,-12-11 13,-9-12 34,-8-6 5,-9-7 4,-11-4 26,-17 4-24,-14 5-18,-3 8-12,-32 14-28,-15 11 6,-14 13-6,-11 18 0,-10 12-12,0 17-14,9 10-8,11 21-29,15 10-42,11 5-9,15 8-32,6 3-100,3 3-169</inkml:trace>
  <inkml:trace contextRef="#ctx0" brushRef="#br0" timeOffset="86977.3035">4399 15552 1096,'0'0'33,"0"0"-32,0 0-1,0 0-8,0 132 8,0-60 3,0-4-3,6-8-22,9-10-43,6-14-43,3-10-100,1-16-122</inkml:trace>
  <inkml:trace contextRef="#ctx0" brushRef="#br0" timeOffset="87246.8779">4642 15752 758,'0'0'53,"0"0"2,33 93-38,-9-69 0,3-10-4,6-10 3,1-4-9,0-11-5,-4-17 3,-7-9-1,-5-4 2,-9-5-2,-9-3 16,0 0 1,-23 4 7,-14 6-28,-6 12-29,-11 16 10,-1 11-40,4 11-92,5 20-62,16 2-81</inkml:trace>
  <inkml:trace contextRef="#ctx0" brushRef="#br0" timeOffset="87697.7043">5411 13961 730,'0'0'142,"0"0"-98,0 0-30,0 0-3,0 0-5,15 125 29,10-36-8,8 15-15,9 13 23,7 3-13,3-4-14,1-9-7,-6-12-1,-2-7-5,-5-13-40,-4-13-162,-5-11 8,-7-18 17</inkml:trace>
  <inkml:trace contextRef="#ctx0" brushRef="#br0" timeOffset="88179.5366">6205 14939 210,'0'0'708,"0"0"-636,0 0-34,-94-70 12,58 70 17,0 8-57,-6 33-10,-2 21-1,0 17 1,1 12 1,10 3-1,9 3 1,12-4 1,12-4-4,0-11 0,27-13 0,19-9-6,11-12 3,10-15-62,5-13 65,1-16 1,1 0-2,-5-24-114,-2-12 117,-7-13 0,0-11 4,-8-12 5,-7-8 10,-9-9 31,-11-7-5,-12-6 24,-13-3-27,-4 2 4,-30 10-21,-19 18-3,-14 25-9,-9 27-11,-6 23-2,1 4-10,5 32 10,11 7-4,8 10-30,15 2-42,12 0-39,14-3-10,10-6-132,6-7-79</inkml:trace>
  <inkml:trace contextRef="#ctx0" brushRef="#br0" timeOffset="88463.6967">6075 15252 824,'0'0'156,"0"0"-85,0 0 3,0 0-38,0 0-24,0 0-3,104-98 4,-65 68 0,1 6 16,-8 10-2,-10 12-16,0 4-11,-7 32 9,0 15-9,-1 14 16,-7 4-16,-5 1 0,-2-6-1,0-7-20,0-9-65,0-10-72,0-15-146</inkml:trace>
  <inkml:trace contextRef="#ctx0" brushRef="#br0" timeOffset="89341.156">6251 12273 439,'0'0'7,"0"0"-14,-2-88-112,-4 55 119,-2-2 62,0-2-57,-1-1 2,3 4 14,-1 5 67,2 5-9,4 8-1,-1 5 49,2 6-36,0 3-45,0 2 2,0 0-26,0 0-3,12 18-16,14 16 34,15 17 10,14 15-22,14 15 28,12 10-20,7 5-15,4 1-13,4-1-4,-4-4 4,-7-10-5,-16-10-2,-17-11 2,-16-15-9,-15-6-6,-11-9-2,-5-7-69,-4-6-33,2-8-105,-2-10-194</inkml:trace>
  <inkml:trace contextRef="#ctx0" brushRef="#br0" timeOffset="89850.8158">7316 12748 824,'0'0'10,"0"0"63,0 0-35,0 0 21,-85-36-25,58 73-16,-9 19-8,-4 17 6,4 13 2,7 7-2,7 5 11,12 1-16,10-6-4,10-4-5,26-7-2,12-13-3,15-11-4,17-17 5,10-11-2,4-13-12,3-14-70,-3-3 20,-5-27 66,-4-17 2,-10-16-2,-9-10 0,-13-13 15,-10-12-2,-14-7 19,-16-5 15,-13-1 9,-13 4-17,-27 5-11,-10 17-1,-11 18 10,-10 20-13,-7 23-7,-7 21-17,0 3 0,-4 28-1,5 13-3,2 7-40,10 1-30,23 2-61,16-5-5,14-6-191</inkml:trace>
  <inkml:trace contextRef="#ctx0" brushRef="#br0" timeOffset="90833.8946">7524 13332 154,'0'0'598,"0"0"-457,0 0-118,0 0 13,0 0 37,0 0 11,-78-54-47,78 51-1,0-1-25,4-3-7,17 0-4,6 3 0,6 4 0,-9 0 9,-2 22-9,-16 11 0,-6 6-1,-3 7 1,-24-1-1,-7-1-10,1-7-5,5-8-9,11-11-7,9-8 1,8-7-27,0-3 10,0-3-2,17-12-31,10-2 56,4 1 18,4 6 7,-2 6 26,-5 4 8,3 0 8,-5 1-13,-10 10 13,-7 7-25,-9 4-6,-10 6 2,-20 6-2,-9-1-11,-3-1-18,1-5-18,8-6-48,3-8-89,12-8-138</inkml:trace>
  <inkml:trace contextRef="#ctx0" brushRef="#br0" timeOffset="91172.9421">7615 13691 764,'0'0'125,"0"0"-44,0 0-14,0 0 2,0 0-62,0 0 0,-30 138-1,24-42 5,-3 19-1,-3 12-6,0 6 14,-3 0-15,0-9-1,9-7 14,3-18-15,3-16-2,0-16-1,0-21-4,14-15-58,5-19-47,-1-12-141,3-7-419</inkml:trace>
  <inkml:trace contextRef="#ctx0" brushRef="#br0" timeOffset="91725.8987">7701 14595 845,'0'0'37,"0"0"10,-112-7-36,63 38 5,-8 17-1,-1 15-4,3 15 14,13 14-17,14 6 1,14 5-1,14-1-3,0-9 3,33-8-6,7-12 1,12-11-1,8-15-2,10-15 0,5-16 0,7-15-23,1-1-1,0-21 0,-7-14-184,-8-10 208,-8-15 11,-8-9-3,-10-10 81,-8-14-6,-13-11-5,-12-4 3,-9 3-26,-22 7-6,-29 21-26,-25 14-14,-12 23-5,-4 24-4,1 16-8,10 20-3,8 22-8,17 8 0,15 0-45,23 3-41,15-1-16,3-3-98,21-2-94</inkml:trace>
  <inkml:trace contextRef="#ctx0" brushRef="#br0" timeOffset="92057.0407">7801 14966 827,'0'0'3,"0"0"26,-89-5-5,67 23 24,8 5-16,8 7-17,6-1-3,0-3-10,16 1 1,11-4 5,10-2-8,2-2 5,0 0-4,0-1 2,-2 1 4,-4-1 11,-8 0 11,-7 1-5,-9-1-2,-5 1 20,-4 0-20,-2 2-1,-15-1-3,-8-1-18,-5-7-28,0-8-68,3-4-26,2-9-80,4-18-342</inkml:trace>
  <inkml:trace contextRef="#ctx0" brushRef="#br0" timeOffset="92199.7506">7717 14982 998,'0'0'135,"0"0"-70,108-100-13,-35 44-21,17-6-31,11-3-37,-4 0-241</inkml:trace>
  <inkml:trace contextRef="#ctx0" brushRef="#br0" timeOffset="95701.7126">4395 11994 97,'0'0'429,"0"0"-358,0 0 33,0 0-14,0 0-55,0 0-7,0 0-23,-12-5-3,25 5 21,11 0-7,10 0 29,13 0-15,11 0-20,17-6 14,7-8-13,4-3-6,-4 1 7,-13 2-8,-16 4-2,-15 5-2,-17 2 2,-14 3-10,-4 0 8,-3-1 0,0-2 1,-6-3 4,-9-4-5,-5-3 0,0-2 7,-2-1-5,-2 1-1,4-3 10,-5-2-6,3 1 2,-2-1-5,1 1 7,1 1 1,3 2 16,5 3 1,5 5-22,5 5 13,1 1-18,3 2 10,0 0-10,19 17-8,17 8 6,16 4 2,6 4 0,5-1 0,-2 0 5,-7-2-5,-6 0 0,-17-1 4,-12 0-8,-16 5 4,-3 5 0,-34 6 2,-17 4 1,-10 2-3,-3-1 0,6-5-32,9-8-68,13-9-114,16-10-309</inkml:trace>
  <inkml:trace contextRef="#ctx0" brushRef="#br0" timeOffset="101641.1694">3947 13944 270,'0'0'166,"0"0"-96,0 0 0,0 0 18,0 0-2,0 0-15,0 0-4,-10-1-6,8 1-24,1 0 14,1 0-16,0 0-17,0 0 18,0 0-27,0-2 2,0 2-11,10 0-9,16 0 6,11 0 0,12 0 6,9 0-1,5 0 2,1 0-4,-1 0 0,-8 0 0,-12 0-1,-10 0-3,-14 0 2,-11 0-4,-5 0 6,-3 0 0,0 0 1,0 0 4,0 0 1,-6-4-3,-7-3 0,-1-1 0,-5-3-2,2-1-1,-5-3 0,0 0 6,-8-3-6,0-1 0,-6-1-4,2 0 0,1 3 0,5 1 4,4 5 0,6 3 3,0 1-3,9 4 0,3 0 1,3 3-4,-1 0 3,4 0-4,0 3-3,4 17-19,11 2 23,12 5 3,4-1 0,5-5-3,6-3 2,4-6 0,-1-6-2,-2-6-11,-10 0-6,-11-1 19,-5-6-1,-11 2 1,-5 2 2,-1 3 16,0 0 14,0 0-27,-9 9 7,-13 18-11,-4 11-2,-9 10-5,-1 7 0,0 4-27,3 1-89,5-1-99,9-7-204</inkml:trace>
  <inkml:trace contextRef="#ctx0" brushRef="#br0" timeOffset="108354.9784">4898 13882 185,'0'0'63,"0"0"7,0 0 18,0 0 0,0 0-8,0 0-3,0 0 3,-18-38-18,15 34-1,-3-2-4,-2 1-40,1 1 13,-2-1-3,0 1-9,0 3 6,3-2 3,-1 1 1,1 0 23,1 0-30,2 1 10,0-2-6,3 3-8,0-2 13,0 2-21,0 0 3,0-1-12,5 0-6,17-1 6,9-1 2,8 0 3,6 1 1,3-4-6,-1 0 0,0 1 1,-7-4 4,-3 1-5,-7 0 0,-6-4 2,-5 1 0,-8-1 0,-8 4 1,0 1 18,-3 4-8,0 1 9,0 2 5,0 0-20,-6 5 2,0 25-9,0 15 0,3 17-3,3 9 10,0-1-7,0-3 0,0-7 1,0-5-5,1-4 4,4-3-7,-2-3-17,-2-7-33,1-7 1,-1-9-32,-1-10-22,0-9-18,0-3-127,0-10 54</inkml:trace>
  <inkml:trace contextRef="#ctx0" brushRef="#br0" timeOffset="108765.108">4846 13918 610,'0'0'91,"0"0"-35,0 0 39,0 0-31,0 0-33,0 0 2,-5-3-30,17 0 1,7-1 0,10-6-3,5-6 11,6-8-8,5-4 13,0-4 3,-2 2-7,-9 5 9,-8 9-17,-14 6-4,-8 7 2,-4 3 2,0 7-4,0 24 15,0 17-9,0 13 36,0 5-21,0-1-20,2-6 20,5-5-19,-1-4 4,0-3-5,0-1 4,0-1-12,-2-4-21,-2-3-79,-2-6-53,0-6-136</inkml:trace>
  <inkml:trace contextRef="#ctx0" brushRef="#br0" timeOffset="110289.2567">6430 15133 546,'0'0'91,"0"0"-14,0 0 40,0 0-38,0 0-23,0 0-12,-36-40-9,27 29 7,-1-1-10,-1 0-9,-4-1 5,-3 3-16,-6 0 0,-5 4-8,-6 4 3,-5 2-5,-2 0-2,0 5 1,-2 14-6,2 6 0,3 3 5,2 3 0,11 2 5,6-4-6,9 1 1,7-3 0,4-1-8,12 3 7,10-3 1,8-1-3,4-3 4,5-2-2,3-3 1,10-3 0,0-3-1,8 5 4,-5-2-3,-6 0 0,-8 3 6,-10 0 3,-7 1-9,-8 2 1,-7 3 8,-9 2-5,0 0-4,-1 1 4,-17-2-2,-2-3 3,-2-4-5,3-4 0,-4-6 4,4-6 2,-5-1-5,2 0-1,2-17-1,-2-5-1,3-6 1,2-4-9,8-3 8,3-2-15,6-2-5,0-2 21,0-6 2,6-2 0,6-4-1,4-3 1,-5 0 4,-2 1-4,-6 1-1,-3 2 2,0 5 4,-6 11 0,-9 8-5,-3 9 2,-1 8-6,-4 4 2,-2 5-1,-2 2-3,0 0-11,-3 14 13,-1 9-6,3 7 8,-2 3-3,3 3 1,4-1 3,3-1 0,2 0 0,10-2-5,4 4 5,4-2 0,0 1-4,6-2 4,15-4-2,2-2 2,6-3-5,5-2 1,5-2 4,9 1-3,4-2-3,2 1 7,-2-2-1,-4-2 0,-4 2 4,-6-3-2,-7-1-1,-4 0 0,-6 0-2,-2 0-3,-8 3-1,-10 2 2,-1 1 3,-9 2 11,-16 1-1,-3-3-8,-4-5-1,-1-5 2,-1-7-3,3-3 2,1-6 3,-3-16-10,8-13-1,-2-11-8,6-13-2,8-11-55,8-7-26,5-1-87,19 5-102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5-11-30T05:30:13.6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3195 3220 475,'0'0'228,"0"0"-114,0 0 49,0 0-31,0 0-62,0 0-12,0 0-21,-16-50-8,16 50-29,0 23-4,0 15 4,6 13 0,1 12 5,-2 2-3,-5-2 6,0-4-15,1-9 7,5-4-84,2-14-129,5-11-214</inkml:trace>
  <inkml:trace contextRef="#ctx0" brushRef="#br0" timeOffset="608.712">3567 3306 456,'0'0'238,"0"0"-194,0 0 11,0 0 12,0 0-62,0 0 8,0-34 1,0 30-13,0 0 15,0-1-6,-2 1 13,-1 0 21,0 1-10,-1 3 7,1 0-3,-6 4-33,0 20 10,-4 13-13,5 11 9,7 1 9,1 0-16,4-8 3,17-4 1,9-10-8,6-7 3,1-12-2,6-8-1,-4-5-32,-5-19 5,-4-10 20,-8-7-6,-8-7 13,-5-3 8,-7-5 22,-2-3 5,-8 2 5,-13 5-13,-9 12 11,-1 18-38,-8 13-4,-1 9 0,-1 15-8,7 11-33,10 8-75,11-3-116,13-4-305</inkml:trace>
  <inkml:trace contextRef="#ctx0" brushRef="#br0" timeOffset="1913.9106">564 3653 788,'0'0'96,"0"0"-27,0 0 35,-3-78-43,22 58-17,12 1-14,7 6-17,-7 12 6,5 1-19,-12 4 0,-11 20-2,-4 10 2,-9 8 8,0 7-6,-10-3-2,-13-5 6,4-7-6,4-14-10,9-8 2,6-6-24,0-6-28,0 0 14,18-6-19,10-9 56,5-1-15,-5 6 21,5 7 1,-8 3 4,1 12 4,-5 15 1,-11 5 4,-10 6 25,-4 1 13,-29 4 24,-6-2-32,-7-5-35,1-6 9,6-10-14,11-9-1,14-11-4,10-6-117,4-26-120,15-11-480</inkml:trace>
  <inkml:trace contextRef="#ctx0" brushRef="#br0" timeOffset="2193.826">1122 3838 582,'0'0'135,"16"86"-7,2-52-14,6-10-25,10-10-55,11-11 17,3-3-4,-1-13-36,1-17 9,-8-9-7,-10-6-11,-12-9 13,-15-5-10,-3 0 8,-27-2 16,-16 7-18,-8 16 1,-6 18-12,-1 18-6,9 6-1,6 27-67,10 8-83,12 8-86</inkml:trace>
  <inkml:trace contextRef="#ctx0" brushRef="#br0" timeOffset="2973.6535">5311 2946 617,'0'0'34,"0"0"-14,88-37 33,-52 37 33,1 0-56,-9 15-30,-8 16 23,-10 11-21,-10 7 14,-4 5 22,-22-1-17,-7 0 10,-5-7-11,5-7 16,8-9 18,11-7-24,8-9-19,6-4 11,0-7-17,24-3-1,15 0 5,19-20-9,15-6-82,15-3-6,3-5-157,-1 0-121</inkml:trace>
  <inkml:trace contextRef="#ctx0" brushRef="#br0" timeOffset="3264.6144">6155 2956 810,'0'0'28,"0"0"4,-31 110 73,31-72-52,0-5-16,21-10-9,10-8 11,6-11-8,5-4 2,3-10-22,-5-18-1,-4-7 0,-9-8-8,-6-2 8,-15-4-10,-6-1 1,-15 4 13,-21 11-9,-17 15-1,-10 17-4,-4 4-12,1 29-18,6 8-85,8 3-210</inkml:trace>
  <inkml:trace contextRef="#ctx0" brushRef="#br0" timeOffset="4778.2984">5845 5191 606,'0'0'131,"0"0"6,0 0-32,0 0-32,0 0-25,-31-72-23,40 57-6,11 2-15,3 3-1,4 8 0,-2 2-3,-1 10 0,-3 17 0,-9 10 0,-11 4 0,-1 4 6,-15 0-3,-15-6 6,-1-6-9,4-6 1,5-8 1,13-10 1,4-3-6,5-6-2,0 0-23,11-14-12,11-6-9,8-1 28,0 4-4,1 4 7,-1 10 15,-6 3 2,0 2 1,-5 22 4,-8 6-2,-8 5 24,-3 0-1,-12 2 3,-20-2 3,-12 0-10,-3-5-20,0-6 3,8-7-4,9-11-41,8-6-102,14-15-261</inkml:trace>
  <inkml:trace contextRef="#ctx0" brushRef="#br0" timeOffset="5116.3537">6336 5299 792,'0'0'26,"0"0"59,-30 104 38,28-66-52,2-4-24,2-5-6,18-6-35,8-10 10,9-12-11,3-1 3,1-7-2,-2-14-6,-11-7 9,-3-6-9,-7-3 0,-12-4 4,-3-3 3,-3 4-6,-14 3 20,-17 9-6,-12 14 5,-2 11-20,-7 3-7,7 17 3,7 7-20,8 2-66,13 0-73,7-2-183</inkml:trace>
  <inkml:trace contextRef="#ctx0" brushRef="#br0" timeOffset="5806.722">6460 4913 442,'0'0'66,"0"0"-13,-81-82 31,44 58-21,-4 5-49,-8 6 39,-4 12-42,-7 1 8,-9 7 35,-10 15-39,-9 10 4,-3 10 44,-6 8-40,6 8-13,3 10 9,11 11-1,17 6-11,21 9 6,17 4 5,20-5-12,2 0-3,32-6-6,21-6 2,18-9 1,18-7-18,10-16-41,9-11 30,4-15 22,-1-17-29,-1-6-58,-7-22-42,-4-25 21,-5-12 15,-11-10 100,-7-5 70,-9-3 163,-10-5-90,-6-4-34,-10 0-40,-15 0 22,-13 1-12,-13 8-53,-13 12-1,-29 10-3,-10 18-6,-15 17 3,-14 15-19,-14 5 0,-4 16-1,4 14-34,10 6-11,16 9-79,17 0-72,16 4-176</inkml:trace>
  <inkml:trace contextRef="#ctx0" brushRef="#br0" timeOffset="6378.4785">5526 6316 408,'0'0'58,"0"0"42,0 0 20,-3-91-9,3 69-39,0 2-16,0 5-6,0 6-1,0 6 14,0 2 19,-3 1-53,-9 14-13,-9 23-9,-6 19-3,-4 19 9,1 11 0,-3 7-1,-6 5 19,-4-2-28,0-6 7,1-7-10,12-8 3,6-9-3,9-9-8,7-7-57,3-13-128,2-15-258</inkml:trace>
  <inkml:trace contextRef="#ctx0" brushRef="#br0" timeOffset="6769.363">4413 7615 787,'0'0'18,"0"0"33,0 0 90,0 0-38,0 0-29,0 0-48,-28 6-26,28 48 0,0 12 13,0 4-9,0 0 0,1-4-4,8-7-5,1-7-8,8-15-107,3-14-23,6-16-196</inkml:trace>
  <inkml:trace contextRef="#ctx0" brushRef="#br0" timeOffset="7080.6403">4677 7683 780,'0'0'82,"0"0"-72,0 0 28,-8 110 13,8-69-11,12-3-7,9-8 1,9-9-17,1-7-8,2-8 4,3-6-4,-3-3 3,-3-18-2,-5-9-9,-5-5 11,-7-5-5,-9-2-3,-4-2 12,-6 4-5,-22 1 3,-15 11-5,-2 10-8,-7 14-1,5 4-27,6 8-47,15 14 2,10 0-53,13-5-250</inkml:trace>
  <inkml:trace contextRef="#ctx0" brushRef="#br0" timeOffset="7666.2107">4938 7257 563,'0'0'85,"0"0"39,-97-92-36,49 64-36,-4 3-44,-2 9 4,1 12-4,3 4-1,-2 11 2,-1 19-2,-6 12-2,-8 15-5,-6 13 0,1 12 0,4 11 0,8 9 0,12 4 5,5-1 1,6 2 21,13-1 0,6 2-1,18-6 14,0-5-18,27-11-9,21-7 6,16-13-14,16-12 2,17-15-6,9-20 0,6-19 2,12-7-3,-3-35-1,1-16-1,-1-19 2,-9-17 3,-9-6-2,-14-7 9,-15 0 24,-19 0-4,-18-3-10,-16-3 20,-21 2-30,-11 6 6,-32 15-4,-15 17 0,-12 22-4,-15 20-6,-2 13 3,-7 9-5,3 8-8,9 1-15,16 4 6,16 15-44,17 8-15,18 5-55,9-4-98,6-6-554</inkml:trace>
  <inkml:trace contextRef="#ctx0" brushRef="#br0" timeOffset="9296.6195">9118 5038 917,'0'0'28,"0"0"66,0 0 49,0 0-91,0 0-43,-19 76-4,13-9-2,3 8 1,0-4-4,3-5 1,0-10-2,0-9-41,0-13-58,21-17-67,4-14-206</inkml:trace>
  <inkml:trace contextRef="#ctx0" brushRef="#br0" timeOffset="9595.291">9339 5166 891,'0'0'31,"0"0"-21,-39 105 28,36-51 4,3-3-34,11-9 12,17-9-3,7-13-15,2-13 0,6-7 6,-1-7-4,-6-20 1,-6-8-3,-8-9-1,-6-5 6,-10-4-5,-6-3-2,-1 2 5,-22 6-4,-8 10 4,0 14-5,-4 16-2,1 8 0,3 17-29,7 13-25,10 4-84,9-1-252</inkml:trace>
  <inkml:trace contextRef="#ctx0" brushRef="#br0" timeOffset="10089.3817">9537 4673 688,'0'0'8,"-101"-31"-4,36 30 6,-7 1 18,-7 8-12,3 22 24,-8 18 19,-4 20-13,-6 17-9,-3 17-16,-1 18-10,7 10 2,10 4 9,20 3 13,27-10-2,29-5-17,18-10-3,43-13-10,32-16-3,21-23 4,16-23-4,9-21-4,6-16-40,1-27-44,-1-30 37,-7-27 23,-9-16 25,-14-10 3,-16-10 9,-16-6 53,-20-2 26,-27-3-29,-28 7 6,-13 14-46,-41 17 12,-21 21-3,-14 26-16,-8 22-10,-2 23-2,4 5-1,7 30-1,9 20-34,8 14-78,7 16-65,8 12-294</inkml:trace>
  <inkml:trace contextRef="#ctx0" brushRef="#br0" timeOffset="10515.8769">8908 6134 487,'0'0'67,"0"0"73,0 0 18,0 0-54,0 0-20,0 0-2,-12-35-54,-1 88-27,-8 25 23,-9 22 9,-10 17 2,-10 8-14,-5 6-8,2-6-13,8-4 3,12-10-3,15-17-6,9-16-68,9-25-109,0-20-118</inkml:trace>
  <inkml:trace contextRef="#ctx0" brushRef="#br0" timeOffset="11037.6712">8505 7151 890,'0'0'34,"-67"-93"-31,27 62-3,-8 17 40,-10 14-24,-9 17 5,-14 32-6,-1 23 5,0 23 14,9 16 7,15 12-1,13 5-12,22-1-15,23-11 6,11-13 2,41-15-13,23-18 1,20-18-7,19-19 2,3-22-4,1-11-88,-10-32 43,-11-23 5,-8-17-27,-8-14 67,-14-14 7,-10-15 36,-12-11 31,-17-5-8,-19-2-18,-9 14-22,-17 14-7,-27 26-6,-17 30-5,-14 28-3,-15 21-6,-7 22 1,3 26-24,12 10-41,17 6-45,17 1-8,11 1-51,14 0-261</inkml:trace>
  <inkml:trace contextRef="#ctx0" brushRef="#br0" timeOffset="11460.4027">8208 7432 1043,'0'0'4,"0"0"-4,51-72 8,-15 64 10,4 8 2,-4 9 8,-9 24-6,-14 15-9,-13 7-11,-3 3 15,-25-3-15,-5-6 4,2-8-4,5-11-2,11-12-7,7-8-31,8-10-20,0 0 21,0-10 5,16-10-20,6-2 47,-1 4-2,5 5 7,-4 9 3,-3 4 23,-2 3 30,-8 19-12,-6 7-18,-3 7 5,-6 0-2,-17 0-9,-4-4-17,0-5-3,4-7-66,2-10-69,9-10-83,6 0-534</inkml:trace>
  <inkml:trace contextRef="#ctx0" brushRef="#br0" timeOffset="11746.6772">8565 7654 739,'0'0'73,"24"78"46,-2-49-18,5-9-38,3-8-18,5-8-15,0-4-4,-2-4 2,-7-18-20,-4-12-3,-6-6 2,-13-5-7,-3-3 7,-16 0-4,-22 5-1,-10 10-4,-8 14 1,-4 19-38,6 5-48,8 22-28,6 4-104,17 1-435</inkml:trace>
  <inkml:trace contextRef="#ctx0" brushRef="#br0" timeOffset="12669.5447">12668 4541 927,'0'0'1,"-93"58"1,39 1 16,-4 24 6,8 17 17,11 15 6,16 3-2,20 1-10,5-5-17,34-8 8,14-12-11,13-13-2,13-15-8,14-17-1,7-16 3,4-20-4,7-13-3,-4-16 6,-4-26-6,-8-16-34,-11-14 26,-10-17 16,-11-14-6,-13-13 9,-21-12 6,-18-13-2,-8-6-10,-33 6-3,-18 12 0,-16 25-1,-12 29 19,-9 26-14,-9 23 3,-2 24-9,-2 2-4,6 32 3,5 17-4,9 12-13,14 11-32,15 5-29,18 7-23,10 7-35,13-1-184</inkml:trace>
  <inkml:trace contextRef="#ctx0" brushRef="#br0" timeOffset="12920.5402">12751 5038 1160,'0'0'4,"0"0"0,0 0-2,0 83-2,0-23 6,0 5 0,0-4-6,9-5 3,3-6-3,2-12-17,2-8-84,0-12-55,2-13-243</inkml:trace>
  <inkml:trace contextRef="#ctx0" brushRef="#br0" timeOffset="13207.792">12968 5156 839,'0'0'15,"0"87"39,0-46 6,10-5-26,14-10-11,9-9-4,7-8-3,5-9-9,4-3 6,-4-23-12,-8-8-1,-7-11 3,-11-2 0,-11-4 0,-8 0 7,-11 6 37,-22 5-14,-11 12-23,-9 14-3,-5 14-7,0 0-16,7 24-65,9 9-45,11 4-266</inkml:trace>
  <inkml:trace contextRef="#ctx0" brushRef="#br0" timeOffset="14689.6915">7474 2541 762,'0'0'93,"0"0"-9,0 0-6,0 0-50,0 75-23,0-10 32,6 7 23,3 0-39,-3-3-3,-3-4 6,-3-7-14,0-9-8,0-8 6,-7-11-7,-1-11 1,2-10-2,0-9 3,2 0-4,1-10 1,0-11-13,3-4-11,0-1-2,18 2 5,8 4 12,6 4-2,2-3-4,2 0-16,1-3 3,-2 0 6,-7-1 12,-6 0 10,-8 3 0,-7 5 2,-5 5-1,-2 5 15,0 5 49,0 0 3,-9 26-52,0 21-16,1 13 7,4 7 2,4-2-6,0-5-3,13-7-57,16-14-66,7-12-274</inkml:trace>
  <inkml:trace contextRef="#ctx0" brushRef="#br0" timeOffset="15806.6281">8083 2819 422,'0'0'118,"0"0"64,0 0-44,0 0-48,0 0-57,0 0-7,-82 75 20,69-19-15,10 4-3,3-6 3,13-4-12,15-14-9,8-10-8,7-13 12,5-13-11,-2 0 3,-1-24 3,-6-11-9,-11-11 5,-7-7-5,-9-5-2,-9-3 1,-3-1-3,-9 3 4,-19 7 0,-8 8 3,-6 14-4,0 22 1,0 8-19,-1 23-35,9 17-26,9 7-14,17 1-133,8-1-236</inkml:trace>
  <inkml:trace contextRef="#ctx0" brushRef="#br0" timeOffset="18742.704">7455 2664 103,'0'0'452,"0"0"-421,-5 98 56,5-48 21,0 1-58,0-3-12,5-2 2,-1-5-24,1-7 1,-2-7-3,1-9-8,1-9-4,-4-6 8,2-3 0,0 0 12,5 0-2,3-12-16,3-3 1,8-3-5,2 2 2,0 5-2,3 4 0,3 7 0,3 0-2,3 25 5,-1 14 5,-5 12 7,-7 6 0,-10-1 14,-12 0 29,-1-3-14,-11-6-5,-15-4-4,-4-7-16,-5-10-6,3-8-12,4-12 7,2-6-8,4-8-8,1-23-28,3-12-98,8-9-18,4-7-198,4-3-272</inkml:trace>
  <inkml:trace contextRef="#ctx0" brushRef="#br0" timeOffset="19030.8644">7395 2675 855,'0'0'91,"0"0"-45,0 0 7,0 0-26,0 0-2,121-69 22,-69 45-19,-2-4-15,0 1 7,-5 0-11,-5 5-4,-13 7-5,-15 7 1,-4 6-2,-8 2-20,0 0-66,0 8-16,-2 11-26,-10 7-167</inkml:trace>
  <inkml:trace contextRef="#ctx0" brushRef="#br0" timeOffset="19547.3326">7510 3096 332,'0'0'221,"0"0"-167,0 0 88,0 0-46,0 0-50,0 0-18,-12-39-2,18 24-22,11-2 4,6 0 6,6 3-2,5 3 24,8 6 6,4 5-7,2 12-11,-5 19-12,-1 11 6,-12 9 8,-10 3-6,-12 1-5,-8-3 1,0 0-8,-11-2 0,-11-10-7,-5-6-2,-1-10-36,1-10-97,-1-10 1,7-4-92,0-5-350</inkml:trace>
  <inkml:trace contextRef="#ctx0" brushRef="#br0" timeOffset="20512.7098">9248 2587 729,'0'0'155,"0"0"-79,0 0 48,0 0-20,0 0-80,0 0-24,-9 26 0,21 22 0,3 8 7,-4 1 7,-5-3-13,-2-2 3,-4-7-1,0-6-2,-10-8 4,-6-6-5,2-10-7,2-6-30,4-9-24,4 0-2,4-9 14,6-9-29,18-2 15,11-2 36,4 4 25,3-1-2,-6-1 8,-3-1-3,-8-2 11,-9 4 17,-10 3 28,-6 6 6,0 7 53,0 3-27,-4 0-55,-9 23-27,2 12-7,2 6 1,9 4 9,0-2-10,0-7-4,15-1-21,7-6-75,8-8-47,0-7-77</inkml:trace>
  <inkml:trace contextRef="#ctx0" brushRef="#br0" timeOffset="20838.5235">9782 2663 912,'0'0'50,"0"0"-46,-10 81 59,10-36-4,0 2-1,12-6-29,9-7-1,6-10-12,2-11-16,6-8 10,2-5-4,-1-9 0,-4-21 5,-3-11-7,-10-7 2,-5-6-5,-11-3 2,-3 1 6,-17 1-3,-15 6 8,-6 14-4,-7 15-10,-5 19-3,-5 5-13,1 28-40,6 6-102,14 2-215</inkml:trace>
  <inkml:trace contextRef="#ctx0" brushRef="#br0" timeOffset="22770.281">12711 5743 739,'0'0'98,"0"0"-36,0 0 45,0 0-16,0 0-36,0 0-1,0 0-19,0-20-18,-9 36-3,-9 24-9,-13 31-3,-14 24 10,-4 12-6,-8 12 4,-1-4-10,1-6 0,5-8 9,4-12-4,8-10-3,7-14 3,6-10-1,8-10-1,5-14-3,6-8 0,5-9-2,3-9-9,0-5-39,0 0-54,0 0-49,8-5 3,7-2-161,2 3 59,-4 1-50</inkml:trace>
  <inkml:trace contextRef="#ctx0" brushRef="#br0" timeOffset="23264.4438">12265 6766 513,'0'0'43,"0"0"60,0 0 17,-47-75-53,27 62-13,-4 3-30,-3 5 1,-6 5-1,-7 0-18,-9 17 4,-8 13-10,-6 10 1,-2 9 5,6 11-6,6 10 1,7 11 22,10 5-14,9 2 12,9-5 14,13-7-14,5-4 17,9-4-28,29-11-7,14-10 4,18-14-2,13-18-3,13-14 0,6-5-2,-1-32-42,-1-15 42,-8-14 1,-9-10 9,-11-8-5,-13-7 21,-16-6-6,-18 0-4,-17 8-1,-8 9-13,-22 13-2,-20 9 5,-10 14 1,-8 14-6,-3 15 0,-1 14-8,0 2 4,6 19-25,8 9-48,9 3-4,9 7-66,4-2-176</inkml:trace>
  <inkml:trace contextRef="#ctx0" brushRef="#br0" timeOffset="23706.3202">11913 6995 684,'0'0'119,"0"0"-34,0 0-26,0 0-40,0 0 0,94-66 10,-63 66-16,-1 13 25,-12 12-13,-2 5-6,-11 10-2,-5 1-11,-3 1 14,-18-3-15,0-10-4,3-5-1,4-11 0,7-6-18,4-6-3,3-1-12,0-4 9,5-13-10,13 0 11,4 1 21,3 7 2,-4 6 12,0 3 16,-2 0 10,-7 18 3,-7 5-9,-5 5 4,0 3-1,-17 0-10,-11 0-18,-2-3-5,0-7-2,5-8-37,4-11-67,8-2-51,1-13-207</inkml:trace>
  <inkml:trace contextRef="#ctx0" brushRef="#br0" timeOffset="23991.0117">12253 7061 579,'0'0'150,"0"0"-24,13 100-41,1-75-22,5-8-10,5-8-14,3-8-1,1-1-16,0-4-3,1-16 0,-4-9-8,-5-7 10,-6-6-10,-9-3-6,-5 1-1,-5 5-4,-23 7-5,-9 9 4,-8 9-17,0 9-16,4 5-23,5 2-36,11 9-27,11 0-208</inkml:trace>
  <inkml:trace contextRef="#ctx0" brushRef="#br0" timeOffset="24754.9114">13266 5606 502,'0'0'79,"0"0"47,0 0 9,0 0-61,0 0-26,0 0 0,-10-11-25,10 11-1,0 8-17,14 19-1,13 13 24,9 15-24,6 14 2,16 11-4,8 7 5,4-3-5,-3-5-2,0-4 0,2 0-3,4-3 2,4-2 1,1-8 2,-5-4 1,-6-5-3,-7-4 5,-14-9-3,-13-7 12,-14-10-9,-10-10-5,-7-6 7,-2-4-7,0-3-2,-9 0-9,-5-12-40,-2-5-43,1-3-105,7 0-112,0 2-67</inkml:trace>
  <inkml:trace contextRef="#ctx0" brushRef="#br0" timeOffset="25296.798">14373 6521 643,'0'0'41,"0"0"48,0 0 13,0 0-59,-82-49-23,55 49-16,-4 2 27,-5 22 12,-3 10-1,-6 15 22,0 16-23,-1 11-5,9 11 6,9 7-26,13 0 17,15 1-21,1-6-10,30-13 6,14-12-8,14-15 0,11-16-3,10-15 3,5-18-10,-2-7-48,-6-30 56,-5-19 2,-7-13-4,-2-18 4,-6-14 7,-8-11 3,-12-6 11,-15-2-9,-14 7-9,-8 8 6,-12 18-4,-20 22 9,-12 20 1,-7 23-10,-13 19-3,-6 6-2,-9 27 0,0 14-3,8 5-2,18 4-14,17 0-13,14 1-52,10 0-56,9-5-15,3-5-207</inkml:trace>
  <inkml:trace contextRef="#ctx0" brushRef="#br0" timeOffset="25725.7403">14300 6759 779,'0'0'100,"0"0"-21,0 0 1,0 0-22,0 0 6,0 0-47,-39-52-16,50 40-2,8 4-11,2 2 8,0 5 1,1 1 0,-4 0-3,-6 15 5,-8 11 1,-4 7 3,0 6-2,-13 3 12,-3-2 16,-3-2-16,5-3 20,5-6-10,3-7-1,6-6-4,0-4-11,6-6 1,10-6 1,10 0-6,3-10 5,9-16-8,3-4-5,0-6-23,1-2-36,-4 3-23,-5 1-37,-5 2-118,-5 2-214</inkml:trace>
  <inkml:trace contextRef="#ctx0" brushRef="#br0" timeOffset="26000.9056">14716 6674 199,'0'0'443,"0"0"-242,0 0-72,-37 75 14,31-38-62,6-1-22,0-5-24,4-5-23,13-5 4,5-6-5,14-6-2,1-9 0,2 0-4,-3-20-2,-7-12-3,-6-6 0,-2-6 4,-12 1 2,-6 1-5,-3 1 7,-26 6 7,-14 7 1,-6 11-12,-6 11-2,0 6-4,5 9-11,7 16-45,8 6-9,7 3-105,7 0-77</inkml:trace>
  <inkml:trace contextRef="#ctx0" brushRef="#br0" timeOffset="36576.0583">11713 7768 382,'0'0'98,"0"0"65,0 0-49,0 0-40,7-82 0,-7 68-31,0 4 139,0 6-163,0 4-7,0 0 3,-7 1-4,-5 21-10,-9 17 3,-4 22-4,-8 23 1,-7 29 16,-16 24-15,-12 11 11,-17 9-13,-5-6 3,1-17 11,8-14-13,14-21 1,10-19 4,17-19-6,13-19 0,14-20 0,13-13-8,0-9-60,19-3-73,8-14-51,1-7-243</inkml:trace>
  <inkml:trace contextRef="#ctx0" brushRef="#br0" timeOffset="37083.574">11070 8919 428,'0'0'244,"0"0"-183,0 0-33,0 0 17,-94-70 3,61 70-12,-4 5-32,-10 22 0,-11 13 3,-3 13 6,-5 11 42,8 12-31,14 16-17,8 6-3,15 7 1,13-5-4,8-5 40,23-8-15,22-8-13,13-11-4,6-14-3,12-18-6,6-12 0,9-15 0,3-9-5,1-20 0,-9-22 3,-9-18 1,-7-13 2,-4-13 3,-6-11 18,-8-11 19,-18-3 12,-16 2-13,-18 5-17,-10 13-1,-28 13-21,-15 13 6,-12 19-7,-5 24 0,-9 20-4,3 5 4,3 28-3,6 10-10,17 7-66,9 3-53,15 1-29,10 4-281</inkml:trace>
  <inkml:trace contextRef="#ctx0" brushRef="#br0" timeOffset="37392.6143">10968 9253 949,'0'0'1,"0"0"0,0 0 17,0 0-3,0 0-6,0 0 8,-62 46-17,62-16 11,19 2-6,6-1-3,7 2 5,-1-1-3,0 0 0,-8 3 8,-1-2-5,-11 0 12,-10 2-10,-1-1-3,-10 1-1,-20-3-5,-9-2-25,-1-7-62,0-10-114,4-13-213</inkml:trace>
  <inkml:trace contextRef="#ctx0" brushRef="#br0" timeOffset="37773.0565">10952 9230 343,'0'0'513,"0"0"-468,0 0 0,0 0 2,92-37-26,-71 40-5,2 19-2,-4 15-2,-7 15 5,-3 9 0,-2 3 7,2-8 2,3-12-14,8-9 27,3-14-28,7-8-9,5-12 9,-1-1-10,5-12 5,-3-18 7,-6-5-13,-5-6 4,-6-5-4,-8-3 4,-11 3 9,0 3-1,-18 6 9,-13 4-6,-10 11-14,-7 17-2,-5 5-3,-4 24-3,5 12-43,7 4-67,15-2-90,9-4-183</inkml:trace>
  <inkml:trace contextRef="#ctx0" brushRef="#br0" timeOffset="42062.3586">12172 7710 184,'0'0'10,"0"0"7,0 0 23,0 0 39,0 0-13,0 0-2,-10-79 18,8 72 13,1 4 8,-1 2-4,2 1-46,0 0-29,0 9-24,5 24 10,17 19 23,11 20-22,9 20 10,10 15 39,5 15-45,4 4 0,1 2-2,1-6-11,0-10 14,-4-15-6,-6-11-6,-7-17 22,-12-15-26,-11-15 6,-14-9-6,-8-8 9,-1-10-20,0-3-6,-7-5-63,-5-4-1,4 0-85,5-4-126</inkml:trace>
  <inkml:trace contextRef="#ctx0" brushRef="#br0" timeOffset="42580.3437">12957 8915 686,'0'0'6,"0"0"51,0 0-4,0 0 8,-74-73-13,48 63-3,-5 7-23,-5 3 16,-6 10-16,-5 22-12,-3 18 22,-5 15-6,0 12 5,7 9-10,5 8-14,16 0 15,17 4-18,10-8-3,7-14 0,29-8 1,15-15-2,13-10 0,15-11 9,3-14-10,9-11 1,-2-7 0,-1-16-5,-1-23 12,-5-13-7,-6-14 0,-7-10 2,-10-13 13,-8-10-3,-11-4 7,-11-5-12,-13 2-2,-16 2-5,-3 10 0,-31 15 0,-14 20-1,-7 22 5,-9 20-4,-8 17 1,-7 8 3,3 27-8,6 11 2,19 6-44,15 3-31,12 0-86,8-4-187</inkml:trace>
  <inkml:trace contextRef="#ctx0" brushRef="#br0" timeOffset="43030.8855">12890 9063 889,'0'0'5,"0"0"20,0 0 36,0 108-14,0-69 9,0-2-7,0-2-35,0-6 13,-10-1-18,-3-9-6,2-6-3,5-6-1,1-7-11,5 0-6,0 0-42,0-14 40,16-3 6,7-1 14,5 0-1,2 6 4,2 1-3,-1 2 0,-1 2 4,-3 3-2,-8 1-2,-6 3 0,-8 0 10,-5 4-10,0 16 20,0 11 7,-6 6-17,-3 1 6,0 2-16,0-8-3,5-8-1,4-7-88,0-10-31,0-7-275</inkml:trace>
  <inkml:trace contextRef="#ctx0" brushRef="#br0" timeOffset="43330.5138">13176 9139 559,'0'0'197,"0"0"-70,0 89-56,0-52-16,6-5 6,11-5-5,4-11-36,4-9 2,3-7-13,1-10-8,-1-18 8,-4-7-9,-6-5 0,-3 0-2,-11 1 7,-4 2-2,-3 4 3,-22 3-5,-8 11 12,-6 14-13,-2 5-3,3 15-3,7 15-63,13 0-58,9 1-288</inkml:trace>
  <inkml:trace contextRef="#ctx0" brushRef="#br0" timeOffset="69783.7885">11565 5468 833,'0'0'2,"0"0"7,0 0-1,0 0 12,0 0-1,0 0 20,82 62-9,-13-62-22,11-2-8,-6-13 0,-15-3 2,-20-2-4,-21 0-34,-18 0-8,-3-1 25,-25 0-14,-7 0 33,1-1 0,-2 0 3,14 1-2,14 5 2,8 8-2,38 8-2,17 4 6,7 23 20,1 9-5,-5 9-16,-14 4 8,-19 6-9,-22 4 1,-9 2 7,-39-1-8,-13 0-6,-12-10-188,6-11-463</inkml:trace>
  <inkml:trace contextRef="#ctx0" brushRef="#br0" timeOffset="72854.3378">18192 4718 122,'0'0'357,"0"0"-281,0 0 13,0 0 31,0 0-58,0 0-18,0 0-18,-33-8-1,33 8 3,0 0-11,0 0-3,0 0-12,0 0 0,0 0-4,0 0-67,3 0-179,0 0-289</inkml:trace>
  <inkml:trace contextRef="#ctx0" brushRef="#br0" timeOffset="75463.3362">18225 4493 287,'0'0'55,"0"0"-13,0 0 36,0 0-6,0 0-18,0 0 4,-33-17-3,33 17-14,0 0 4,0-2-18,0 2 6,0 0-10,0 0-12,0 0 10,0 0-8,0 0 7,0 0 4,0 0-9,-1-1 14,1 1-4,-2 0 0,2-2 9,0 2-16,0 0 2,0-1-6,0 1-9,0 0 2,0 0-3,0 0-3,0-2 6,0 2-5,0-1-2,0 1 1,0 0 1,0 0 3,0 0-5,0 0 0,0 0 10,0 0-9,0 0 2,0 0-1,0 0-1,0 0 2,0 0-3,0 0 0,0 0 10,0 0-9,-1 0 2,-2 0 6,0 0-6,0-1 4,0-2-7,3-3 0,0-2 14,0-5-13,1-5 1,22-3-2,10-1 3,7 2-4,8 4 1,0 6 0,-1 9-4,-6 1 3,-9 20-5,-11 17-2,-15 14 8,-6 9 2,-17 1 0,-17 5 0,-7-3 6,-1-7-7,-1-6 2,5-12-3,5-11 2,4-9 3,5-8-4,4-7 2,4-3 0,4-2-1,3-11 2,2-3 5,5-1-8,1 0 10,1 1-10,0 4 1,3-1-4,11 5-1,0 2 3,2 0 0,-1 5-4,2-2 2,-4 3 2,3 0-3,1 0 3,2 0-10,7-6 7,3-4-3,7-2-21,5-2-9,2-2-7,-1 4-36,-5-1 40,-9 4-1,-7 5-10,-7 2-5,-3 2 4,-2 0 41,0 0 4,3 0 5,-4 0 0,-4 0-2,-1 0 3,-1 0 4,-2 0-3,0 0 53,0 0 0,0 0-7,0 0-4,0 6-35,0 4 2,3 3 8,8-6 1,5 0 0,4-5 2,7-2-1,4-3 0,7-16-12,1-1 9,-3-2-8,-6 2-9,-7-1 10,-9 1-4,-7 0-5,-7-2 16,0-1 0,-10-4 2,-10 5-5,-5 6-12,-3 7 7,-2 9-5,0 0-4,2 18 3,2 11 0,8 7-3,5 2 0,8-3 4,5-5-8,0-8 3,20-9-57,6-6-37,4-7-100,-4 0-161</inkml:trace>
  <inkml:trace contextRef="#ctx0" brushRef="#br0" timeOffset="79532.4421">18498 5232 585,'0'0'51,"0"0"66,0 0-31,0 0-29,0 0-24,-80 102 25,45-32 7,-5 15-18,-8 5 5,-5 2-6,-5-3-15,0-6 7,11-9-14,14-14-8,12-15-4,14-17-11,5-12-1,2-10 0,0-6-13,8 0-66,13-7-97,2-9-280</inkml:trace>
  <inkml:trace contextRef="#ctx0" brushRef="#br0" timeOffset="80186.4129">17451 6545 838,'0'0'37,"0"0"9,0 0-29,0 0-9,0 0-1,87-14 18,-59 33-8,0 6 6,-4 5 24,-6 3-26,-14 0 8,-4 0-18,-10-2-2,-11-4 2,0-10-8,7-6-3,7-8 0,7-3-7,4-6-53,22-12 19,11-4 8,4 7 26,-1 8 1,-3 7 6,-5 6 6,-7 16-1,-12 8 20,-13 4 6,-4 2 13,-33 3 2,-10-3-13,-6-2-12,1-6-12,8-8-7,13-12-4,10-8-1,12-8-90,9-21-65,6-11-292</inkml:trace>
  <inkml:trace contextRef="#ctx0" brushRef="#br0" timeOffset="80486.8892">17891 6797 659,'0'0'99,"-3"81"-7,6-49 7,19-5-47,6-13 11,10-8-12,5-6-23,3-10-4,2-19-13,-3-10-7,-8-8 2,-10-2 1,-15-3 5,-12 1 3,-1 3 0,-31 7 1,-13 11-8,-10 14-6,-4 16-2,-1 1-7,9 24-9,11 9-71,10 7-44,12 0-80,5 1-388</inkml:trace>
  <inkml:trace contextRef="#ctx0" brushRef="#br0" timeOffset="80904.5427">17720 7294 769,'0'0'112,"0"0"-12,0 0-5,0 0-49,-69 103 1,34-21 0,-4 11-20,0 4-7,0-4-4,-2-4-8,7-11-5,2-11-3,7-10 0,8-12-2,4-12-57,7-14-117,2-11-73,2-8-546</inkml:trace>
  <inkml:trace contextRef="#ctx0" brushRef="#br0" timeOffset="81415.2088">16815 8620 600,'0'0'59,"0"0"68,0 0-40,0 0-12,0 0-39,0 0-4,-65 27 7,61 1-1,4 2-2,4 1-14,19-2-8,16 3 1,12-3-9,1 2-5,3 0 4,-7 3 0,-12 1 1,-12 1-2,-14-1-1,-10 0 8,0-1-4,-28-3 8,-13-2-5,-9-8-10,-5-9-9,4-12-41,6-2-99,11-28-150</inkml:trace>
  <inkml:trace contextRef="#ctx0" brushRef="#br0" timeOffset="81789.5585">16938 8617 745,'0'0'129,"0"0"-72,0 0-19,84 12 18,-64 20-2,-4 10-14,-4 9-1,3 2-10,-1-4-8,5-5 6,8-9-20,12-10-3,7-11 22,11-11-14,2-3-5,0-13-7,-7-13 4,-9-5 0,-7-8-4,-11 2 0,-9-3 1,-14 3 2,-2 5-3,-33 6 7,-17 11 0,-13 9 5,-4 6-12,1 10 0,8 14-1,15 3-2,16 0-31,13-6-25,13-4-93,1-6 1,16-8-157,15-3-313</inkml:trace>
  <inkml:trace contextRef="#ctx0" brushRef="#br0" timeOffset="82173.0978">18242 7329 931,'0'0'8,"0"0"51,0 0 38,0 0-9,0 0-46,0 0-23,-23 32-16,53 29 10,12 17 7,8 5-11,9 0-7,8-5-1,-3-8 1,0-9-2,-6-9-23,-7-7-94,-5-5-104,-5-3-279</inkml:trace>
  <inkml:trace contextRef="#ctx0" brushRef="#br0" timeOffset="82656.4983">18846 8369 1034,'0'0'78,"0"0"-74,0 0 16,0 0 9,0 0-9,-81 98 25,60-39-20,3 4-20,8-6 12,10-4-14,0-9 3,13-9-2,16-9-3,7-13-1,7-9 0,5-4-1,2-10 1,-3-14-20,-6-6 9,-8-1 10,-12 1 2,-8 6-1,-7 9 5,-4 7 17,-2 8 7,0 0-15,-2 23-7,-8 14 1,1 14-4,2 1 3,4-3-7,3-3-1,0-13-1,0-7-21,3-9-31,13-14-76,4-3-153,2-10-262</inkml:trace>
  <inkml:trace contextRef="#ctx0" brushRef="#br0" timeOffset="82960.0414">19326 8554 961,'0'0'60,"0"0"25,-37 106-5,31-58-42,6 0 16,1 0-30,28-5-14,8-2 1,9-11-11,-2-15 5,-4-15-5,-5 0 0,0-26 5,-2-11-5,-2-8 0,-6-8-2,-11-4 5,-13-2-1,-1 2-1,-25 6 0,-11 13-1,-9 13 0,-7 15-8,-4 10-30,-4 8-46,-1 16-93,0 5-292</inkml:trace>
  <inkml:trace contextRef="#ctx0" brushRef="#br0" timeOffset="92194.8985">18905 4538 271,'0'0'79,"0"0"-22,0 0 50,0 0-68,0 0 130,0 0-78,0 0-25,21-65-8,-18 49-26,-1 0 5,-2-3-6,0-5 1,-13-1 6,-20-2-2,-21 2-32,-21 7 9,-19 13-12,-10 5 4,-5 18-4,1 19 1,10 11 7,13 8 2,22 5-9,25 3 10,23 0-10,15-1 9,15-10-11,31-6 0,21-18 6,19-16-4,14-13-4,8-6 1,-2-23-25,-8-13-2,-10-7 11,-16-7 17,-20-3 0,-25 1 1,-26 2 2,-13 9-3,-44 10-4,-26 16 1,-18 18-14,-9 3 10,6 20 1,19 10-5,26 6-8,27 4-11,25 2-38,9 4 0,38-3-126,18-5-94</inkml:trace>
  <inkml:trace contextRef="#ctx0" brushRef="#br0" timeOffset="92321.6111">18861 4524 921,'-155'-3'0,"-39"3"-336</inkml:trace>
  <inkml:trace contextRef="#ctx0" brushRef="#br0" timeOffset="93520.6487">21792 4738 175,'0'0'880,"0"0"-871,-37-72-1,37 57 25,30 2-9,15 5-19,8 8 3,3 0-8,-4 25 9,-10 15-6,-14 9-3,-15 7 0,-13 4 4,-13-3 0,-24-1 0,-15-4 3,1-9-4,8-9-3,13-12 2,18-11-2,12-8 0,0-3-4,16 0-4,17-13-7,10 0 12,2 2 1,-2 6 3,-10 5-1,-12 6 0,-12 18 3,-9 9 3,0 3 0,-27 3 1,-12-3 5,-7-5-11,3-7 4,5-6-5,14-8-13,20-10-59,4 0-49,20-17-196,20-12-241</inkml:trace>
  <inkml:trace contextRef="#ctx0" brushRef="#br0" timeOffset="93786.2581">22262 5075 610,'0'0'104,"0"0"-32,14 106 20,7-76-43,10-10-9,9-8 8,9-10 19,7-2-32,-2-14-9,-4-17-3,-5-9-20,-13-8 2,-10-1 6,-15-1 0,-7 3 13,-19 3 1,-19 7-14,-11 9-7,-4 12-4,-2 13-1,-1 3-12,1 25-126,7 10-72,9 9-471</inkml:trace>
  <inkml:trace contextRef="#ctx0" brushRef="#br0" timeOffset="94526.8544">21922 5878 401,'0'0'131,"0"0"-12,0 0 32,0 0-35,0 0-32,0 0-2,0-45-17,-15 87-58,-9 26 12,-10 24 9,-2 15 0,-3 2-7,2-3-13,1-7 2,6-12-7,5-15 2,7-16-10,14-14-3,4-15-63,3-13-73,18-9-169</inkml:trace>
  <inkml:trace contextRef="#ctx0" brushRef="#br0" timeOffset="95000.825">21230 7045 830,'0'0'60,"0"0"-18,0 0 0,-36 120 30,29-69 21,4-2-37,3-5-29,0-4 7,0-6-20,15-4-7,5-11 0,6-9-5,4-9-1,4-1 6,2-15-5,0-12 4,-2-4-5,-3 1 0,-2 4 2,-7 10 0,-4 10-3,-6 6 0,-2 24-15,4 23 15,-2 10 7,-1 4-7,-5-2 7,-6-7-4,0-8-3,-19-6-6,-8-10-2,-2-12-45,-1-12-86,1-4-93,5-20-434</inkml:trace>
  <inkml:trace contextRef="#ctx0" brushRef="#br0" timeOffset="95358.3832">21378 7075 791,'0'0'90,"83"-57"-43,-39 48 14,-3 9-10,-5 12-13,-8 30-16,-4 14 33,-1 10-19,-3-2 3,1-5-10,2-7-8,8-11 1,9-13-13,13-12 0,8-16-1,2-2-1,-1-24-6,-10-14 0,-13-5 0,-12-8-1,-14-3 0,-13-7 1,-7 0 0,-29 9 5,-13 11 3,-17 21-7,-1 15-2,2 7-10,11 0-22,18 11-30,18 7-18,11-1-84,7-7-156,0-7-219</inkml:trace>
  <inkml:trace contextRef="#ctx0" brushRef="#br0" timeOffset="95646.0601">22592 5988 1040,'0'0'20,"0"0"-20,0 0 60,0 0 9,0 0-50,0 0-10,42 79-1,1 13 12,11 17-9,4 7-11,5 1 7,-2-7-7,3-13-32,-1-13-105,-2-18-149</inkml:trace>
  <inkml:trace contextRef="#ctx0" brushRef="#br0" timeOffset="96026.7112">23095 6782 1125,'0'0'4,"0"0"20,0 0 6,-52 117 20,43-54 6,4 2-38,5-4 1,0-6-4,11-10-12,6-13 8,6-9-8,5-13-3,4-9 0,6-1-8,1-15-4,-5-11 1,-5-3-6,-10 5 16,-8 7-3,-8 10 4,-3 7 5,0 15-2,-2 20 1,-10 17 17,-4 4-12,5-1-1,4-4-8,7-12-1,0-9-7,25-12-36,7-11-86,4-7-121,2-11-390</inkml:trace>
  <inkml:trace contextRef="#ctx0" brushRef="#br0" timeOffset="96296.579">23592 7103 572,'0'0'381,"0"0"-281,-30 85-28,28-51-14,2-7-2,6-6-30,21-10-18,8-10 3,2-1-11,4-15 6,-5-16-6,-3-7 2,-6-7-2,-9-9 1,-12-1 0,-6 1 11,-18 11 1,-24 13 7,-13 16-20,-9 14 0,-3 4-6,7 28-52,12 11-166,14 9-394</inkml:trace>
  <inkml:trace contextRef="#ctx0" brushRef="#br0" timeOffset="98490.6371">29670 4949 1158,'0'0'5,"0"0"27,-8-78-17,11 67 27,15 8-29,6 3-10,0 7-3,0 17 0,-5 8 1,-11 5 0,-8 4 1,0 0-2,-15-3 6,-3-4-4,0-7 1,9-9-3,6-7-10,3-4 3,8-1-46,18 4 43,9 5 5,1 9 10,-6 7-9,-13 6 4,-15 2 0,-2 4 3,-30-5 6,-18-1 7,-4-9-2,-2-8-14,11-9-13,13-11-76,17 0-68,13-18-165</inkml:trace>
  <inkml:trace contextRef="#ctx0" brushRef="#br0" timeOffset="98752.5118">29986 5358 585,'0'0'47,"12"83"17,6-53 27,6-12-18,7-9-54,8-9-8,0-7 16,3-25-13,-1-10 5,-5-9 10,-9-4 66,-17-2 0,-10 1-25,-13 8-44,-27 10 6,-13 17-32,-9 21 1,-5 0-2,4 37-55,12 12-142,11 8-179</inkml:trace>
  <inkml:trace contextRef="#ctx0" brushRef="#br0" timeOffset="99489.5966">29477 5819 787,'0'0'84,"0"0"-29,0 0 23,0 0 37,0 0-51,-88-11 1,72-18-26,-6-13-30,-2-10 2,1-10-11,1-7 0,4-6 6,4-7-1,7-8 2,1-9-7,6-7 7,0-8-13,26-4 6,15 6 0,15 17-4,15 24-7,8 27 11,6 19-7,0 12 4,-7 11 2,-8 2 1,-18 10 0,-14 14-8,-13 6-4,-6 8-10,6 8 15,7 11-3,10 8 6,10 4-14,7-2-11,9-2-9,2-2 16,0-4-24,-2 3 31,-5 0-7,-13-4 22,-16 0-1,-22-4 2,-12-3 11,-38-1 49,-23-1 21,-27-1-26,-22-1-27,-20-5-7,-10-8-13,3-7-8,14-9 3,22-2-2,26-9-4,29-2-10,21-5-110,22 0-121</inkml:trace>
  <inkml:trace contextRef="#ctx0" brushRef="#br0" timeOffset="100560.6228">21542 8032 247,'0'0'311,"0"0"-200,0 0 16,0 0-22,-42-76-26,37 70 5,2 5 7,-3 1-37,-5 23-18,-3 30-22,-8 33-6,-3 20 23,-8 12-24,-8 2-2,-5-8 7,0-11-9,0-13-2,11-18-1,11-15-34,13-12-41,9-17-147,2-7-297</inkml:trace>
  <inkml:trace contextRef="#ctx0" brushRef="#br0" timeOffset="101054.7025">20654 9453 587,'0'0'324,"0"0"-290,-3-84 5,23 68-8,8 6 4,11 10-11,4 0 6,-1 18 8,-6 17-7,-11 13-7,-16 3-19,-9 4-2,-11 0 8,-17-3-11,-3-6-2,2-10 2,11-10-8,8-14-1,10-6-28,0-6-39,21 0 36,12-7 28,7-2 12,3 7 0,-3 2 2,-4 8-1,-12 13-1,-16 6 2,-8 1 45,-19 2-20,-19 1 25,-7-3-42,-2-4-8,5-5-4,9-11-25,14-8-33,11-4-39,8-24-299</inkml:trace>
  <inkml:trace contextRef="#ctx0" brushRef="#br0" timeOffset="101310.1518">21091 9724 481,'0'0'279,"17"94"-160,8-48-57,9-10-13,17-11-15,10-13-29,2-12 20,2-12-18,-6-23-1,-9-14 13,-12-7-19,-13-5 49,-19 4-10,-6 2-29,-22 6 9,-17 7-13,-12 10-2,-4 15-4,-1 17-62,0 2-39,2 25-113</inkml:trace>
  <inkml:trace contextRef="#ctx0" brushRef="#br0" timeOffset="104651.2106">23991 8067 459,'0'0'317,"0"0"-218,0 0 4,0 0-43,0 0-30,0 0-13,105-35-17,-59 22-2,-4 3-66,-12 6-48,-15 4-166,-15 0-184</inkml:trace>
  <inkml:trace contextRef="#ctx0" brushRef="#br0" timeOffset="104774.587">24066 8197 396,'0'0'204,"0"0"-67,-55 88-49,55-73-20,0-5-32,28-10-23,15 0-13,14-11-2,7-16-65,4-10-197,-6-1-95</inkml:trace>
  <inkml:trace contextRef="#ctx0" brushRef="#br0" timeOffset="104982.3197">24446 7883 172,'0'0'700,"0"0"-604,0 0-61,0 0-31,0 0 17,96 84 32,-60-26-3,-9 15-4,-15 13 5,-12 5-43,-15-3-1,-28-7-7,-8-11-62,-6-10-81,5-17-103,10-17-466</inkml:trace>
  <inkml:trace contextRef="#ctx0" brushRef="#br0" timeOffset="105622.5362">26559 5656 897,'0'0'19,"0"0"60,29-79-54,11 60 37,9 8 5,6 9-30,-6 2 2,-11 16-17,-15 18-15,-18 11 5,-5 7-9,-24 3-2,-12-6-1,-5-4 4,5-6-9,8-8 5,14-15-22,11-8-12,3-8-76,14-1 3,12-11 32,9-2-1,1 6 36,1 8 40,-6 0 6,-5 25 51,-7 7-25,-12 7 14,-7-1 26,-13 0-4,-22 0 4,-9-5-35,-3-3-19,5-8-18,10-13-48,17-9-137,13 0-279</inkml:trace>
  <inkml:trace contextRef="#ctx0" brushRef="#br0" timeOffset="105916.0832">27176 5839 756,'0'0'40,"0"73"27,7-38 9,8-6 3,8-8-16,12-8-16,8-10-21,6-3 8,0-15-16,-7-15-11,-6-9 4,-10-8-11,-7-3 0,-12-4 5,-7 2 1,-6 7 17,-27 7 5,-14 12-27,-8 18 1,-2 8-2,8 17-35,11 18-92,10 11-89,6 13-387</inkml:trace>
  <inkml:trace contextRef="#ctx0" brushRef="#br0" timeOffset="106231.6702">26756 6631 1117,'0'0'28,"0"0"35,0 0-12,0 0-21,-86 107-10,54-27 6,-5 8-18,-6 5-7,1-2-1,4-4-9,6-8-57,2-9-165,1-8-388</inkml:trace>
  <inkml:trace contextRef="#ctx0" brushRef="#br0" timeOffset="106718.6944">25800 7899 933,'0'0'16,"0"-88"10,18 52 29,13 5-1,14 4-10,6 10-17,10 12-15,2 5 11,-5 9 17,-15 22-31,-21 8 11,-18 4-4,-4 5-10,-31 0-1,-10 0-3,-4-4-1,7-7-2,11-9-13,13-10 0,9-6-40,5-8-41,2-4 36,17 0 14,5 0 44,0 0 1,-3 10 4,-8 5 45,-7 9-7,-6 7 6,-4 3 10,-20 0-19,-9-3-20,-6-7-14,5-6-5,6-11-29,11-7-97,9 0-83,8-22-536</inkml:trace>
  <inkml:trace contextRef="#ctx0" brushRef="#br0" timeOffset="106996.7825">26353 8072 852,'0'0'27,"0"108"43,8-62 34,5-10 10,11-15-50,7-10-37,11-11 11,3-7-21,4-23-10,-6-12 2,-5-12-7,-10-2-2,-12-6 6,-14 3-2,-2 5 3,-27 7-6,-16 17 0,-10 11-2,-5 16-25,3 3-12,6 9-61,13 5-134,15-5-232</inkml:trace>
  <inkml:trace contextRef="#ctx0" brushRef="#br0" timeOffset="107324.4781">27238 6749 441,'0'0'488,"0"0"-455,0 0 22,0 0-29,0 0 0,32 73 22,10 0-10,17 13-2,12 7-32,10 7 28,-2-9-16,-5-4-8,-5-4-16,-3-7-40,-8-5-53,-13-9-23,-20-11-367</inkml:trace>
  <inkml:trace contextRef="#ctx0" brushRef="#br0" timeOffset="107722.4166">28005 7803 1174,'0'0'42,"0"0"19,0 0-12,0 0-22,0 0-22,-42 96 20,41-39-5,1-1-16,0-7 8,15-6-12,5-9 0,6-16-1,2-7 8,0-11-12,1 0 5,-3-17-19,-4-7 7,-6-2-14,-6 0 18,-4 3 5,-4 11 1,-2 4 2,0 8 5,-3 11-3,-12 22 4,-3 14-6,3 5 0,5-1-1,10-10-2,0-7-16,21-12-30,16-9-102,10-13-74,7-3-316</inkml:trace>
  <inkml:trace contextRef="#ctx0" brushRef="#br0" timeOffset="108002.6563">28606 7953 857,'0'0'109,"-22"75"-20,19-33-11,3-4-22,10-10 13,20-10-34,13-11-11,7-7-6,3-11-2,-2-21-12,-6-9-3,-9-5 4,-11-1-3,-9-2 12,-16-1 0,0 4-11,-31 7 10,-17 16-8,-10 11-5,-8 12 0,-4 6-37,-9 19-49,-7 12-213</inkml:trace>
  <inkml:trace contextRef="#ctx0" brushRef="#br0" timeOffset="108428.7015">25418 8785 909,'0'0'106,"0"0"-33,-33 81 10,6-18-26,-1 12-25,-1 4-25,-1 0-6,2 3-1,1-6-47,7-4-113,7-13-81,10-14-349</inkml:trace>
  <inkml:trace contextRef="#ctx0" brushRef="#br0" timeOffset="108736.5485">25164 9522 817,'0'0'137,"0"0"-61,-48 78-2,44-39-22,4 3-12,13 1-19,14-4-9,9-3 10,3-1-18,1 0 12,0-1 13,-10 0-13,-12-2 2,-8 2-18,-10-1 4,-14 2-3,-22-4-1,-15-3-9,-1-4-23,1-11-41,11-12-49,8-1-29,12-24-113,6-13-273</inkml:trace>
  <inkml:trace contextRef="#ctx0" brushRef="#br0" timeOffset="109072.7305">25319 9591 756,'0'0'155,"0"0"-89,41 113 37,-28-55-29,2-2-31,7-8 0,8-10-16,3-11 0,10-11-16,7-13-9,6-3 5,4-15-6,-2-14-1,-7-9 0,-10-5 1,-14 0 0,-13-1-1,-14 5 0,-3 6 9,-27 13-9,-13 18 11,-11 5-9,-6 29 2,4 11-6,9 5 2,10 1-11,18-2-12,8-5-63,11-6-57,3-8-15,21-4-103,16-7-89</inkml:trace>
  <inkml:trace contextRef="#ctx0" brushRef="#br0" timeOffset="120789.372">27708 5325 998,'0'0'14,"-64"-72"-14,24 39 0,-11 1 0,-14 5 20,-18 9-8,-17 11-9,-22 7 29,-18 9-31,-14 24 8,-9 14-9,3 17 7,10 17-5,14 21 19,27 17 8,30 13 11,39 4-31,34-2 18,18-9-9,49-15-10,30-12 2,33-20-10,23-16 0,16-25-10,15-24 16,-1-13-16,1-35 10,-10-27-39,-19-23 38,-22-19-14,-28-22 15,-30-19 16,-29-8 2,-36 0 17,-20 17-20,-53 28-13,-31 26 15,-22 29-17,-12 27 0,4 23-3,3 11 1,9 36 1,11 19-42,11 21-73,17 10-45,12 18-222</inkml:trace>
  <inkml:trace contextRef="#ctx0" brushRef="#br0" timeOffset="137208.6919">27214 10844 496,'0'0'97,"0"0"-3,0 0 39,-94-34-28,78 17-24,5-2-23,8-1 20,3 2-27,5-1-30,21 5-5,10 3-12,11 5-4,6 6 0,1 0 9,-11 13-5,-11 15-4,-18 9 4,-14 6-3,-8 4-1,-28-3 0,-8-2 3,-2-5 4,5-6-5,5-9-2,12-8 1,12-7-5,9-7 6,3 0-4,18-14-4,16-6-23,11-2 19,3 5-20,2 8-3,-3 9 31,-4 0-6,-9 20 8,-10 12 0,-16 1 2,-8 4-2,-14 1 1,-29-3 16,-11-2 6,-8-2-17,-1-6 17,5-3-16,10-10 2,13-10-7,15-2-2,17-16-27,3-18-63,23-7-147,21-5-118</inkml:trace>
  <inkml:trace contextRef="#ctx0" brushRef="#br0" timeOffset="137479.5022">27654 10972 506,'0'0'143,"0"78"-15,0-40-49,8-7-13,16-7-21,10-13-33,8-9 18,8-2 15,4-17 14,-4-15-15,-6-10-41,-11-4 11,-12-4 7,-14 1 22,-7 0-2,-10 4-28,-24 11 4,-13 16-10,-8 18-7,-8 5-2,-1 30-3,6 13-90,9 8-92,3 1-264</inkml:trace>
  <inkml:trace contextRef="#ctx0" brushRef="#br0" timeOffset="137814.2273">27123 11686 1029,'0'0'46,"0"0"17,0 0 16,0 0-19,0 0-52,0 0 5,-79 125-13,27-49 7,-2 4-1,3-3-6,11-9-26,10-5-92,8-12-158,4-11-501</inkml:trace>
  <inkml:trace contextRef="#ctx0" brushRef="#br0" timeOffset="138529.563">26155 12587 491,'0'0'257,"0"0"-172,0 0-32,0 0-18,0 0 15,0 0-26,-9-11 0,9 16 12,0 1-1,0 0 5,-2-2-14,-1-1-14,2-2 11,1 2-20,-2-3 0,2 0 6,0 0-5,0 0 0,0 0 4,0 0-4,0 0 26,0 0-21,0 0 1,0 4-1,-3 14-9,-4 19-3,0 14 2,-4 11 2,-1-3 13,5-8-13,1-9 2,3-12-2,3-9 8,0-10-13,7-8 4,20-3 0,13-11 6,14-16-5,7-1 1,0 2 0,-6 9 4,-8 12-7,-9 5 1,-8 10-2,-7 17-5,-7 5 7,-8 3 0,-8 2 1,0-2 5,-21 2-9,-10-3 3,-11-2-5,-7-3-9,-4-9-28,1-11-78,7-9-46,11-1-110,13-25-217</inkml:trace>
  <inkml:trace contextRef="#ctx0" brushRef="#br0" timeOffset="138858.3183">26249 12573 554,'0'0'186,"97"-47"-70,-49 44-44,-10 3-19,-11 35-28,-8 23-14,-9 16 29,-4 5-7,0-3 12,7-10-11,5-12-29,10-13 19,11-14-19,6-14 2,5-13 10,1 0-15,1-26 8,-6-8-7,-10-8 2,-7-6 2,-16-7 17,-13-6-7,-4 0-5,-32 5-7,-15 12-5,-2 18 0,-4 17-6,3 9 4,8 6-37,10 15-62,15 3-106,17-3-198</inkml:trace>
  <inkml:trace contextRef="#ctx0" brushRef="#br0" timeOffset="139188.3718">27839 11777 787,'0'0'8,"0"0"60,0 0 25,0 0-18,0 0-8,0 0-44,18 27-6,15 33 37,4 16-48,5 9-2,4 4-3,-1 1 2,-4-2-6,-6-7-85,-5-7-102,-8-10-237</inkml:trace>
  <inkml:trace contextRef="#ctx0" brushRef="#br0" timeOffset="139556.7147">28091 12563 983,'0'0'115,"0"0"-62,0 0-32,0 0 12,-62 82 19,51-27-27,5-2-13,6-3-7,0-8-3,3-3 10,14-7-11,3-7-1,6-5 0,2-10-2,3-9 2,2-1-30,0-7-36,-3-13 22,-6-1 12,-11 5 32,-7 8 4,-6 8 26,0 4 4,0 29-18,-1 10 1,-4 11 14,1 1-28,4-8 1,0-6-4,9-9-5,12-12-8,5-12-65,6-8-17,7-11-124,1-21-214</inkml:trace>
  <inkml:trace contextRef="#ctx0" brushRef="#br0" timeOffset="139835.6765">28642 12796 772,'0'0'117,"0"0"-38,-27 86 35,16-40-34,8-1-22,3-6-41,8-10-8,17-11 5,7-12-11,5-6 14,3-11-4,0-20-11,-2-10 5,-5-5-7,-8-11 0,-11-1 12,-13-4-8,-1 3 8,-21 11-3,-21 14-6,-11 24-3,-10 10 0,-4 22-25,0 17-1,1 3-56,-1-1-115,-3-7-192</inkml:trace>
  <inkml:trace contextRef="#ctx0" brushRef="#br0" timeOffset="142990.9623">27947 10573 518,'0'0'189,"0"0"-24,0 0-78,0 0 26,0 0 5,0 0-53,-45-24-34,-16 85-20,-26 29-5,-14 22 5,-13 12-11,-3 1 4,9-7-2,14-14 0,24-19-4,27-25-29,26-23-60,17-27-81,17-12-157</inkml:trace>
  <inkml:trace contextRef="#ctx0" brushRef="#br0" timeOffset="143140.9637">27137 10807 996,'0'0'43,"0"0"84,0 0-111,116 16 6,18 16-9,53 9-13,42 5-5,24-4-113,-10-7-201</inkml:trace>
  <inkml:trace contextRef="#ctx0" brushRef="#br0" timeOffset="144895.955">21918 11841 374,'0'0'578,"0"0"-527,0 0 19,0 0-18,-60 126-10,55-47 16,5-1-37,0-11-9,14-10-2,14-12-6,8-12 3,9-13-7,3-12 1,2-8-3,-2-8 2,-3-18-14,-9-4 13,-11 2 1,-10 6 0,-9 8 0,-6 11 3,0 3 18,-7 28-21,-10 14 0,-1 9 1,3-2 4,5-3-10,8-8 5,2-10-49,3-10-45,24-11-85,8-7-130</inkml:trace>
  <inkml:trace contextRef="#ctx0" brushRef="#br0" timeOffset="145200.1442">22532 12014 893,'0'0'32,"-16"82"12,8-31 21,7-4-26,1-8 13,12-10-40,18-12-11,10-10 15,5-7-12,0-7 5,-5-19-2,-6-10-5,-10-5 7,-12-8-8,-11-3 0,-1-7 36,-22 5-32,-12 6 18,-7 15-14,-3 21-5,0 12-8,4 25-4,4 21-39,5 15-64,4 9-110,3 3-379</inkml:trace>
  <inkml:trace contextRef="#ctx0" brushRef="#br0" timeOffset="145552.3754">22262 12790 869,'0'0'37,"0"0"53,0 0 18,0 0-54,0 0-17,-59 131 2,36-50-20,0 0-19,-3 3 8,1-5-7,-1-9-1,6-6-54,7-9-114,4-10-270</inkml:trace>
  <inkml:trace contextRef="#ctx0" brushRef="#br0" timeOffset="145908.7065">21643 13677 1070,'0'0'2,"-88"3"26,51 23-13,11 9-14,16 12 31,10 8-14,23 1-17,26-2 6,12-6 1,11-8 0,6-4-6,0-1 4,-5-2-4,-20-1-2,-22 3-5,-28 1 4,-14-1-6,-41 0-9,-13-3-20,-7-7-31,5-9 32,5-10-28,9-6-48,12-14-99,12-22-130</inkml:trace>
  <inkml:trace contextRef="#ctx0" brushRef="#br0" timeOffset="146232.3093">21831 13750 870,'0'0'70,"0"0"-65,0 0 3,76 102 53,-53-43 13,-1 1-11,3-5-42,1-11-10,9-10 3,6-16-13,5-11 9,9-7-8,7-14-1,-1-18 8,-5-11-8,-11-6 0,-15-6 19,-17-2 3,-13 4-10,-17 6-2,-27 15-3,-16 14 0,-5 13-8,-1 5-10,5 23-19,10 12-53,12 6-83,11 2-28,10 0-210</inkml:trace>
  <inkml:trace contextRef="#ctx0" brushRef="#br0" timeOffset="149546.8323">22862 12882 1083,'0'0'12,"0"0"66,0 0-31,0 0-7,0 0-21,9 98 2,25-21 10,5 6-18,6 2-11,3-6-4,-1-4-22,1-8-56,-7-5-185,-6-11-563</inkml:trace>
  <inkml:trace contextRef="#ctx0" brushRef="#br0" timeOffset="150084.9306">23744 13664 986,'0'0'43,"0"0"10,0 107-7,0-20 14,0 13-3,0-1-15,4-9-13,9-11-20,6-11-9,4-17 8,9-17-4,5-17-4,8-17 0,1-3-4,-4-28 1,-11-11-5,-10-8 8,-18-4-3,-3 5 3,-27 9-2,-16 14-1,-12 18 6,-3 8-8,1 18 5,12 14-1,14 7-3,20 0-55,11-2-44,11-5-61,25-11-167</inkml:trace>
  <inkml:trace contextRef="#ctx0" brushRef="#br0" timeOffset="150392.6437">24244 14019 900,'0'0'26,"-15"89"14,15-45-28,10-7 19,23-11 0,7-10-25,11-12 4,7-4-9,-4-11 3,-8-18 1,-10-6 0,-15-3 0,-14-1 28,-7-1 11,-12 2 15,-24 3-14,-16 11-12,-7 11-22,-5 13-6,1 20-10,3 25-15,4 13-117,6 5-156</inkml:trace>
  <inkml:trace contextRef="#ctx0" brushRef="#br0" timeOffset="162824.4329">17703 11654 722,'0'0'126,"0"0"-38,0 0 11,0 0-12,0 0-12,0 0-32,-8-26-26,31 18-1,13 0-15,8 1 4,4 0-5,3 1-8,3 0-38,-2 3-72,-7 3-14,-3 0-51,-13 0-117</inkml:trace>
  <inkml:trace contextRef="#ctx0" brushRef="#br0" timeOffset="163116.8206">18152 11671 345,'0'0'218,"0"0"-37,0 0-66,-55 90-25,41-39-7,8 8-4,5 7-19,1-2-36,0-6 9,24-10 5,8-13-30,12-12 10,8-13-5,3-10-11,3-14 10,-7-22-12,-5-9-2,-11-7-8,-16-3-4,-8-2 14,-11 0 4,-11 5-4,-21 10 7,-15 14-5,-8 20 2,-5 8-4,4 17-7,11 17 6,15 8-59,17 9-107,13 2-114</inkml:trace>
  <inkml:trace contextRef="#ctx0" brushRef="#br0" timeOffset="163401.2003">18233 12537 1030,'0'0'60,"0"0"46,0 0-46,0 0-29,0 0-12,10 82 4,14-28-15,4 5-8,7 2-1,-1-3-4,2-6-112,-8-8 39,-10-8-256</inkml:trace>
  <inkml:trace contextRef="#ctx0" brushRef="#br0" timeOffset="163856.5399">17543 11997 365,'0'0'380,"0"0"-294,0 0-8,0 0-14,0 0-4,0 0-29,-21-55-15,24 78-11,17 9 14,8 5 26,3 2-21,4-1-19,1-1 11,-4-3-13,-2 1 8,-8-2-6,-6-3 2,-10-3 7,-6-2-7,0-6 5,-9 1 5,-17-2-10,-5-1 6,-6-1-11,-4-3 2,3-8-3,5-5-1,10 0-22,8-4-16,14-13-72,1-1-55,15 0-152</inkml:trace>
  <inkml:trace contextRef="#ctx0" brushRef="#br0" timeOffset="164503.4231">18767 13229 758,'0'0'78,"0"0"3,0 0-3,0 0-41,1 72 53,3-6-6,1 10-45,3 5 5,2-5-29,6-10-12,3-11 8,6-12-9,6-15 1,7-10-3,5-15 0,2-3-12,-4-18 2,-10-11-2,-14-1 12,-15 1-5,-2 4 5,-35 5 4,-17 10-2,-15 10-3,-3 0 1,5 10-5,18 10 4,17 1-44,19 0-60,11-2-72,15-8-212</inkml:trace>
  <inkml:trace contextRef="#ctx0" brushRef="#br0" timeOffset="164780.6631">19216 13651 755,'0'0'202,"0"0"-164,0 99 0,13-78 10,17-10-12,13-10 5,5-1-24,6-21-15,-4-11 1,-8-9 1,-10-5-4,-15-4 0,-11 2 6,-6 1-3,-19 8 14,-23 12 5,-16 16-20,-11 11-2,-6 18-25,1 25-80,7 10-42,6 8-234</inkml:trace>
  <inkml:trace contextRef="#ctx0" brushRef="#br0" timeOffset="167599.3321">15134 12336 796,'0'0'64,"0"0"46,0 0-23,0 0 1,0 0-58,-53 111 0,43-21 17,6 12-21,4-3-10,0-10-5,3-19-10,18-20 3,5-19-4,7-17 3,5-14-12,-1-3 5,-6-25-1,-7-6 0,-12-3 10,-11 1-3,-1 4-2,-17 13 0,-18 12 16,-9 7-16,-6 22 0,6 14 0,11 1-32,21-4-32,12-9-158,9-8-279</inkml:trace>
  <inkml:trace contextRef="#ctx0" brushRef="#br0" timeOffset="167907.1396">15459 12673 857,'0'0'84,"-24"96"-18,23-48 13,1-7 6,6-12-41,18-8-11,4-9-22,6-11-8,1-1 10,-1-13-10,-4-12-2,-8-9-1,-7-7 7,-11-6-2,-4-3-4,-7 1 3,-23 3 18,-13 13-19,-14 11-3,-4 19 0,-2 3-10,5 29-27,12 12-75,11 5-102,15 3-203</inkml:trace>
  <inkml:trace contextRef="#ctx0" brushRef="#br0" timeOffset="173418.5966">14537 14776 466,'0'0'66,"0"0"73,-31-92-12,7 59-10,-10 4-57,-11 8-9,-12 8-23,2 13 22,1 0 1,9 24-41,8 11 0,12 10-2,5 3-8,13-2 4,7-5-4,0-6 0,6-8-1,15-8 9,5-9-8,6-9 0,4-1 0,1-12 0,0-13 2,-2-4-2,-2-5 4,-7 1 0,-5 5 3,-9 11 19,-5 16-6,-2 11-4,-4 34-15,-1 24 36,2 16-22,-2 8-13,0-2 8,0-8-10,0-13-2,5-12-9,7-12-73,7-13-93,2-15-141</inkml:trace>
  <inkml:trace contextRef="#ctx0" brushRef="#br0" timeOffset="173718.5377">14802 15001 951,'0'0'58,"0"107"-24,0-56-13,10-11 36,12-10-20,6-12-18,8-11-14,6-7-2,4-6 4,-3-20-5,-1-7-2,-5-8 3,-7-9 3,-12-1-4,-13-1 38,-5 6-16,-33 13-3,-27 18-17,-19 15-4,-12 7-3,3 34-90,15 11-87,19 8-309</inkml:trace>
  <inkml:trace contextRef="#ctx0" brushRef="#br0" timeOffset="174340.5198">15195 13483 792,'0'0'14,"2"-74"52,3 41-17,0 0 15,-2 6 20,-2 8-30,-1 9-6,0 10 1,-4 22-7,-18 42-13,-13 35-21,-11 34 18,-6 23-9,-8 2-12,0-7-5,5-17-21,15-27-52,16-21-125,23-29-253</inkml:trace>
  <inkml:trace contextRef="#ctx0" brushRef="#br0" timeOffset="181786.5787">11185 13298 581,'0'0'136,"0"0"-19,-27-77-20,19 60-7,1 5-20,2 7 6,4 3-35,-1 2 3,2 12-44,0 25 11,0 24-10,0 18 5,0 9 7,0 1-6,0-3-4,0-9 2,0-8-5,-4-9 0,3-11-2,-1-12 2,2-18 0,0-10-37,0-9-96,15-13-77,9-17-137</inkml:trace>
  <inkml:trace contextRef="#ctx0" brushRef="#br0" timeOffset="182235.5747">11440 13383 809,'0'0'21,"0"0"65,0 0-48,0 0-18,0 0 7,16 77 45,-16-15-25,0-1-14,0-1-6,0-6-15,-4-4 10,-4-4-10,-1-6-11,0-11 2,3-12 0,5-11-3,-2-6 5,1-4-3,2-19-1,0-5-1,3-3-21,20 1 20,7 4-21,7 3 19,-3 4 0,-3 2-22,-4 2 14,-6 0-2,0-2 6,-6 0 3,-3 2-5,-4 4 9,-5 7 0,-3 4 1,0 10 13,0 24 2,-11 16 0,2 21 3,2 10-15,4 1-1,3-8-3,0-16 0,0-17-1,6-13-4,7-11-84,5-11-37,9-6-140,7-13-303</inkml:trace>
  <inkml:trace contextRef="#ctx0" brushRef="#br0" timeOffset="182574.6075">11992 13452 722,'0'0'193,"0"0"-161,-21 102 10,6-45-5,1 1 30,7-6-21,7-8-29,0-11 1,12-12-14,15-14 0,6-7 3,3-13-6,2-17 13,1-7-14,-6-8 0,-3-1 3,-8-4 2,-9-1-1,-11 2 11,-2 6-9,-22 6 20,-19 10-17,-17 8-9,-12 7-1,-9 9-38,6 3-23,13 8-35,20 11 1,25 6 73,15-1-280,0-5 92</inkml:trace>
  <inkml:trace contextRef="#ctx0" brushRef="#br0" timeOffset="183136.7615">12426 12957 75,'0'0'837,"-27"-129"-837,-22 69-31,-15 1 11,-18 6 20,-14 5 30,-20 11-30,-6 14 2,-10 12-4,-4 11-6,-2 0 8,-6 26-1,-9 19 5,-7 20 7,-2 20 8,0 14 8,13 15 31,15 13-2,25 9 24,31 11-57,31 4-14,30 10 7,17 3-11,31-2-3,28-5 5,20-15-4,19-13-3,22-18 0,20-18 3,19-18-5,12-20 2,3-22 0,5-24 0,-7-9 5,4-29-5,-2-22 0,-9-20 0,-10-15 0,-20-14 0,-26-18 0,-22-14 3,-26-21 0,-24-16-2,-19-8 12,-18 2-1,-21 15 19,-37 22-20,-31 25-7,-29 28 6,-18 26-6,-19 28-4,-9 26 0,-5 10-15,8 36-9,21 8-40,19 5 11,29 0-51,29-5-131,24-1-268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5-11-30T05:46:17.8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4589 1644 200,'0'0'101,"0"0"-58,0 0-23,0 0-20,0 0 144,0 0-90,0 0 15,0 0 17,31-5-18,-28 5-13,-1-1-14,-1 1 6,-1 0-1,0 0-8,0-1 4,0-1 6,0-2-3,-6 0-26,-3 0-1,-7-1-13,-2 3 3,-3 0-3,-4 2 1,-2 0-3,0 4 2,-3 11-1,3 4 0,-3 8 2,2 7 0,6 8 12,7 8-13,7 3-2,8 2-1,0-5 7,5-8-9,16-8-1,4-9 1,8-5-2,1-8 2,2-6-1,7-6-21,-4 0-41,3-18-80,2-6-63,-2-6-500</inkml:trace>
  <inkml:trace contextRef="#ctx0" brushRef="#br0" timeOffset="362.0255">4948 1414 273,'0'0'383,"0"0"-268,0 0-4,0 0-24,0 0-25,0 0-3,-1-33-21,-1 46-27,2 22-8,0 16 18,0 13 7,0 0-16,-1-2-6,1-4-1,0-5-5,0-8 0,0-4-11,0-6-75,12-7-17,7-5-30,5-9-176,3-5-263</inkml:trace>
  <inkml:trace contextRef="#ctx0" brushRef="#br0" timeOffset="1299.8224">5408 1656 670,'0'0'52,"0"0"40,0 0 19,0 0-35,0 0-42,0 0-10,-100-32-17,70 57-1,2 8 18,4 5-7,3 1 8,12 0-8,3-4-8,3-4 1,3-7-7,0-4-3,10-7-1,4-6 1,7-5 0,1-2-6,5-6-39,-1-13-28,-3-6-10,-5-5-2,-4-4 36,-1-3 17,-6 2 1,-2 4 30,-2 8 1,0 10 7,-3 11 18,0 2 32,0 14-36,3 14 0,3 8 25,3 2-21,-2-5 0,4-5-8,5-6-5,-2-7 0,2-5-1,5-7-2,1-3 1,4-3 0,5-18 0,-1-5 0,-5-3-6,-7-2-2,-6 0 4,-9-2 5,-3 2-7,0 6 4,0 6 2,0 10 1,-3 4 1,3 5-12,0 2 0,0 19-14,3 9 13,11 6-1,-1 5 1,-1 0-3,-3-1 2,3-2-1,-3-5 3,0-4 0,-4-3 5,-2-8-5,-3-5 5,0-3-2,0-5 0,-4-5 8,-2 0-5,5-3 6,1-18-12,0-7-5,16-6-24,6-6-28,-1-1 3,0 0-5,-2 3 36,-5 3 23,0 6 0,-4 4 4,-6 8 18,-4 7 15,0 3 18,0 6-2,0 1-25,0 0-21,0 0-7,0 14-9,0 5 2,0 3 7,8 4-4,8 0 4,-1 3 1,1-1-1,-2-2 4,-2 2-4,-6-6 1,-5-2 6,-1-2-2,0-2-5,-1-4-15,-5-2-90,2-4-146</inkml:trace>
  <inkml:trace contextRef="#ctx0" brushRef="#br0" timeOffset="2270.2359">7549 1558 741,'0'0'124,"0"0"-52,0 0 15,0 0-29,0 0-22,0 0-16,31-67-5,-28 46 7,-3-1 7,0-4-6,-4 2-8,-17 0-11,-5 5 6,-4 3-3,2 6 1,4 8-4,4 2-1,4 6-1,5 21-2,5 12-1,6 14 0,0 5-2,3 1 3,10-4 0,-1-7 3,-1-4-6,-3-7 1,-2-4-24,-4-3-105,-2-9 55,0-6-71,0-6-156,-6-6-112</inkml:trace>
  <inkml:trace contextRef="#ctx0" brushRef="#br0" timeOffset="2450.7364">7226 1739 634,'0'0'182,"0"0"-73,0 0-21,0 0-29,0 0-17,0 0-13,-41-6-22,44 6-7,18 0-4,15-3-7,17-4-48,14 0-48,15 0-79,8 0-194,1 0 32</inkml:trace>
  <inkml:trace contextRef="#ctx0" brushRef="#br0" timeOffset="3026.2749">8089 1559 699,'0'0'118,"0"0"-60,-127-10 30,76 10-9,-1 15-14,7 8-8,5 7-27,6 4-16,14 1-7,7 2-7,10-4 0,3-3 0,8-4-1,14-8 1,8-6 1,1-9 0,5-3-2,-3 0-18,-2-17-19,-3-5-35,-4-5-18,-3-3 14,-9-2 17,-4 0 16,-3-1 24,-5 5 20,0 10 18,0 6 8,0 12 37,-4 0-15,-2 26-46,0 9 4,6 6 59,0 1-38,3-5-21,19-7-1,2-8-5,2-7 1,8-9 1,2-6-2,1-7 0,3-21-58,-4-7-5,-7-6-41,-10-7 50,-10-6 54,-6-7 15,-3-8 22,0 8 2,-2 13 29,-5 21 6,4 20 4,-2 7-37,-2 29-41,1 22 0,2 17 8,4 3 1,0-1 0,0-8-9,0-6-12,1-5-31,4-7-29,0-10-32,0-12-65,-4-11-297</inkml:trace>
  <inkml:trace contextRef="#ctx0" brushRef="#br0" timeOffset="3509.9354">8208 1778 693,'0'0'28,"0"0"-28,0 0-2,82-55 2,-46 32 0,4-4 0,2-5 0,-3-2-3,-6-2 2,-6 2 0,-14-6-18,-12 2 19,-1 7 21,0 9 52,-1 15 28,-9 7-32,-1 5-48,-1 26-20,0 14 11,5 12 17,7 2-3,0-2-20,0-4-3,6-6 4,0-2 2,4-8 27,-4-8 2,0-9-11,-3-9-19,-1-7-2,-1-4 1,-1 0-2,0-17 20,3-13-25,4-10-10,4-4-2,4-1-36,6 4 6,4 12 13,5 11 1,0 13 19,-2 5 3,-7 12 6,-3 18 16,-6 5 24,-5 2-9,-4 1-16,-1-6-7,1-4-8,1-5 0,4-7-44,5-6-62,-1-7-118,4-3-210</inkml:trace>
  <inkml:trace contextRef="#ctx0" brushRef="#br0" timeOffset="4206.2817">8842 1720 856,'0'0'100,"0"0"-94,0 0 33,0 0 10,0 0-11,-34 79-15,34-64-14,5-3 5,6-5-4,0-5 3,1-2-4,7 0-4,-2-14 8,2-8-13,-1-2 0,-5-3 0,-5-2-13,-1-1 11,-7 0-9,0 4 11,0 7 0,-10 9 2,-5 9-1,-6 1 9,0 4-10,0 19 16,0 9-1,8 8 0,4 6 2,9-1-8,0-3-7,10-5-1,7-10 6,5-7-10,0-8 3,1-6 0,4-6-2,6 0 0,3-21-3,2-8-1,-2-6 1,-8-5 2,-11-7-11,-10-2-24,-7-1 26,0 11 10,0 13-7,0 14 9,0 12 19,-7 0-14,1 14-5,-2 14 0,4 4 6,4 0-6,0-6 1,0-5-1,10-8 0,5-7-5,5-6 5,-1 0-2,5-10-16,-6-8-15,-2-5 22,-4-2 11,-4-2 0,-4 0 5,-1 6 14,-3 7 8,0 8 14,0 6-8,0 1-32,0 21-1,0 7 0,0 6 12,-3 2-7,3 1-4,12 2 1,10-4-4,1-3-2,5-7-78,2-8-70,1-9-368</inkml:trace>
  <inkml:trace contextRef="#ctx0" brushRef="#br0" timeOffset="4830.683">10040 1360 659,'0'0'105,"0"0"-16,0 0 30,0 0-24,0 0-6,-3-76-37,-16 69-33,-6 3-2,1 4-2,-3 0-1,0 0-9,9 8-4,2 7-1,4 5 0,7 1 0,5 2-2,0 5 2,15 5 0,9 2-10,3 1-1,3 0 0,-2-1 2,-7 1 7,-3-5-6,-12-2 6,-6-2 0,0-4-1,-3-4 1,-13-2 4,-7-4-5,-1-5 7,-1-3 0,-2-5-3,5 0 1,4 0-2,1 0 2,5-9-2,5 2 0,6 0-8,1 0-14,0 3-23,5 1 6,7 3 33,-1 0 0,4 11 6,-8 15 26,2 6 15,-2 7-11,-1 3 17,-1 0-21,-5-5-11,5-5-6,-2-5-8,1-3-1,9-4-26,1-4-112,4-6-171</inkml:trace>
  <inkml:trace contextRef="#ctx0" brushRef="#br0" timeOffset="6981.516">7416 3052 404,'0'0'85,"0"0"43,0 0 41,0 0-63,0 0-16,0 0-1,18-3-14,-6-9-21,-5-5-19,-1-5-7,-6 1-22,0-4-3,-3-1 4,-12 2-5,-4 3-2,-2 7-2,3 7 1,-3 7 0,-1 2-1,4 24 1,-1 14 0,8 9-4,5 9 3,6 1-1,0-1 2,11-4 1,1-4-10,-4-6-22,-3-4-65,-5-3-43,0-11-38,-6-5-139,-16-8-161</inkml:trace>
  <inkml:trace contextRef="#ctx0" brushRef="#br0" timeOffset="7143.427">7094 3374 538,'0'0'137,"0"0"41,0 0-67,0 0-42,0 0-37,0 0-29,38-47-3,10 32-1,12-3-7,10-2-45,5-2-75,-4 1-95,-3 0-30,-6-1-119</inkml:trace>
  <inkml:trace contextRef="#ctx0" brushRef="#br0" timeOffset="7649.8691">7728 3045 512,'0'0'90,"0"0"27,-93 11 36,54 14-68,-2 8-11,8 3-19,8 3-7,11-4-27,14-3 2,0-3-12,9-8-10,15-6 3,6-9-4,1-6-8,-1 0-33,-3-8-37,-5-9-10,-2-6-29,-6 0-52,-6-2 57,-8 1 67,0 3 45,0 5 11,0 9 16,0 7 54,0 5-11,0 17 0,0 7-10,3 0-17,12-1-28,1-4-12,5-7 1,4-4-3,1-10-1,1-3 0,1 0 0,4-16-16,-1-6-34,-3-7 42,-7-3-42,-9-3 6,-7-4 44,-5 0 12,0 2 47,-8 9 9,2 10-15,3 14 14,0 4-17,3 14-31,0 17-16,0 9 14,0 1-5,1 4-8,7-6-4,4-2-1,-2-6-39,-4-6 10,-3-7-76,-3-8-150,0-8-210</inkml:trace>
  <inkml:trace contextRef="#ctx0" brushRef="#br0" timeOffset="8089.8442">7878 3269 632,'0'0'140,"0"0"-70,0 0-28,0 0-34,0 0-4,105-60 3,-59 40-7,4-6-9,-3 0-4,-5-2-23,-11 0-15,-13 2-56,-7 5 89,-7 2 18,-2 9 5,-2 8 37,0 2 47,0 5-75,0 19 14,-5 11 16,5 7-6,0-1-15,0 4-6,3-6 9,7-1-9,-2-5-2,-2-5 11,-1-7-4,-2-5 6,-3-8-6,1-5-16,-1-3-2,2-1-4,-1-18-2,2-9-55,3-7 10,1-4-28,4 4 29,10 10 20,-1 9-28,6 15 46,-4 1 8,-1 13 34,-4 11-2,-4 2-8,2 3-15,1-4-6,1-7-3,5-4-20,2-8-99,1-6-313</inkml:trace>
  <inkml:trace contextRef="#ctx0" brushRef="#br0" timeOffset="8790.0407">8654 3193 884,'0'0'22,"0"0"7,0 0 20,0 0-12,0 0-24,0 0 7,51 56-8,-30-57-3,1-15-5,-4-2-4,-3-4-4,-4-1-3,-4-2-14,-6-3 0,-1 1-1,0 1 12,-13 5 9,-2 7 1,-4 10 0,-1 4 13,-4 0 5,-1 17-2,-2 6 14,5 10 20,7 2-15,7 2-20,8-1-4,0-6-7,19-3 1,7-7-2,7-8-3,2-8 0,3-4 0,4-7-17,3-16 5,-2-6-29,-10-3-11,-11-2 14,-7 0 13,-10 1 3,-4-2 7,-1 6 2,0 11 8,0 7 5,-4 11 21,-1 0 21,2 14-36,0 9 10,3 6 4,0-1-2,0-3-9,11-5-7,5-7-1,2-8-1,3-5 0,6 0-3,2-10-10,1-11-18,-3-4-3,-1-3 17,-10-1 10,-4 6 7,-3 4 3,-6 9 0,-3 10 43,0 0 15,0 22-51,-3 11 45,-9 10 10,3 3-37,6 1-17,3-4-10,3-4-1,18-8-19,0-9-75,3-8-82,1-9-308</inkml:trace>
  <inkml:trace contextRef="#ctx0" brushRef="#br0" timeOffset="9229.9783">10051 2859 572,'0'0'85,"0"0"3,0 0 35,0 0-30,0 0-29,-81-30-3,50 60 11,-9 15-6,-4 15-13,-1 10-20,7 3-14,20-1-12,18-3-2,7-5-2,44-11-3,21-9-8,19-16-72,7-15-166,4-13-586</inkml:trace>
  <inkml:trace contextRef="#ctx0" brushRef="#br0" timeOffset="9784.2915">11781 2727 608,'0'0'116,"0"0"-1,0 0 13,0 0-62,0 0-39,0 0-1,117-63 16,-46 91-3,7 20-16,-1 21-4,-12 17 9,-19 12-8,-21 0-5,-25-6-8,-15-6-7,-38-8-11,-23-11-128,-15-6-177</inkml:trace>
  <inkml:trace contextRef="#ctx0" brushRef="#br0" timeOffset="10693.9982">7640 3968 833,'0'0'39,"0"0"21,0 0 33,0 0-1,0 0-51,0 0-19,-99-45-9,68 61-6,7 8 1,5 4-6,16 2-1,3 3-1,3-2 0,24-3-5,1-3 4,2-3-2,-6-2 0,-8-4 1,-10 3 0,-6-2-2,-12 3 4,-19 1 4,-8-2-4,-1 0 0,-2-4-6,9-3-1,9-4-17,11-5 2,7-2-3,6-1 7,0 0-7,3 0-16,13 0 33,4 3 8,-1 14 9,1 11 16,-6 12 6,-6 9-12,-8 10-7,0 5-9,-5 4 0,-11 5-3,1-6-64,3-3-77,2-7-256</inkml:trace>
  <inkml:trace contextRef="#ctx0" brushRef="#br0" timeOffset="11377.0317">7502 5540 798,'0'0'27,"0"0"10,0 0 39,0 0-31,0 0-31,0 0 33,60 0 31,-46 39 14,-1 9-49,2 4-7,2-4-12,3-5-16,4-9 20,4-9-21,-1-8-5,0-10 0,-4-7-2,-7 0 1,-7 0 0,-4-8 0,-5 2 2,0 3 4,-2 3 2,-12 7 1,-3 21-9,-3 15 1,5 13-2,8 9 3,5 4-3,2-1 0,2-3 0,8-6 0,2-7 2,-6-5-2,-4-9 0,-2-10-1,0-4 1,-18-6 2,-10-3-2,-11-7-19,-5-6-18,-3-2-64,-1-5-176,0-7-493</inkml:trace>
  <inkml:trace contextRef="#ctx0" brushRef="#br0" timeOffset="12965.4287">7414 7463 53,'0'0'350,"0"0"-287,0 0-33,0 0 27,0 0-6,0 0 2,-3-30 14,3 25 31,0 1-19,0 0-22,0 1 0,0 0 9,0 2-7,0 1-24,0 0-8,3 0-15,14 5-2,8 17 4,7 7 6,2 3 3,2 3-15,-5-1-4,-1-4-1,-8-3-3,-7-6 2,-3-5-1,-7-8-1,-2-4 2,-3-2-1,0-2-1,0 0 2,0-13 3,0-11-5,0-7-7,0-7-2,0-6-7,0-4 2,3 0-16,5 4-11,6 8-56,4 9-18,3 10 0,6 10-143,-2 5 30</inkml:trace>
  <inkml:trace contextRef="#ctx0" brushRef="#br0" timeOffset="13249.9506">7913 7435 288,'0'0'277,"1"97"-149,4-50 8,4-8-48,4-6-35,5-9-21,6-9-4,1-6-6,5-9-9,3 0-4,-3-21-1,0-8-8,-8-5-6,-13-2-8,-4-4 6,-5 1 4,-5-2 4,-17 2 2,-10 4-2,-5 10 1,3 10-3,2 10 2,4 5-1,9 9 1,4 10-4,0 7 1,12 1-33,3-1-34,0-4-98,15-7-149</inkml:trace>
  <inkml:trace contextRef="#ctx0" brushRef="#br0" timeOffset="13410.3491">8393 7385 627,'0'0'168,"0"0"-92,3 108-47,0-74-2,2-5-27,-2-6-7,1-9-75,-1-7-179</inkml:trace>
  <inkml:trace contextRef="#ctx0" brushRef="#br0" timeOffset="13677.2183">8399 7116 609,'0'0'138,"0"0"-113,0 0 37,0 0 6,0 0-48,0 0-4,-76 59-7,61-59-2,0 0-3,3 0-4,3-8-1,2-3-5,6-1-13,1 4-30,0 3-56,13 5-81,5 0 54,6 13-92</inkml:trace>
  <inkml:trace contextRef="#ctx0" brushRef="#br0" timeOffset="14119.8057">8822 7292 345,'0'0'486,"0"0"-421,0 0-9,0 0 9,-83-18-38,55 39 20,1 9 0,5 3-7,4 6-10,8 0-14,7-4-9,3-3-5,0-8-2,14-8 1,6-6 0,4-7 2,1-3-1,0-6-2,-1-15-10,2-5-15,-2-7 3,-5-5 0,-9-3 13,-5-4 8,-5-2-4,0-3-3,-11-4 3,-6 0 5,0 10 1,4 15 4,4 15 13,4 14 11,4 0-6,1 27-23,0 15 2,0 10 1,3 2-2,12-4-1,1-4-43,5-8-97,0-8-107</inkml:trace>
  <inkml:trace contextRef="#ctx0" brushRef="#br0" timeOffset="15287.4147">10030 7267 653,'0'0'114,"0"0"-55,0 0 24,0 0-18,-103-59-20,73 59-29,-1 0 3,0 18 3,-1 13 20,8 8-8,5 12-6,11 3-5,8-2-5,0-4-8,9-11-7,12-10-2,2-10 0,4-10-1,-1-7 0,3 0-2,-4-14-6,2-11-9,-6-4-14,1-6-2,-7-6-10,-9-4 31,-3-6 7,-3-3 1,0-3 3,-9-4 1,-4 4 0,2 15 1,2 15 3,5 17 11,1 10 23,1 22-26,1 17 10,1 13 13,0 7-11,0 0-10,15 0-9,6-7-3,6-10-1,1-7 0,3-11-1,-1-8 0,0-9-2,-2-7-7,-4 0-25,-2-13-26,-4-10-11,-3-5 18,-4-5 14,-5-4 19,-5 0 17,-1 2 3,0 8 0,0 11 6,0 8 6,0 8 20,0 8-18,0 20 1,0 10 30,0 2-9,0 0-14,5-5-10,8-4-9,7-8-2,2-9-1,5-7 2,1-7 3,0 0-3,1-18-2,0-9-24,-3-9-9,-5-3 4,-6-3 15,-11-4 2,-4 3 8,0 2 4,-1 8 0,-7 12 0,-1 10 14,5 10 23,-1 1 1,1 11-31,2 14 1,2 6 12,0 4-7,2 2-9,11 1-1,4-1-3,-1-3 1,2-3 3,-3-6-3,1-4 0,-5-6-2,-1-7-5,-7-6-50,-3-2-66,0 0-56,-10-17-388</inkml:trace>
  <inkml:trace contextRef="#ctx0" brushRef="#br0" timeOffset="15546.128">10368 7033 563,'0'0'239,"0"0"-185,0 0 3,0 0 10,0 0-31,0 0-25,-68 38 0,53-35 5,4-3-6,1 0-4,4-3-2,3-11 0,2-6-2,1 0-2,0-1-4,7 4-24,12 3-22,4 4-45,-2 6-163,3 4-79</inkml:trace>
  <inkml:trace contextRef="#ctx0" brushRef="#br0" timeOffset="15996.1301">10813 7367 1021,'0'0'73,"0"0"-51,0 0 24,0 0-30,0 93 8,0-40-1,2 1-13,4 3-5,-1-6 2,-3-5-6,-1-6 2,-1-8-6,2-9-29,-2-9-52,1-10-22,-1-4-13,0-5-69,0-15-101,0-8-28</inkml:trace>
  <inkml:trace contextRef="#ctx0" brushRef="#br0" timeOffset="16196.936">10832 7506 184,'0'0'85,"14"-115"-39,8 69-21,7 10 4,5 15-3,3 12 85,-1 9-24,-1 0 54,-9 23-40,-6 7-25,-14 3-9,-6 3-19,-14 1-10,-19-6-19,-8-3-6,-3-5-13,4-8-11,6-8-35,17-7-42,8 0-162,9-14-150</inkml:trace>
  <inkml:trace contextRef="#ctx0" brushRef="#br0" timeOffset="17269.7743">11241 7078 834,'0'0'62,"0"0"-27,0 0 17,0 0 3,0 0-11,-42 93-6,42-45-11,0 3-20,11-2-1,10-5-5,0-6-1,10-7-16,2-9-41,4-7 16,2-10-3,1-5-60,-2 0-49,-1-15 23,-4-9 25,-4-3 39,-6-3 66,-8-1 36,-9-1 4,-6 2-6,0 2 32,-8 3 67,-11 5-35,-6 10-25,-8 10-2,0 0-11,-3 21 7,2 12-18,4 6-11,8 5 2,8 0-12,8-6-12,6-7-7,0-9-7,3-6 0,11-9 2,5-7-4,3 0 0,1-11-17,1-14-36,-2-1-24,-4-6-16,-3-1 25,-8-1 34,-4 2 23,-3 7 10,0 9 0,0 9 2,0 7 3,0 2-1,0 21 11,0 8 25,0 4-4,0-1-5,5-4-17,11-9-10,2-7 0,5-7 0,-1-7 2,2 0-1,-3-10-4,1-9-13,-3-5-8,-4-2 7,-3-1 0,-4 2 8,-5 4 6,-2 6 0,-1 8 0,0 7 0,0 2 2,0 18 13,0 7 20,0 2-9,0-1-5,8-2-14,6-6-5,3-8-1,7-6 5,4-6 0,7 0-3,-1-13-3,5-9-5,-4-8-10,-9-2 8,-7-2 3,-11-3 3,-7 3 2,-1 3 4,0 7 3,0 10 6,-3 11 4,-3 3 8,-1 11-25,-1 18 4,4 10 6,4 9-3,0 7-2,22 3 0,0 3-5,-3-1-1,0 3 0,-1-1-1,-8-2 1,-2-4-6,-8-10-8,0-11-22,-9-12 36,-12-9 1,-3-14-1,-2 0 4,0-14 3,-3-14 3,6-8-5,2-7 5,6-7-10,9 0-2,6-2-8,6 3-20,19 5-43,8 4-56,0 3-133,1 6-106</inkml:trace>
  <inkml:trace contextRef="#ctx0" brushRef="#br0" timeOffset="18260.3254">12317 7466 872,'0'0'97,"0"0"-28,-79 7 60,67-3-52,7 0-50,5 2-17,8-3-9,26 0-1,17-3 0,21 0-11,10-3-49,4-11-100,-5-3-145</inkml:trace>
  <inkml:trace contextRef="#ctx0" brushRef="#br0" timeOffset="18859.9222">13039 7239 338,'0'0'523,"0"0"-505,0 0-7,0 0 51,0 0-25,-92-60-18,54 60-1,-4 7 20,-2 15 19,2 5-18,8 5-11,8-1-13,11-1 3,11-4-13,4-6-5,6-6 0,18-8 0,7-6-1,5-1-16,1-19-13,-1-4-29,-5-3 23,-2-1 11,-7 1 17,-5 2-1,-8 5 7,-2 7 2,-6 7 0,1 6 0,-2 7 0,0 21 6,0 12 28,0 11-24,1 13-6,5 4-1,2 6-3,-5 2 1,0-4-1,-3-3 0,0-4 0,-6-8-2,-8-11 1,-6-10 1,-6-14 1,2-9 1,-6-12 32,2-1-23,-2-10-6,3-19 1,5-12-4,5-11-4,7-12-2,7-5-17,3-2-2,16 4-30,17 3-56,11 6-132,6 9-152</inkml:trace>
  <inkml:trace contextRef="#ctx0" brushRef="#br0" timeOffset="19183.3472">13250 7338 754,'0'0'107,"0"0"-53,-6 95 9,9-71-9,16-5-24,5-9-19,0-6-5,3-4-1,-1-3-3,1-15-2,-3-8-12,-4-2-1,-6-3 6,-5-3 5,-7 0 1,-2-4-2,-3 2 3,-15 0 3,-3 9-2,-3 13-1,-3 14 1,1 0-1,-1 20 0,3 7 0,4 4 0,7 0-2,7-3-25,6-5-73,0-8-196,18-9-207</inkml:trace>
  <inkml:trace contextRef="#ctx0" brushRef="#br0" timeOffset="19407.4753">13543 6935 886,'0'0'85,"0"0"-74,0 0 24,-7 106 20,3-47-36,4 2-11,0-3-8,5-7-8,10-7-29,5-8 2,2-9-68,4-9-167,2-9-129</inkml:trace>
  <inkml:trace contextRef="#ctx0" brushRef="#br0" timeOffset="19850.2586">13918 7057 777,'0'0'111,"0"0"-68,-87-9 36,61 19-24,0 13-34,7 6 8,4 5-5,4 4-3,8 2-5,3-5-11,0-3-4,11-7 0,10-8-1,4-9 0,3-7-1,2-1-5,1-7-1,-1-14-27,-2-3 0,-5-6 13,-5-2 1,-4-6 18,-8-6 2,-6-5 0,0-6 0,0-3 0,0 0 2,-6 4 9,-3 9 18,2 16 14,3 10 26,-2 18-44,2 1 5,-2 27-29,0 18 4,1 11 2,5 9-6,0 0-2,0-4-7,5-7-38,5-10-68,2-8-45,-3-9-232</inkml:trace>
  <inkml:trace contextRef="#ctx0" brushRef="#br0" timeOffset="20230.0957">14518 6815 427,'0'0'141,"0"0"-5,0 0 6,0 0-29,0 0-64,0 0 11,-96 19 38,62 20-28,1 16-23,6 16-14,14 8-12,10 4-12,3-5-6,21-6-1,20-9-2,14-10-8,10-13-31,0-13-97,-1-13-157</inkml:trace>
  <inkml:trace contextRef="#ctx0" brushRef="#br0" timeOffset="20715.8998">15492 6707 687,'0'0'75,"0"0"-4,0 0 45,0 0-34,-36-73-25,36 73-17,9 2-16,19 23-2,13 17 13,6 12-7,-2 14-2,-6 16-14,-20 6-9,-19 1 1,-4 0-1,-30-7-3,-14-6-23,-6-6-57,-10-7-70,-11-10-95,-11-8-376</inkml:trace>
  <inkml:trace contextRef="#ctx0" brushRef="#br0" timeOffset="21694.6694">7923 8339 153,'0'0'541,"0"0"-514,0 0 54,0 0 22,0 0-6,0 0-9,-13-39-13,-5 67-51,-7 12-4,-8 6-3,7 1-2,2-5-10,8-5 0,10-6-2,6-9-3,0-6-3,18-3-3,5-6 0,5-4-1,2-2 7,-8-1 0,-8 0 2,-9 1-2,-5 4-3,-5 3-1,-21 5 1,-14 6 0,-2 0-14,3-4 0,6-2-2,11-6-15,7-1-22,9-5 30,6-1 11,0 0 0,6 0-24,12 2 39,6 12 25,-3 12 27,1 13 8,-3 10-19,-8 10-19,-6 8-14,-5 0 3,-8-1-11,-11-3-44,1-5-101,-2-4-132</inkml:trace>
  <inkml:trace contextRef="#ctx0" brushRef="#br0" timeOffset="22513.8404">7710 10305 796,'0'0'200,"0"0"-182,0 0-5,0 0 35,0 0-25,0 0-19,-27-33-3,27 38 9,9 19 34,-3 8 21,6 8-13,1 2-9,1-1-16,2-5-10,-1-7-3,-3-9-11,-6-8-1,-3-6-2,-3-4 1,0-2 7,0 0-2,0 0-6,0 0-1,-6 5 0,-4 23-6,2 16 7,-1 10 1,3 8-1,3-2 7,-1-2-7,4-7 3,0-9-2,0-10-1,7-8 0,-4-6 1,-3-4-1,0 0 2,-13-3 1,-10 1-1,-5-4-2,1-2-9,2-3-30,4-2-8,3-1-42,-1 2-94,2-1-110,-4 3-283</inkml:trace>
  <inkml:trace contextRef="#ctx0" brushRef="#br0" timeOffset="23359.9076">4960 11115 695,'0'0'74,"0"0"-37,0 0 31,0 0-23,0 0 11,0 0-2,85-20 4,-71 71 61,-4 14-40,-7 9-21,-3-5-22,0-8-19,0-12-11,0-10-3,0-11-1,0-8-2,0-7-2,-3-9-5,3-4 3,-4 0 4,4 0 0,-3 0 0,0 17 0,3 17-3,0 19-3,0 14 5,6 5 1,15-2 0,-2-2 0,2-7 0,-5-12 1,-8-8 0,-8-9 0,0-4 2,-27-6 4,-12-4-5,-11-7-2,-3-9-7,4-2-44,9-24-48,7-13-111,6-7-218</inkml:trace>
  <inkml:trace contextRef="#ctx0" brushRef="#br0" timeOffset="26660.1676">7049 3714 486,'0'0'115,"0"0"-20,0 0 75,-91-10-64,70 10-32,3 0 16,11-2-5,4 0-21,3-8-22,24-12-36,29-8 4,31-13-10,23-3-13,17-1-47,3 6-114,-14 10-103</inkml:trace>
  <inkml:trace contextRef="#ctx0" brushRef="#br0" timeOffset="27245.5114">6925 8026 993,'0'0'183,"0"0"-123,0 0-40,0 0-3,0 0-17,169-107-1,-45 46-65,11-7-113,-3-1-255</inkml:trace>
  <inkml:trace contextRef="#ctx0" brushRef="#br0" timeOffset="32191.3863">7676 2105 187,'0'0'0,"0"0"-12,0 0-1,0 0 13,0 0 20,0 0-14,0 0 3,33-36 7,-33 34 26,0 1 5,0-1-35,0 1-3,0-2 6,0 2 49,-8-2-11,5 0 16,-3 0 22,0 2-3,-3-2-8,3 3 8,0 0-35,-3 0-16,2 0-14,1 6-2,3 4-10,3-1 5,0 2-4,21-2-2,22-1-2,21-1 12,21-7 4,20 0-11,13 0-6,10-7 0,12-5 2,3-5-9,1 1 1,-4-1 3,-18 3-3,-25 4 16,-25 3-16,-26 3 2,-21 1-2,-13 2-1,-7 1 0,-5 0-5,0 0 5,0 0 0,0 0-12,-2 0-3,-4 0-38,-3 0-51,0 7-77,-1 7-103,1 3-204</inkml:trace>
  <inkml:trace contextRef="#ctx0" brushRef="#br0" timeOffset="33062.095">7732 3692 663,'0'0'58,"0"0"-50,0 0 60,0 0 10,0 0-42,0 0-15,-12 3 0,12 4 10,18 1-7,14-3 2,14-3 5,18-2-14,25 0 0,18 0-9,12-9 3,12-4-9,8 0 4,3-1 6,1 1 13,-9 1 4,-20 5-10,-28 3-18,-31 3-2,-27-1-2,-17 1-36,-8-1-3,-1 2 13,-1 0-2,1 0-16,-2 0-1,0 0 2,0 0-7,0 5-93,0-1-180</inkml:trace>
  <inkml:trace contextRef="#ctx0" brushRef="#br0" timeOffset="37919.8345">9946 2908 104,'0'0'283,"0"0"-241,0 0-8,0 0 45,0 0-31,0 0 6,0 0-35,29-59 3,-17 49 14,-1 0 16,-3 3 5,-5 1 9,2 3-14,-5 2-13,0 1 18,0 0-2,0 0-18,-16 8-10,-12 22 2,-12 18-13,-3 16 14,-2 15 0,0 8-5,8 4-8,7-1-7,14-5-1,16-12 0,13-10 5,45-13-8,26-14-4,29-13-2,14-16-17,3-7-42,4-10-96,-9-15-123</inkml:trace>
  <inkml:trace contextRef="#ctx0" brushRef="#br0" timeOffset="38660.1257">11928 2609 685,'0'0'15,"0"0"39,0 0 35,0 0-23,0 0-35,0 0-28,76-11 5,-15 20 8,6 17-4,3 12-2,-4 14 11,-12 17 11,-17 16 0,-22 9-1,-15 5-1,-42-6-20,-24-7-10,-16-12-102,-7-15-130,2-15-463</inkml:trace>
  <inkml:trace contextRef="#ctx0" brushRef="#br0" timeOffset="40189.95">7764 3734 1095,'0'0'27,"0"0"-27,0 0 0,0 0 12,127-50-7,-23 33-5,18-2-18,14 2-71,12-2-8,-2-1-45,-9-2 95,-16-5-519</inkml:trace>
  <inkml:trace contextRef="#ctx0" brushRef="#br0" timeOffset="40719.8986">7928 2123 534,'0'0'137,"0"0"-55,0 0 42,0 0-15,0 0-21,0 0-26,-5-29-62,75 20 4,36 1-8,34-2-10,22 0-55,8 0-139,-5 3-152</inkml:trace>
  <inkml:trace contextRef="#ctx0" brushRef="#br0" timeOffset="41266.007">7778 3670 893,'0'0'76,"0"0"-40,0 0 30,0 0-9,0 0-15,105 0-7,1-6-20,30-16-15,25-8-83,12-5-103,-6-3-402</inkml:trace>
  <inkml:trace contextRef="#ctx0" brushRef="#br0" timeOffset="42009.9261">7925 3649 919,'94'-25'0,"35"-7"-167,40-4 75,28-10-119</inkml:trace>
  <inkml:trace contextRef="#ctx0" brushRef="#br0" timeOffset="43290.1184">6909 3348 540,'0'0'111,"0"0"-33,0 0-30,0 0 48,-108-11-29,62 11-21,-8 0 9,-14 0-21,-8 4 2,-9 5 3,-9-1-15,-11-1-6,-5 0 6,-8 1-15,9-3-8,12 2 6,18-3 19,19-2-12,15-1-10,17-1-1,15 0-2,13 0-1,0 0-22,7 0-31,11 0 11,3 0-5,4 0-5,1 0-61,-2 0-53,-2-3 15,2-2-44,-8-2-58</inkml:trace>
  <inkml:trace contextRef="#ctx0" brushRef="#br0" timeOffset="43692.1502">5999 3169 706,'0'0'50,"0"0"-4,0 0-11,0 0 45,0 0-10,0 0-10,-12-35-42,-11 36-4,-15 16-12,-12 6 0,-8 5 0,-6 0 0,-3-1 7,-3-1 8,9-4-7,5-3 5,12-3-13,14-5 1,12-5-3,9-3 1,6-3-1,3 0 0,0 0-11,3 0-7,16 6-6,13 5 24,13 9 2,14 8 0,11 5 2,3 1-4,1 3-1,-3 1-9,-2 0-109,-11 1-282</inkml:trace>
  <inkml:trace contextRef="#ctx0" brushRef="#br0" timeOffset="46059.9423">1930 3912 850,'0'0'13,"0"0"-4,0 0 12,0 0 38,0 0-19,0 0-6,-79-29-8,52 32 0,-7 21-5,-5 12-3,2 16-9,4 8 11,6 6 8,8-1-6,10-8-11,9-11-5,0-9-6,18-10-1,17-10 0,12-12-26,14-5-36,11-10-17,-4-13-67,-7-6-151,-19-1-150</inkml:trace>
  <inkml:trace contextRef="#ctx0" brushRef="#br0" timeOffset="46349.8401">2105 4103 674,'0'0'51,"0"0"26,0 89 31,3-62-61,16-7-34,2-5-4,3-6-4,0-9 0,1 0 2,2-4 2,-2-15-2,-5-2-3,-2-3 2,-9-4 7,-8-1-4,-1 0-3,-4-2 3,-16 3-4,-5 2-5,-5 9 0,0 12-5,2 5-2,-2 5-13,8 20-10,5 7-24,10 0-47,7-7-40,0-8-138</inkml:trace>
  <inkml:trace contextRef="#ctx0" brushRef="#br0" timeOffset="46729.9498">2421 3935 686,'0'0'16,"0"0"60,21 105 57,-9-66-92,-2-2-2,1-7-20,-4-6 10,-1-9-4,-1-5-14,-5-6 3,0-4-6,0 0-1,0-4 7,0-17-14,-8-9-24,1-8 1,1-6-34,3-5 13,1 2 16,2 9 12,0 9 8,0 12 7,5 14 1,8 3 8,-1 17 5,3 17 8,-3 7-13,2 6-3,-3-3 0,1-6-5,3-8-10,6-12-33,3-10-87,3-8-71,-2-2-208</inkml:trace>
  <inkml:trace contextRef="#ctx0" brushRef="#br0" timeOffset="46990.0086">2751 3862 496,'0'0'136,"0"0"-38,-20-82 6,12 75 14,3 7-53,2 0-24,-3 6-33,3 9-8,3 7-2,0 5-2,0 5 1,12 2 3,9 0 3,-2 1-1,2-3 0,-3-4 7,-6-1 5,-2-5 5,-7-6-9,-3-3 5,0-2-4,-1-4-7,-17-3-4,-1-4-17,-4 0-64,5-18-113,6-13-296</inkml:trace>
  <inkml:trace contextRef="#ctx0" brushRef="#br0" timeOffset="47180.264">2985 3624 935,'0'0'0,"12"83"46,-3-28 14,0-1-17,0-4-30,0-7-13,-2-7 0,1-6-23,-8-7-84,0-9-100,0-9-126</inkml:trace>
  <inkml:trace contextRef="#ctx0" brushRef="#br0" timeOffset="47799.7983">2943 3968 741,'0'0'169,"0"0"-122,0 0-22,0 0-22,0 0 2,73-75-3,-46 44-2,0-3-11,-6-1 3,-3-1-6,-11 1-21,-2 5-21,-5 6 50,0 9 6,0 8 1,0 7 18,0 0 17,0 16-26,0 14-8,0 8 16,0-2 19,7-4-20,8-7-6,3-9-5,0-5 1,6-8-7,-2-3 0,3-1-2,-2-17-37,1-6-41,-8-3-37,-1-7 4,-6 2 1,-6-3 9,-3 6 76,0 10 27,0 9 16,0 10 84,0 0-7,0 21-56,0 12 49,0 7 22,0-1-30,0-6-43,3-9-15,6-7-8,6-10 0,3-6-10,7-1 6,3-9-6,4-14-2,-8-8-10,-2-2-9,-13 0-15,-3-3 6,-6 3 8,0 1 15,-2 10 5,-6 9 20,3 10 17,4 3 7,1 9-38,0 19 0,0 10 19,0 3-1,0 2-11,3-10-7,13-6-6,8-9-4,7-9-41,8-8 1,0-1-68,-2-11-231</inkml:trace>
  <inkml:trace contextRef="#ctx0" brushRef="#br0" timeOffset="48190.0707">3767 3464 566,'0'0'280,"0"0"-224,0 0-10,-50 79 4,46-35 8,4 1-40,0-3-11,6-2-1,14-11-2,2-9 0,2-10-2,4-10-2,2-2 0,3-24-4,1-12-31,0-7-9,-2-5-29,-12 0 9,-9-5 17,-8-1 38,-3-3 9,0 5 21,-12 12 33,4 14 23,0 16 37,3 12-31,4 2-21,1 25-56,0 12-4,0 14 3,7 1-5,8-1 3,2-5-3,-1-9-16,-4-6-40,1-8-25,-2-9-16,-5-8-38,-6-8-159,0 0-61</inkml:trace>
  <inkml:trace contextRef="#ctx0" brushRef="#br0" timeOffset="48530.0771">3990 3553 366,'0'0'238,"0"0"-154,0 0-9,0 0-50,23-83-25,1 67-7,-2 3 7,-2 6 3,-1 7 41,0 2 37,-2 21-57,-4 5 26,1 1-4,-1-3-7,-1-5 6,7-6-20,1-9-6,4-6 12,-1 0-8,0-13-15,1-9-1,1-7-5,-6-3 5,-5-3-7,-11-5 7,-3-1-5,0 3 9,-12 4-1,-9 12-5,-4 9 0,-3 13 6,-4 0-11,-2 21-1,1 9-2,5 4-4,8 1-34,7 0-75,10-5-74,3-9-236</inkml:trace>
  <inkml:trace contextRef="#ctx0" brushRef="#br0" timeOffset="48960.2604">4611 3402 982,'0'0'107,"0"0"-48,0 0 32,0 0-51,0 0-8,0 0-12,-3-74-13,11 42-2,-1-5-4,-1-3 2,1-6-3,-2 0 3,-2 3-1,-3 9-1,0 15-1,0 9-5,0 9 3,0 1-1,-3 5 1,-9 14-2,3 3 2,0-1 0,9-2-2,0-4-5,0-2-2,18-2-13,6-1 14,4 1 10,1 2 0,-1 0 0,2 5 0,-8 3-1,2 0 1,-3 2 0,1-3 4,-7-5-4,0 0 0,-3-5-59,0-2-74,0-8-87,-3 0-322</inkml:trace>
  <inkml:trace contextRef="#ctx0" brushRef="#br0" timeOffset="66229.8332">5311 13549 617,'0'0'40,"0"0"-5,0 0 30,0 0 17,0-77 1,-3 65-27,-9 2-10,1 2 12,-3 2-18,-10 5-20,1 1-9,-8 5 5,-9 23-7,1 11 9,5 13 12,4 9-11,9 3-7,12 0-7,9-6 0,3-7-5,24-14-2,13-15-3,12-13-46,11-9-23,1-17-48,-1-17-78,-11-10-135</inkml:trace>
  <inkml:trace contextRef="#ctx0" brushRef="#br0" timeOffset="66440.2098">5572 13177 820,'0'0'130,"0"0"-71,0 0-12,0 0-25,0 0 5,0 110 30,0-47-28,6 9-13,2 3-1,2-3-6,3-4-9,5-9-19,3-9-95,9-13-102,0-14 42,4-16-343</inkml:trace>
  <inkml:trace contextRef="#ctx0" brushRef="#br0" timeOffset="67310.2693">6160 13438 726,'0'0'58,"0"0"24,0 0 34,-21-82-27,1 76-38,-6 6-13,-6 2-8,-1 23-12,-4 13 8,3 10-9,8 6-2,7-2 0,10-7-11,9-8 1,0-9-3,0-7-2,18-11-1,3-9-5,9-1-2,1-12-14,-1-14-14,1-3-19,-4-4-4,-6-2 7,-3-3 13,-7 0 19,-3 6 9,-5 10 9,-3 12 2,0 10 6,0 9 21,0 21-23,0 10 47,-1 3-6,1-4-14,0-8-21,7-8-2,11-9-4,2-7 0,2-7-3,3 0 5,2-10-2,6-14 2,-3-4-2,-6-5-1,-3-2-2,-11-2 1,-4 0 6,-6 4-7,0 7 4,0 13-1,-9 8 1,2 5-4,1 3-1,-2 21-8,5 8 7,3 8 1,0 1 0,0-1 1,0-4-1,9-2-6,-4-4 0,-1-2 1,-4-3-5,0-5 8,0-7-58,0-8 60,2-5 1,2 0 4,6-10-5,4-13-15,10-9-30,3-4-13,1-4 1,3-4-46,-1-2 2,0-2-13,-4 3 114,-6 5 25,-9 9 98,-7 10-3,-4 9-64,0 7 22,-7 5 0,-10 0-74,0 13 6,0 8-4,4 6-2,7 5-4,6 5 5,0 1-3,1-4-1,12-1 0,1-4-1,-2-2 4,-2-2-4,-1 1-25,-1-6 23,-2-1-89,1-5-66,-4-5-320</inkml:trace>
  <inkml:trace contextRef="#ctx0" brushRef="#br0" timeOffset="69080.0452">8099 13773 924,'0'0'62,"0"0"-53,0 0 69,0 0-28,0 0-35,-9-100-15,27 64 6,5-11-6,0-5 0,-4-7-9,-6-6 3,-10-5 5,-3 1 0,-5 2 1,-12 10 7,-3 15 13,4 16 6,2 16 18,1 10-5,2 6-12,0 28-26,0 15 2,8 10-2,3-2 2,3-2 2,22-8-5,7-8 0,5-6-2,2-9 1,4-9-10,-1-9-12,-3-6-33,-5-3-5,-10-18 17,-3-7-9,-6-5-1,-5-6 34,-4-2 19,-6-1 1,3 3 2,-3 13 1,0 12 11,0 10 16,0 4 3,0 9-8,0 18-25,-3 11 22,3 6 1,0 4-5,3-3-7,18-1 0,9-8-6,4-5-5,6-8 4,8-9 0,3-9-4,4-5 1,2-7-7,-1-18 5,-6-6-22,-7-2 16,-10-7-16,-10 1 13,-7-4 0,-10-1 10,-6 6 3,0 7 5,-8 12 16,-10 10-1,-7 9 1,-5 4 3,-6 21-8,-1 12-2,6 7 0,6 6-2,11-1-5,9-2-8,5-8-1,0-7 2,19-9 0,3-8-5,4-8 3,6-7-2,-4 0-19,5-12-15,-3-12-18,-5-5 1,-6-6 17,-4-3-1,-7-3 10,2 2 7,-2 5 2,-4 11 6,-1 12 11,-3 11 3,0 0 9,0 20-1,-6 12 50,-3 7-34,2 1 14,7-1-18,0-6-9,10-5-8,10-6-4,2-8 0,3-8 0,1-6-4,0 0-13,-3-10-22,1-13 7,-2-7 5,-4-3 5,-3-6 16,-6-1 4,-3 0-2,0 5 2,-3 9 0,-2 12 0,-1 10 35,0 4 12,0 11-30,-13 16 10,1 7 13,3 4-17,5 1-5,4-2-8,0-4-5,7-7-1,10-6-3,3-6-1,9-9-2,5-5-23,5 0-23,4-22-39,-3-8 13,-4-7 18,-9-6 29,-3-3 11,-12-3 15,-3 5-1,-5 7 4,-4 12 9,0 11 18,0 11 50,0 3-7,0 11-55,-4 14-2,1 9 20,3 3-12,0-2-16,0-4-6,0-3 1,0-7-2,0-2 2,0-8-2,0-2 0,0-6 1,0-3-1,0 0 0,0-6 12,-2-13-9,-1-6-1,2-7-2,1-9-4,0-4-1,0-2-20,6 6-5,15 7 14,4 11-4,3 14 12,5 9 8,0 2 4,7 27 6,9 15 20,8 9 22,-1 5-26,-9 0-6,-20-7-18,-16-9-4,-11-8-24,-11-7-35,-17-9-83,-7-7-391</inkml:trace>
  <inkml:trace contextRef="#ctx0" brushRef="#br0" timeOffset="69362.1555">9557 13090 595,'0'0'504,"0"0"-488,0 0 25,0 0 25,0 0-45,0 0-13,-127-32-7,65 15 1,2-4-2,10-3 1,15 0 2,15-1 10,9 1 1,8 1-6,3 5-8,0 4-1,23 10-40,19 4-55,18 2-51,13 18-240</inkml:trace>
  <inkml:trace contextRef="#ctx0" brushRef="#br0" timeOffset="69869.9013">10749 13004 1107,'0'0'9,"-28"-96"1,2 66 35,-11 9 35,-12 11-45,-2 10-26,-1 0-3,7 17 4,12 13-1,14 9-7,14 6 4,5 6-4,12-1 0,17-1-2,1-6 2,-2-2-2,-7-6-5,-9-5 1,-9-7-5,-3-5 3,0-4-5,-18-3 9,-11-2-2,-2-5-9,0-4-10,-1 0-4,7 0 7,6-3 17,8-4 3,10 1-1,1 5 1,6 1-8,14 5 8,2 27 16,1 11 28,-2 13-10,-4 7-12,-4 4-11,-4 4-7,-6 1-3,-3 0-1,0-3-31,-22-11-110,-14-11-207</inkml:trace>
  <inkml:trace contextRef="#ctx0" brushRef="#br0" timeOffset="70789.9026">6394 14913 655,'0'0'161,"0"0"-60,0 0-4,0 0-18,0 0-46,0 0-27,4 67 14,4 1 45,1 7-29,-4-5-27,-1-1-7,-3-8-2,-1-6-2,0-7-53,0-11-49,0-13-17,0-13-67,0-11-130</inkml:trace>
  <inkml:trace contextRef="#ctx0" brushRef="#br0" timeOffset="71010.0444">6491 14894 573,'0'0'107,"58"-104"19,-22 77-1,0 12-30,-2 15-35,-7 0-30,-6 22-7,-14 17-12,-7 14-4,-10 6-1,-23 3 7,-6-6-9,-4-7-4,7-10-16,8-9-47,10-14-49,12-9-160,6-7-311</inkml:trace>
  <inkml:trace contextRef="#ctx0" brushRef="#br0" timeOffset="71336.2599">7138 14830 917,'0'0'33,"0"0"-14,0 0 53,2-74 0,-21 69-48,-5 5-22,-2 0 1,1 17-3,6 6 0,7 4-2,10 7 2,2 4 0,11 5 3,17 4-3,6-2 0,5-4 1,0-4 0,-8-6 0,-5-3 1,-10-6-2,-13-2 3,-3-4 0,-6 0-3,-21-4 7,-6 1-4,-4-5-3,-3-5-16,7-3-43,9 0-34,11-18-93,13-9-129</inkml:trace>
  <inkml:trace contextRef="#ctx0" brushRef="#br0" timeOffset="71625.9508">7510 14854 915,'0'0'32,"0"0"14,30 91 42,-15-43-15,1 0-41,-1-5-2,0-6-4,-6-7 2,2-8-17,-3-6 1,-3-6-7,-2-7-1,-2-3-1,-1 0-1,2-9 8,-1-16-2,2-15-8,2-12-21,7-15-14,1-4-27,8 3-10,4 12-30,2 19 22,3 16-77,-3 9-165</inkml:trace>
  <inkml:trace contextRef="#ctx0" brushRef="#br0" timeOffset="72140.0263">8007 14776 650,'0'0'113,"0"71"3,0-23-16,0 5-18,0-4-13,0-4-33,0-8-5,0-9-11,0-8-8,0-7-7,0-8-2,0-3-3,0-2 2,0 0 6,0-16-8,0-11-20,0-8-14,0-7 6,0-2 9,0 2 11,9 8-5,4 13 5,4 11-2,2 10 6,5 6 4,-3 17 28,-3 7 16,-5 3-20,-1-3-10,-9-1 1,3-5-10,-6-6-4,0-4 4,0-9-2,0-2-3,0-1 1,0-2 0,0-2-1,0-14-5,0-12-17,0-12-14,12-8-7,7-3 9,5 7 8,6 16-5,1 17 9,2 11 21,0 14 1,1 24 60,1 10 8,-1 4-40,2 0-12,7-2-12,-3-8-2,-4-4-2,-3-7-37,-9-7-85,-5-11-150</inkml:trace>
  <inkml:trace contextRef="#ctx0" brushRef="#br0" timeOffset="72880.0291">9196 14519 964,'0'0'29,"0"0"10,-91 0 65,55 15-48,5 5-20,5 4-22,7 3-4,7 1 2,3-1-6,5-5-4,2 0 3,2-6-2,0-2 0,6-2-2,9-4 2,-1-1-3,2-1 8,-3 1-5,5 0-3,0 2 0,6 2 1,1 3 0,1 3-1,-3 4 0,-6 2-2,-4 1 0,-7 2 2,-6 3-4,0-2 4,-10-1 2,-11-2 0,-6-4 2,-3-3 2,-3-4-2,4-2 2,0-4-5,7-3 5,7-4-2,3 0-2,9 0 1,3-11-2,0-2-1,15 6-8,5 6-1,2 1 9,-3 22 0,-1 17 7,-3 8 8,-6 11-9,-6 2-1,-3-4-5,0-5-20,-12-9 5,-6-6-169,0-8-360</inkml:trace>
  <inkml:trace contextRef="#ctx0" brushRef="#br0" timeOffset="74610.2136">8162 16162 263,'0'0'248,"0"0"-118,0 0-21,0 0 9,0 0-50,0 0-15,54-33-14,-54 33 9,0-2 4,0 1-11,1-2 2,1-1-7,2-3-9,1-4-14,-1-4-9,1 0-4,-3-1 6,-2-2-1,0-2-4,0 2-1,0 2 7,-7 3-5,0 6 3,-1 3 2,-1 3-1,-6 1-2,-5 3 1,-6 22-3,-4 14-1,3 10 0,5 10 3,11 6-2,4 4-2,6 0 2,1-3 4,0-6-4,0-8 0,5-8-2,-2-8 0,0-6 0,-1-10-28,-2-8-12,0-6-58,0-5-78,0-1-65,-8-2-118</inkml:trace>
  <inkml:trace contextRef="#ctx0" brushRef="#br0" timeOffset="74779.8483">7937 16473 337,'0'0'269,"0"0"-86,0 0-61,0 0-25,0 0-32,0 0-65,31-34 1,15 30-1,22-6 5,12-9-5,8-3-34,3-3-38,-15-2-79,-13-1-65,-17 5-67</inkml:trace>
  <inkml:trace contextRef="#ctx0" brushRef="#br0" timeOffset="75300.079">8544 16218 456,'0'0'159,"0"0"-34,-97 32 10,64 1-28,5 7-44,8 6-29,7-1 0,10-6-12,3-8-6,0-7-12,12-8-1,6-8-1,4-8-1,2 0-1,2-7-5,-1-13-30,-1-2-10,-4-5-4,-4-4 23,-5-1 5,-3-1 19,-4 3 2,-2 11 0,-1 8 1,-1 11 16,2 0 6,-2 12-11,0 11 9,4 5-1,1-3-3,10-4-8,1-4-5,10-8-3,8-8-1,9-1 0,3-14 2,0-13-2,-8-5-6,-10-2-28,-10-2 2,-6-3 32,-9-2 0,-3-4 29,0 0 4,0 10 1,-5 12 13,-1 14-11,-1 9-9,3 22-26,-2 16-1,0 14 2,1 5 0,2 1-1,3-2-1,0-5-37,0-6-10,0-10 0,0-8-39,0-10-17,-7-9-85,-4-8-57,-4 0-90</inkml:trace>
  <inkml:trace contextRef="#ctx0" brushRef="#br0" timeOffset="76160.0865">8797 16395 218,'0'0'70,"0"0"-70,77-73-2,-49 45-28,3-2-27,-2-4 57,-4-4 1,-5 0 91,-6 2-50,-5 3 63,-7 9 7,-2 11 14,0 13-39,0 2-17,0 24-62,0 13 59,0 7-35,0 2 8,0 3-20,0-3-15,0-6 5,6-4 11,3-7-1,-6-7-5,-2-5-6,1-8-6,-2-5-3,3-6-1,1 0-13,1-16-3,5-9-27,-4-2 6,5 2 1,-1 6 34,-4 14 3,1 5 2,-1 10 4,2 15 9,7 4 11,1 0 7,5-4-17,3-7-9,4-6-5,2-8 4,3-4-3,3-2-3,0-17 0,-4-6 0,-3-5 2,-7-3-2,-10-2-1,-6 0 1,-6-2-1,0 3 1,0 7 5,-12 8-5,-3 12 18,-6 7 7,-4 2-14,0 21 3,-1 8 34,8 7-12,5 0-10,8 0-14,5-5-5,0-8-3,14-6-1,5-7-3,7-8 2,6-4 1,6 0-3,5-16-17,-3-11-2,-4-4-22,-9-7-7,-6 1 8,-11 3-2,-2 10 16,-4 13 26,-3 11 2,-1 0 22,0 15-6,0 9 27,0 1 0,0 1-21,0-6-18,3-7-6,13-8-3,3-5-16,6 0-30,-1-14-5,-1-6-14,-4-5 39,-6 0 11,-1-1 10,-4 3 8,-4 8 15,-1 8 21,-3 7 61,0 4-51,0 20 11,0 10-8,0 4-23,0 0-15,2-1-11,9-8-11,6-4-60,7-10-124,6-8-419</inkml:trace>
  <inkml:trace contextRef="#ctx0" brushRef="#br0" timeOffset="77263.9293">10936 16298 325,'0'0'66,"0"0"-16,0 0-6,0 0 9,0 0 31,0 0 6,23-19-4,-17 11 4,2 0-27,2-4-12,2 2 0,2-5-15,2 1-11,-1-4-1,-2-1-12,-5 1-6,-4-2-5,-2 3 5,-2-1-5,0 1-1,-3 4 0,-8 5 0,1 5 3,-2 3-3,0 0-2,0 13 2,-1 11 0,1 7 0,-2 2 4,7 3 0,5-1 0,2 1 1,0-1-1,0 1-1,0 0-2,0-3 3,0-1-4,0-5 0,0-7 0,0-3-1,0-4 1,0-4 2,0-5-2,0-1-1,0-3-1,0 0-1,0 0 1,0 0-1,-4 0-6,-1-3-3,0-1-6,3 2 3,1-1 1,-1 2 0,2 0-13,0-4-23,0 1-26,0 0-51,0-2-29,2 0-150</inkml:trace>
  <inkml:trace contextRef="#ctx0" brushRef="#br0" timeOffset="77540.1114">10837 16448 677,'0'0'174,"0"0"-68,0 0-11,0 0-47,0 0-23,0 0-16,42 0-4,1-3 1,11-3-6,10-2-31,3-4-65,-6 1-173,-11-4-288</inkml:trace>
  <inkml:trace contextRef="#ctx0" brushRef="#br0" timeOffset="77971.2156">11285 16182 0,'0'0'482,"0"0"-401,0 0 38,0 0-24,-5-77-25,-5 60-20,-5 0-1,-3 2-5,-4 4-12,-7 7-1,-1 4-9,-2 0-3,0 13 3,4 5 14,4 9 0,6 7-14,10 8-3,7 12-5,1 10-6,6 3-5,14 1 1,2-3-2,-3-10-2,-2-7 1,-4-8-2,-7-8-1,0-4-18,-6-8-31,0-5-18,-11-5 11,-8-6-53,-3-4-98,4 0-89</inkml:trace>
  <inkml:trace contextRef="#ctx0" brushRef="#br0" timeOffset="78150.2563">10868 16522 535,'0'0'166,"0"0"-48,0 0 13,0 0-78,0 0-53,0 0 1,91-41-1,-39 28 1,11-6-1,7-2-27,-1-3-67,-5 0-125,-7 3-157</inkml:trace>
  <inkml:trace contextRef="#ctx0" brushRef="#br0" timeOffset="78391.166">11829 16291 561,'0'0'411,"0"0"-369,0 0 29,0 0-58,0 0-13,97-8-29,-62 2-59,-9 2-145,-5-2-179</inkml:trace>
  <inkml:trace contextRef="#ctx0" brushRef="#br0" timeOffset="78539.8393">11911 16405 873,'0'0'108,"0"0"-4,0 0-14,0 0-63,0 0-18,0 0-9,57 11-42,-23-16-100,2-6-229</inkml:trace>
  <inkml:trace contextRef="#ctx0" brushRef="#br0" timeOffset="79745.3356">12530 16260 730,'0'0'189,"0"0"-121,0 0-3,0 0-27,0 0 6,-1 80-15,4-47 3,-2-4-17,1-2 2,-2-7 2,0-7 7,0-5-9,0-5-7,-3-3 1,-8 0-3,-2 0-3,2-11-5,4-9 0,3-7-6,4-5-9,0-5-6,13-3-5,8 0 7,1 4-9,4 11 1,-1 11 15,-3 10 9,-2 4 2,-2 5 2,-5 16 2,0 7 11,0 4 9,3-1-10,0-2-6,8-5-5,0-4 0,3-10-1,0-7-1,1-3 0,1 0-1,-3-15-14,1-7-3,-3-4 3,-7-1-1,0-6 3,-6 0 6,-2-3 1,-6-2 4,-3 3 1,0 6 0,-3 11 2,-12 11 8,-2 7-4,-7 11 2,1 16 11,0 8 8,2 3-12,7 0 2,6-1-5,8-7-7,0-8-1,9-5-3,15-7-2,6-7 2,10-3 0,8 0-16,0-10 13,-2-7-14,-10-2 4,-8-5-11,-7-4 0,-6 0 9,-6 3 14,-2 5 1,-4 9 0,-3 11 2,0 0 8,0 20-5,-10 11 23,1 4 2,3-2-18,6-7-2,0-5-9,9-5-1,13-10-7,3-6-3,4 0-8,-1-15-5,-2-6-13,-1-5 16,-6-6-2,-5 0 13,-4-2 7,-4 0 3,-3 9-1,2 10 8,-5 13 3,0 2 6,0 22-12,0 9 19,0 4 4,0-5-16,0-3-7,3-7 0,17-7-3,9-7 0,5-6 2,6 0-4,-1-19-4,0-8-16,-6-5 3,-7-6 13,-7-5 4,-9-3 0,-10-1 1,0 8 5,0 9 8,-15 12-14,-3 11-1,2 7-44,-2 0-87,9 8-266</inkml:trace>
  <inkml:trace contextRef="#ctx0" brushRef="#br0" timeOffset="80685.8089">15153 15701 491,'0'0'126,"0"0"-61,0 0-9,-27-86 56,9 69-33,-2 5-7,2 3-12,3 6-8,2 3-12,0 0-8,3 7-17,-2 17-1,3 11 7,1 13-5,7 10-3,1 4-2,0 2-2,3 0-4,3-3-2,-1 0-2,-2-7-1,-3-8-10,0-7-29,0-10-17,0-9-28,-9-9-41,-4-8-66,-1-3-183</inkml:trace>
  <inkml:trace contextRef="#ctx0" brushRef="#br0" timeOffset="82255.8374">14761 16079 522,'0'0'147,"0"0"-52,0 0 13,0 0-68,0 0-22,0 0-12,71-1-5,-11 1-1,15-10-15,10-7-30,4-4 3,1-2 25,-10-2-15,-17 1 14,-17 2-79,-19 2-116,-15 3 94,-12-1 119,0 6 83,-9 2 55,-18 5-36,-4 5 36,-5 0-29,-6 15-48,5 12 14,3 6-13,7 3-22,12 4-11,8-5-7,7-6-20,0-4 2,14-11-4,10-7 2,3-7-2,6 0-28,-2-14-33,-4-9-25,-1-4 27,-7-2-6,-7 3-2,-2 5 47,-5 8 20,-4 12 9,1 1 51,-2 15-21,3 15 11,1 7-25,2-1-2,4-4-10,4-10-7,4-10-6,3-7-4,10-5-3,8-13-15,1-19 14,4-11-40,-7-4-62,-12-7-2,-8 0 24,-14-3 88,-3-3 48,0 5 61,0 11-5,-5 16-17,0 18-12,2 10-38,-1 19-25,3 17-1,1 12 7,0 4-5,0 3-13,0 1 0,0-5-18,0-1-2,0-8-11,0-8-32,-15-10 3,-6-8 4,-3-11-6,1-5 28,1 0 23,6-10 10,7-6 0,3-1 1,6 0 1,0-2 9,22 4 5,8-1-10,9 0-5,1-3-16,8-2-15,-2-6-19,0-5 25,1-4 15,-4-1 8,-9-3 2,-9 2 24,-12 2 4,-13 4 31,0 7 58,-5 8-10,-13 11-28,0 6-13,-4 13-26,3 19-9,2 10-9,4 6-7,5 2-5,5-3-6,2 2-2,1-6-2,0 10 0,0-8-7,4-7-53,5-13-54,0-21 75,0-4-38,2-8-102,3-14 21,0 0-43,1 7-93,-3 8 245,1 7 49,-2 0 31,1 12 91,4 4-68,5-2-18,3-1 115,6-6-106,3-7-36,3 0-8,2-6 1,-2-9 0,-6-4 8,-7-2 56,-9-1-27,-6-4 6,-5-1 30,-1-4 3,-2 2-29,0 3-8,-2 6-6,-9 11 2,-1 6 16,-4 3-10,-3 9-26,0 17 23,2 4-4,1 5-18,7-1-12,5-3-1,4-7-5,0-6 1,6-5 1,7-7 0,7-6-1,6 0 1,4-10-2,5-12-2,-1-4-3,-4-4 0,-9-2 4,-5-2-10,-7 0 0,-3 3 10,0 8 0,-3 11 1,-3 9 1,0 3 2,0 9 2,0 11 5,0 6-4,0-1 0,0-2 2,0-8-8,6-5-1,13-9 1,4-1-4,5-4-5,1-12-2,0-5-8,-2-2 18,-6-2 1,-4 0 0,-7 3 0,-6 2 0,-1 9 5,-3 6 15,0 5 7,0 10-16,-1 17 26,-12 8-5,2 4 10,5 2-22,4-1-19,2-1-2,0-4-4,13-10-60,3-10-60,0-11-153</inkml:trace>
  <inkml:trace contextRef="#ctx0" brushRef="#br0" timeOffset="82670.3132">17333 15669 365,'0'0'183,"0"0"10,0 0-16,0 0-83,0 0-8,0 0 5,-103-34-24,70 62-19,2 10-14,8 12 7,7 7-22,13 3-12,3 1-6,12-5-1,22-7-3,7-9-47,7-12-24,5-12-104,-1-12-186</inkml:trace>
  <inkml:trace contextRef="#ctx0" brushRef="#br0" timeOffset="82960.1559">17758 15650 703,'0'0'165,"0"0"-73,0 0 26,105 8-46,-79 17-23,-5 10-14,-12 8-18,-9 9-8,0 3-2,-11 1-4,-14 0 13,-5-5-11,-2-8 1,0-8-2,4-10-4,3-5-2,5-7-39,8-6-101,8-7-109,4 0-428</inkml:trace>
  <inkml:trace contextRef="#ctx0" brushRef="#br0" timeOffset="83180.1721">18311 15615 969,'0'0'48,"0"0"8,0 0-31,0 0-25,0 0-39,0 0-79,-8 73-341</inkml:trace>
  <inkml:trace contextRef="#ctx0" brushRef="#br0" timeOffset="83451.4103">18203 16106 1048,'0'0'116,"0"0"6,-30 72-51,11-31-34,-4 4-28,-2 7-9,-4 2-18,3 1-58,0-3-190,5 12-354</inkml:trace>
  <inkml:trace contextRef="#ctx0" brushRef="#br0" timeOffset="84952.7482">6309 16655 573,'0'0'129,"0"0"-66,0 0 28,0 0-10,0 0-27,0 0-11,-51 0-6,59 4-14,19 5 5,13-1-13,9-4 0,12-2-14,8-2-1,7 0-5,6-14 1,-4-5-15,-11 3-2,-12-1-5,-22 4-45,-17 0 37,-11 2 23,-5 2 11,0 0 0,-18-1 4,-3 1-3,-5 2 2,-2 2 7,1-1 0,2 3 2,0 2 13,2 1 10,-1 0-12,2 0 8,8 0-9,3 8 4,6 1-16,5 1-2,0 1-6,19 1 1,16-2-1,11 3-2,9-2-3,5 6 3,0 7 0,-8 7 0,-13 9-2,-16 2 2,-18 3 1,-5-1-1,-24-3-17,-18-3-40,-11-3-28,-2-3-35,1-5-119,9-3-132</inkml:trace>
  <inkml:trace contextRef="#ctx0" brushRef="#br0" timeOffset="86982.392">8790 4648 737,'0'0'127,"0"0"-127,2-84 0,-2 63 32,0 6 20,-8 5-9,-13 5-12,-1 5-10,-2 0-13,2 14-5,5 5 4,7 5 0,7 3 3,3 3-7,13 3 7,15 3-4,7 2-3,2 0-1,2 1-1,-6 3 0,-6-2-1,-10 1 5,-12-2 1,-5-6 14,-11-3-3,-24-6-8,-2-7 2,-5-7-9,-3-8-2,8-2-20,10-8-41,13-19-65,14-8-206</inkml:trace>
  <inkml:trace contextRef="#ctx0" brushRef="#br0" timeOffset="87330.2258">9121 4744 897,'0'0'82,"0"0"-39,0 99 36,5-50-3,16 3-44,4-10-8,9-6-16,7-10-4,5-11 2,2-10 2,-1-5-8,-3-8 4,-8-19-1,-10-7-3,-8-6-7,-13-5 0,-5-1-14,-5 1 14,-20 1 5,-8 7 0,-6 8-1,-4 14-15,3 9 7,4 6 0,1 8-22,7 15 12,6 5-8,8 3-26,11-3-65,3-5-193</inkml:trace>
  <inkml:trace contextRef="#ctx0" brushRef="#br0" timeOffset="87560.2252">9660 4670 1072,'0'0'34,"0"0"27,0 135 18,9-58-47,3 7-20,10-5-2,0-9-4,-2-2-6,-2-10-3,-9-9-31,3-15-59,-6-16-50,-2-17-80,-2-1-89,-2-25-86</inkml:trace>
  <inkml:trace contextRef="#ctx0" brushRef="#br0" timeOffset="87777.1576">9705 4903 299,'-21'-82'84,"13"2"-19,8 14 13,0 12-11,21 13-36,12 16 26,6 11-5,2 14 10,0 7 31,-7 22-15,-9 12 21,-9 6-19,-16 8-15,0 3-23,-20-3-14,-17-3-18,-3-10-10,-2-9 0,10-11-55,13-12-81,16-10-174,3-1-423</inkml:trace>
  <inkml:trace contextRef="#ctx0" brushRef="#br0" timeOffset="88105.9068">10479 4441 929,'0'0'30,"0"0"-11,0 0 44,0 0 1,0 0-42,0 0 28,-42 129-7,36-60-4,3 3-13,3-2-2,0-8-14,0-7-2,14-13 0,8-12-3,6-11-5,7-9-3,8-10-29,6 0-57,-1-21-75,-3-10-87,-14-9-275</inkml:trace>
  <inkml:trace contextRef="#ctx0" brushRef="#br0" timeOffset="88290.0405">10776 4355 921,'0'0'76,"0"0"-63,0 0 42,0 0-16,-9 87-23,16-68-16,7-6-8,5-9-56,0-4-55,-2 0-141,-2-18-290</inkml:trace>
  <inkml:trace contextRef="#ctx0" brushRef="#br0" timeOffset="88420.2233">10897 4260 869,'0'0'138,"0"0"-59,0 0-20,0 0-6,0 104-25,1-54-21,8 2-7,4 0-62,1-6-116,-2-4-517</inkml:trace>
  <inkml:trace contextRef="#ctx0" brushRef="#br0" timeOffset="88681.9057">11528 4584 1071,'0'0'196,"0"0"-190,0 0 4,0 0 16,0 0-25,0 0 0,-54 86 1,51-24-2,2 4 2,1-9-2,0-10-1,0-12-19,4-13-45,11-13-47,7-9-97,4-5-197</inkml:trace>
  <inkml:trace contextRef="#ctx0" brushRef="#br0" timeOffset="88860.0881">11716 4550 1048,'0'0'39,"0"0"3,0 123 29,0-62-50,0-2-14,0-4-5,9-11-2,-3-9-16,-3-8-63,-3-10-62,0-7-178</inkml:trace>
  <inkml:trace contextRef="#ctx0" brushRef="#br0" timeOffset="88990.0502">11471 4906 777,'0'0'109,"0"0"-22,0 0 25,0 0-32,0 0-72,0 0-8,60-88-37,-8 68-70,3-4-114,2-5-139</inkml:trace>
  <inkml:trace contextRef="#ctx0" brushRef="#br0" timeOffset="89710.0485">11932 4689 726,'0'0'84,"0"0"-56,0 0 43,21 72-48,-2-65-18,5-7-3,0 0-2,5-10-2,-6-9-25,1-2-9,-7-2 23,-4-2 3,-10 1 4,-3-2-12,0 2 2,-8 1 14,-8 9 2,-6 8 5,1 6 31,-3 6 25,-3 18 6,3 10 8,5 7-25,4 7-7,12 1-18,3-2-14,6-8-4,21-10-5,6-8-2,4-10 0,5-7-1,0-4-11,7-6-31,2-19 2,1-10 2,-5-10-30,-9-6 47,-12-5 12,-6-2 2,-5-5 3,-8 2 5,-4-3 5,-3 7 9,0 13 18,0 12 26,0 16-20,0 16 11,-6 5-9,0 29-22,-2 16 19,2 11-5,3 4-13,3-6-10,0-8-6,0-6-1,13-9-2,6-11 1,7-11-4,5-13-5,5-1-21,3-22-38,1-10-8,-6-10-6,-7-1 43,-9-8 20,-6-4 17,-6-4 1,-3-1 0,-2 8 2,2 17 21,-3 15 40,0 19-2,0 2-7,0 29-37,-6 15 21,-10 9-7,1 2-23,0 1-5,6-5-3,5-7-6,4-6-30,0-7-26,1-11-12,15-10-40,7-8-172</inkml:trace>
  <inkml:trace contextRef="#ctx0" brushRef="#br0" timeOffset="90020.0375">12966 4507 880,'0'0'86,"0"0"-30,0 75 35,0-47-4,0-3-46,11-8-25,8-4-4,5-9-4,4-4-1,3 0 1,2-17-6,-2-5 0,1-5-2,-11-3 2,-2-4 2,-8-2-4,-9-4 4,-2 5-4,-2 6 0,-21 14-7,-8 11 6,-5 4-5,-4 11-18,4 13 6,5 4-19,7 0-53,9-2-15,5-8-133,4-8-339</inkml:trace>
  <inkml:trace contextRef="#ctx0" brushRef="#br0" timeOffset="90219.9312">13290 4128 1021,'0'0'18,"0"0"-10,0 0 4,0 85-10,0-56-2,1-7-54,7-6-56,1-10-236</inkml:trace>
  <inkml:trace contextRef="#ctx0" brushRef="#br0" timeOffset="90759.9004">13642 4466 92,'0'0'468,"0"0"-366,0 0-65,0 0 64,42-86-13,-31 56-13,-6 1 2,-5 0-18,-2 3-10,-17 6 15,-6 10-26,-3 10 3,-7 6-19,-1 27-5,4 18-8,8 18 9,13 10-3,11 2-9,0-2-4,9-6-4,7-12-13,-3-12-27,-6-12-34,0-16-66,-5-12-204</inkml:trace>
  <inkml:trace contextRef="#ctx0" brushRef="#br0" timeOffset="91409.9917">13366 4645 865,'0'0'95,"0"0"-84,0 0-9,0 0-4,136 3-8,-60-2-67,3-1-73,1-4 22,-6-13 83,-13-4 43,-14 0-1,-15-1 2,-19 1-15,-11 2 16,-2 1 83,-12 5 36,-17 8-30,-3 5-4,-6 10 24,1 17 3,7 7-40,6 3-21,12 1-15,5-2-20,7-6-9,0-6-6,9-7-1,7-9 3,5-8-6,0 0-16,3-8-42,-2-13-20,-1-3-35,-3-3 5,0-3-43,-6 4 12,0 6 52,-6 6 90,-5 12 48,-1 2 67,0 17 27,0 14-54,5 7-25,1 2 14,5-1-50,6-4-18,4-9-1,4-9 1,6-10 2,5-7-1,3-9-7,0-18 0,-3-10-3,-2-6-18,-11-2 11,-9-4 3,-6-2 3,-8-5 1,0 5 4,0 10 6,0 15 41,-2 16 19,-1 10-33,2 19-36,-2 16 2,1 13 5,2 3-3,0 3-5,0-5 0,0 1-40,0-8-29,-7-7-27,-2-9-68,0-12-138</inkml:trace>
  <inkml:trace contextRef="#ctx0" brushRef="#br0" timeOffset="92209.8831">14272 4636 472,'0'0'181,"0"0"-181,108-74-80,-69 43 80,-3-3 65,-6 0 3,-8-2 30,-10 1 14,-5 6-42,-7 8-54,0 11 12,0 10 15,-14 1-19,-3 26-21,-4 10 33,2 9 26,4 2-36,0-1 2,6-6-6,6-6-6,3-7 3,0-10-16,2-5 2,10-10-5,4-3-22,6-4-16,-2-15-56,5-3 14,-4 1 37,-4 7 15,-3 5 28,-5 9 15,-1 0 12,1 7 13,0 13-7,3 4 5,6 0-3,1-4-33,5-3 4,9-6-4,8-5 1,4-6 0,0 0-3,-3-11-3,-6-11 0,-8-1-9,-7-1 1,-8-1-1,-7 0-5,-6-4-4,0 3 16,-1 3 5,-13 9 17,-2 8 2,-1 6 11,-3 5-13,-4 19 26,1 5-11,2 5 1,5 2-6,7-6-19,8-1 5,1-6-11,0-5 0,14 1 7,9-5-6,5-2-3,5-8 5,-3-4-5,4-8-10,3-17-8,-2 0 11,-4-4-3,-6-6 4,-7 3-9,-3-5-14,-3 2 20,-3 3 7,0 6 2,-3 11 0,-5 10 2,-1 5 9,0 3-1,0 17-1,0 6 0,-1 2 4,-4 0-5,4-4-7,1-4-1,0-5 0,0-5-11,0-4-17,6-4-45,2-2-57,2 0-153</inkml:trace>
  <inkml:trace contextRef="#ctx0" brushRef="#br0" timeOffset="92444.1298">15387 4158 833,'0'0'191,"0"0"-120,0 0 10,0 0-27,0 0-15,0 0-17,-40 84-20,40-60-2,0-6-19,0-4-43,15-9-39,0-5-65,3 0-251</inkml:trace>
  <inkml:trace contextRef="#ctx0" brushRef="#br0" timeOffset="92559.8567">15528 4161 753,'0'0'203,"0"0"-95,0 0 5,0 0-69,6 82-36,-15-41-8,1-2-120,-2-1-155</inkml:trace>
  <inkml:trace contextRef="#ctx0" brushRef="#br0" timeOffset="92969.8624">15813 4323 1001,'0'0'83,"0"0"-69,0 0 57,0 0-24,0 0-19,0 0-16,91 62 9,-63-2 2,-3 6-8,-4 5-12,-9-1 7,-10-2-2,-2-10-2,-14-9-2,-13-12-4,-2-12-23,-1-12-55,1-13-110,13 0-238</inkml:trace>
  <inkml:trace contextRef="#ctx0" brushRef="#br0" timeOffset="93150.0248">16279 4399 187,'0'0'1022,"0"0"-998,0 0 22,0 0-2,0 0-44,0 0-26,14-29-162,-14 37-234</inkml:trace>
  <inkml:trace contextRef="#ctx0" brushRef="#br0" timeOffset="93301.6866">16341 4775 1122,'0'0'38,"-54"131"9,26-62 19,-1 6-66,1-1-12,-2-3-185</inkml:trace>
  <inkml:trace contextRef="#ctx0" brushRef="#br0" timeOffset="95039.8287">6212 16865 775,'0'0'100,"0"0"-42,0 0-1,-94-17-14,84 17-10,7 0-12,3 0 5,1 0-5,26 4-20,25 6 7,18-3 2,23-2-1,10-5-2,9 0-7,-1-5 0,-6-10 0,-9-2-33,-18 0 3,-24 2-10,-23 3 11,-20 2 26,-11 2 3,0 1 8,-16-5 8,-7 1-4,-5-3-7,-2-1-5,0-2 3,0-3-2,-1-1-1,1-1 8,-1-3-4,-2 2 4,-7 1 10,1 4 0,-3 5 13,-1 5-12,6 3 6,10 5 5,13 0-15,10 0 0,4 0-4,3 0-11,22 0-1,11 12 1,15 3 4,10 6-1,9 0-3,5 5 1,2 4-1,-5 3 3,-14 9-2,-21 7 1,-16 11 5,-18 11 2,-3 5-1,-33 0 3,-17-1-9,-16-3-2,-1-6-2,3-6-57,7-11-49,18-9-13,14-11-91,12-8-457</inkml:trace>
  <inkml:trace contextRef="#ctx0" brushRef="#br0" timeOffset="96159.9053">23907 13448 1013,'0'0'4,"0"0"9,0 0 38,0 0-23,0 0-3,-78 101-2,76-57 2,2-2-12,2-2-4,19-8-1,13-9-7,9-13-1,9-10-7,4-9-16,-2-21-45,-7-7-29,-14-9 24,-13-1 40,-16-7 24,-4 0 9,-13 2 7,-20 11 19,-8 14-3,-6 16-4,-1 11-13,0 12-6,8 23 2,5 9 2,15 8-4,14-2-28,6-7-148,18-11-258</inkml:trace>
  <inkml:trace contextRef="#ctx0" brushRef="#br0" timeOffset="96380.0938">24496 13287 834,'0'0'205,"0"0"-147,0 0-9,-63 87 3,33-21-25,6 9-24,3 6-3,7 0-4,6-3-31,5-10-55,3-16-67,2-19-294</inkml:trace>
  <inkml:trace contextRef="#ctx0" brushRef="#br0" timeOffset="96790.2088">24685 13580 511,'0'0'378,"-12"110"-322,-1-42-45,1 1 4,5-5-11,0-7-4,0-8-11,0-10-14,-1-9-7,1-12-23,1-13 5,1-5-27,5-13 42,0-19-27,0-8 7,0-11 55,8-10 13,4-5 63,5-3-8,3-2-29,10 9-22,5 13-12,6 13-4,4 19-1,-1 16 0,-8 1 0,-9 15 6,-15 10 76,-12 1 12,0 1-30,-18-3-11,-12-1 2,-8-2-3,-4-3-34,-5-1-18,-2 2-14,3-3-90,9 3-147,5-2-365</inkml:trace>
  <inkml:trace contextRef="#ctx0" brushRef="#br0" timeOffset="97819.8306">19711 5227 230,'0'0'0</inkml:trace>
  <inkml:trace contextRef="#ctx0" brushRef="#br0" timeOffset="99104.0376">17070 5104 589,'0'0'40,"0"0"-39,0 0 3,0 0 25,0 0-8,96-47 4,-51 33 28,10-3 9,18-1 4,22-1-24,26 1 17,22 6-25,25 12 8,23 0-24,19 33-4,21 23-9,17 20-2,10 18 24,10 16-7,-3 8-10,-4 8 0,-8 8 26,-8 12 9,-6 8-9,-11 9-11,-7 5-21,-9 1-4,-10 5-9,-4 8 4,-3 0-5,-9 4 3,-6 1 1,-8-8 5,-12 0-10,-5 0 7,-9 2 2,-7-2 2,-6 2 0,-11-8 0,-11 2-9,-10-4-12,-11 4 8,-8-3 5,-2-1 8,-2 0 0,-4-8 5,0 1-4,-4 1 1,-2 1 1,-4-1-2,-7 2 1,-9-5 2,-8-3 0,-4-3-1,-6-4 8,-2 2-1,1-7-4,1-5 0,1-6-4,3-8 9,-3-2-5,1-5-3,-3-2 3,-3-2-4,1-1-1,1-6 0,1-4-2,0-7 1,1-8 0,2-7 0,-1-5 1,-1-8 0,-5-7 1,-8-10 0,-6-10-2,-6-6 0,-4-10-4,-1-7 4,0-6-1,0-5 1,0-6 0,0-2-1,0-2 1,0 0 6,-1 0-5,-2 0 0,1-6-1,1-1 0,-1-2-14,2 0-27,-1-4-28,-5-1-44,-1-3-87,-4-1-138,-5-2-198</inkml:trace>
  <inkml:trace contextRef="#ctx0" brushRef="#br0" timeOffset="99440.0898">24432 13218 730,'0'0'189,"0"0"-78,-100-21 15,91 21-37,9 24-51,0 12-15,18 10 0,20 3-11,15-1-5,12-2-6,13-3-1,8-11-9,10-9-4,5-16-17,5-7-24,-1-12-5,-8-16 24,-12-11 17,-17-7 17,-19-6 0,-19-4-12,-18 6 13,-12 10 36,0 14 22,-9 19 12,-16 7-24,-6 35-14,-4 22 4,-2 18-16,4 8-14,5 3-6,2-7-13,3-10-76,3-12-199,5-13-435</inkml:trace>
  <inkml:trace contextRef="#ctx0" brushRef="#br0" timeOffset="102650.0532">9291 9413 979,'0'0'11,"14"-97"1,4 49 76,0 1-22,-2 7-14,-10 6-17,-6 8-9,0 12 2,-14 8-5,-12 6-11,-6 6-12,1 18 3,4 7-3,11 10-3,14 9 2,2 8 0,30 7 1,15 3-1,7-7-1,5-6-13,-8-13 12,-9-7 3,-17-5 0,-20-4-3,-5-1-6,-37-3 9,-19 0 0,-9-5 0,-4-7 0,11-7 0,18-3-9,12-6-5,14-18-28,13-12-47,3-7-81,19-9-16,11-2-59,7 5-20</inkml:trace>
  <inkml:trace contextRef="#ctx0" brushRef="#br0" timeOffset="102919.8965">9436 9420 345,'33'0'79,"-6"29"-58,-5 10 59,-1 6 103,-4 3-82,-1-1-38,-1-5-4,1-5-13,1-8 6,2-9-11,5-9-18,4-9-12,5-2-6,3-14 4,1-19 6,2-8-3,-6-5 1,-6-5 13,-16-2-17,-11-2-4,-4 5 1,-30 5-4,-5 14-1,-9 18-1,-1 13-18,4 14-6,11 18-18,13 5-29,11 1-24,10-2-73,0-8-107</inkml:trace>
  <inkml:trace contextRef="#ctx0" brushRef="#br0" timeOffset="103160.0285">10125 9416 103,'0'0'929,"0"78"-910,0-12 15,3 14 38,5 9-53,-2-1-8,6-5-7,-6-7-4,-3-12 0,0-8-11,-2-13-56,-1-18 20,0-15-52,0-10-55,0-21-66,-1-19-59</inkml:trace>
  <inkml:trace contextRef="#ctx0" brushRef="#br0" timeOffset="103363.2432">10128 9862 302,'-14'-79'156,"5"-1"-120,4-2-34,5 7 0,3 11-2,24 15-4,9 18 4,10 18 24,3 13 30,3 11 20,-7 21 52,-8 5-1,-19 6-60,-15 2-6,-3-1 3,-19-3-27,-18-4-13,-4-5-22,2-7-10,8-9-59,15-13-74,14-3-251</inkml:trace>
  <inkml:trace contextRef="#ctx0" brushRef="#br0" timeOffset="103643.7385">10992 9174 1052,'0'0'35,"0"0"-18,0 0 40,-110 39 19,80 15-43,-1 20-16,5 11 5,7 5-5,8-2-3,6-8-12,5-11-1,3-11 0,17-14-2,10-13-9,5-13-37,12-7-65,10-9-22,5-2 90,3-16-73,-13-19-600</inkml:trace>
  <inkml:trace contextRef="#ctx0" brushRef="#br0" timeOffset="103851.9856">11328 8972 1043,'0'0'17,"0"0"-10,0 0-5,0 0 5,-9 87-2,9-54-5,0-8-6,9-10-61,4-6-125,4-9-224</inkml:trace>
  <inkml:trace contextRef="#ctx0" brushRef="#br0" timeOffset="104004.211">11492 8931 839,'0'0'109,"0"0"-87,0 0 60,5 83-18,-5-35-57,0 1-7,-3-1-44,-5-8-130,-1-6-550</inkml:trace>
  <inkml:trace contextRef="#ctx0" brushRef="#br0" timeOffset="104319.9548">11886 9264 929,'0'0'42,"0"0"-23,0 0 8,0 0-10,-6 77 10,12-12 14,-3 4-16,-3-1-8,0-4-7,0-7-6,0-6 0,0-10-4,0-11-24,1-15-87,16-12-140,5-3-287</inkml:trace>
  <inkml:trace contextRef="#ctx0" brushRef="#br0" timeOffset="104496.1443">12137 9364 901,'0'0'29,"0"0"26,0 0-9,20 74 24,-15-17-37,-1 5-21,-1-1-10,-3-8-2,0-5-19,0-5-46,0-13-86,-7-11-149,-8-9-156</inkml:trace>
  <inkml:trace contextRef="#ctx0" brushRef="#br0" timeOffset="105005.5338">11992 9732 402,'0'0'387,"0"0"-304,0 0-7,-14-76-27,28 56-31,14-2-18,12-2-1,5-3-41,7 2-34,1-1-64,-1 2-20,-5 4 26,-9 6-32,-10 6 68,-11 8 68,-7 0 30,-4 10 39,-3 12 133,-3 6-25,0 4 27,3 0-52,2 0-38,5-5-37,0-5-10,4-4-8,7-8-17,1-8-1,5-2-1,1-2-8,1-18 3,-1-4-5,-6-3 1,-4-1-3,-7-2 4,-8-2-2,-3-2 0,0 0-2,-12 6 1,-6 8 2,0 10-1,-6 8 6,0 2-5,-3 15 5,2 13 20,4 10 17,0 6 1,5 1-8,7 2-6,7-5-18,2-5-4,8-8-5,16-8-2,7-7-1,5-8 0,4-6-8,2 0-51,-2-3-43,2-11-19,-5-3-136,-4-1-232</inkml:trace>
  <inkml:trace contextRef="#ctx0" brushRef="#br0" timeOffset="105289.9672">12923 9265 840,'0'0'23,"0"0"36,0 0 32,0 0-23,0 0-37,0 0 5,15 18 11,-15 45-15,0 4-12,0 1-4,0-7-10,0-8-4,0-8-2,0-11 0,9-9-36,4-12-77,7-11-35,0-2-141,3-8-276</inkml:trace>
  <inkml:trace contextRef="#ctx0" brushRef="#br0" timeOffset="105490.1883">13143 9241 639,'0'0'110,"0"0"-19,0 0 25,0 0-25,0 0-71,0 0 27,2 113-4,-2-47-30,3-5-10,5-6-3,6-11 0,1-9-48,9-13-46,3-9-46,1-13-113,2 0-199</inkml:trace>
  <inkml:trace contextRef="#ctx0" brushRef="#br0" timeOffset="105801.9174">13463 9409 765,'0'0'150,"0"0"-76,0 0 56,-8 100-51,4-58-39,4-5-8,0-4-16,12-10-7,10-4 2,2-9-4,4-9-1,2-1 2,-1-7-6,1-16 0,-2-4-2,-3-7 2,-4-5-2,-9 0 1,-6-2-1,-6 2 0,0 9 0,-12 10-3,-15 13-9,-4 7 4,-3 4-8,-1 14-13,4 7-26,4-1-52,5-3-55,5-3-220</inkml:trace>
  <inkml:trace contextRef="#ctx0" brushRef="#br0" timeOffset="107390.1954">14512 9409 385,'0'0'163,"0"0"7,41-78-27,-35 51-54,-6 2-21,0 3-17,-4 3-5,-15 5 19,-7 10-23,-8 4-28,-11 14-11,-4 26 0,0 17 8,11 11-5,16 4 1,15-5-1,7-14-3,10-12-1,21-16-2,14-15-7,9-10-11,4-16-41,-4-18-37,-7-12-11,-11 0 33,-10-4 56,-11 4 18,-10 6 28,-3 12 5,-2 11 6,0 17-3,0 5 1,0 27-33,-3 17 1,-1 10 0,2 10 3,1 5-5,1 5-3,-3-1 1,0-1 2,-2-3 6,-4-11-2,-4-8-6,-2-10-1,-8-16 5,1-12-5,-5-16 14,3-1-4,0-20-3,7-15-5,8-13-2,9-12-18,0-13-16,9-9-19,16-4-48,6 3-53,4 8-39,3 13 63,1 15 93,-2 15 37,-1 18 70,-6 14-30,-8 5 72,-5 24-15,-5 10-3,-5 5 1,2-1-37,3-7-19,0-5-12,6-10 4,1-8-16,5-10-6,0-3-2,4-11-2,-2-15-5,-4-6-2,-2-5-2,-7-3 2,-7-3 2,-6-4-1,-6-2 1,-17 4 0,-6 9-2,-7 18 2,-3 18-2,0 10 1,2 25 1,4 12-1,5 2 4,9-2-3,13-6 0,6-8-47,6-8-68,22-14-97,3-8-146</inkml:trace>
  <inkml:trace contextRef="#ctx0" brushRef="#br0" timeOffset="107650.0383">15165 9028 830,'0'0'106,"0"0"-51,0 0 68,0 0-15,0 0-82,0 0 0,-7 116-1,2-37-6,4 4-17,1-4-2,0-8 1,10-15-1,13-12-2,3-13-20,6-10-28,2-11-61,0-9-30,-1-1-118,-1-8-114</inkml:trace>
  <inkml:trace contextRef="#ctx0" brushRef="#br0" timeOffset="108094.5409">15598 9336 512,'0'0'132,"0"0"-23,0 0 36,0 0-37,0 0-32,-34-73-32,2 70-7,-4 3 2,-1 5-19,0 20 0,4 15 1,6 9-7,9 4-8,11-1 2,7-8-5,0-9 0,12-11-1,12-7-2,2-10-1,4-7-5,5 0-26,-1-17-26,0-10-10,-1-5 10,-8-8 16,-4-6 28,-7-8 8,-7-8-4,-7-6-3,0-3 5,0-1 8,-10 2 2,-1 10 17,-2 11 20,5 21 15,1 18-6,-1 10-5,-2 28-31,0 23 2,2 17 8,3 7-15,5-1-3,0-4-4,0-10 0,10-10-3,3-13 2,2-13-38,0-12-63,4-10-64,2-2-235</inkml:trace>
  <inkml:trace contextRef="#ctx0" brushRef="#br0" timeOffset="108290.2095">15832 8833 910,'0'0'21,"0"0"16,0 0 33,2 96-37,-2-63-24,0-3-8,0-9-2,0-8-3,9-8-59,2-5-31,3-3-110,1-15-169</inkml:trace>
  <inkml:trace contextRef="#ctx0" brushRef="#br0" timeOffset="108415.4027">15937 8861 389,'0'0'224,"0"0"-95,0 0 11,0 0-42,0 0-63,0 0 7,16 63-14,-24-14-20,4 0-8,2-2-28,2-6-92,0-7-117</inkml:trace>
  <inkml:trace contextRef="#ctx0" brushRef="#br0" timeOffset="108690.0358">16235 8864 851,'0'0'180,"0"0"-180,0 0 0,0 0 15,88 92-7,-66-38-8,-7 6 3,-9 8 11,-6 4-3,-9-3-2,-22-1 5,-6-10-6,-5-13-5,-3-10-1,6-12-1,6-9-1,8-10-23,6-4-72,11-7-162</inkml:trace>
  <inkml:trace contextRef="#ctx0" brushRef="#br0" timeOffset="108860.0518">16517 8868 251,'0'0'527,"0"0"-527,0 0-269,0 0-216</inkml:trace>
  <inkml:trace contextRef="#ctx0" brushRef="#br0" timeOffset="109040.2526">16663 9367 1245,'0'0'1,"-75"109"24,35-49 20,1-1-34,2 2-11,1-3-166,2-2-492</inkml:trace>
  <inkml:trace contextRef="#ctx0" brushRef="#br0" timeOffset="112014.2297">6546 8125 344,'0'0'232,"0"0"-176,59-94-26,-12 40 46,20-7-14,17-5 13,10-1-14,3 9-14,-11 18-4,-17 19-14,-18 19-29,-26 2 0,-22 27-38,-3 8 26,-33 8-7,-8 1-60,-6-1-103,-2-4-80,-2-3-201</inkml:trace>
  <inkml:trace contextRef="#ctx0" brushRef="#br0" timeOffset="112230.0656">6697 8140 516,'0'0'90,"0"0"-48,0 0 48,0 0-11,0 0-32,97-63-34,-54 28-6,5-4-7,-5 1-2,-1 2 0,-9 6-5,-14 8-50,-14 6-69,-5 12-64,-24 4-82</inkml:trace>
  <inkml:trace contextRef="#ctx0" brushRef="#br0" timeOffset="112406.2073">6600 8280 151,'0'0'98,"88"-62"-36,-24 18 3,14-8-11,4-7 88,16-6-21,-4 3-62,-10 8-59,-14 12-19,-30 13-362</inkml:trace>
  <inkml:trace contextRef="#ctx0" brushRef="#br0" timeOffset="112590.2401">6628 8064 828,'93'-65'0,"31"-12"-1,28-6 1,16 5 59,-8 17-59,-24 22-9,-35 22-362</inkml:trace>
  <inkml:trace contextRef="#ctx0" brushRef="#br0" timeOffset="113886.3612">11453 16462 203,'0'0'46,"0"0"-32,0 0-2,22-81-1,-11 60 3,1 0 5,-3 4 25,-3 1-18,-2 1 17,2 0-8,-1-2-29,-2-5-6,6-2-59,-5-5-56,2-3 7,-1-1-72</inkml:trace>
  <inkml:trace contextRef="#ctx0" brushRef="#br0" timeOffset="113949.986">11562 15948 79,'0'0'0,"0"0"-43,-31-89 41</inkml:trace>
  <inkml:trace contextRef="#ctx0" brushRef="#br0" timeOffset="115461.3603">11340 17499 387,'0'0'214,"0"0"-127,0 0 13,0 0 8,0 0-68,0 0-9,13-33-2,-5 18 9,-4-2-11,-1-1-7,-3-4-7,0 1-5,0-3 1,-9 0-2,-7 4 1,2 6 8,-5 6 2,1 6 0,-1 2 9,1 10-18,3 17-7,3 11 4,3 9-6,6 5 5,3 5-2,0-1-3,0-1 0,6-4 0,4-5 0,1-6-21,-4-8 6,-2-5-35,-1-7-34,-4-6-4,0-4-33,-12-7-100,-3-3-120</inkml:trace>
  <inkml:trace contextRef="#ctx0" brushRef="#br0" timeOffset="115641.927">11065 17723 623,'0'0'153,"0"0"-60,0 0-17,0 0-55,0 0-9,82-42-6,-40 29-3,3 0-3,0 5-16,-4 2-130,-3 5-269</inkml:trace>
  <inkml:trace contextRef="#ctx0" brushRef="#br0" timeOffset="116013.725">11792 17726 723,'0'0'110,"0"0"-90,0 0 25,0 0-7,0 0-23,0 0-8,7 0 1,-7 0 11,-1 0-6,-13 0-4,0 0-4,1 0-3,2 0-2,5-2-1,3-5 1,3-1-17,0 3 10,1-1-7,8 2 7,1 4-8,-2 0-9,0 0-54,0 0-138,0-3-252</inkml:trace>
  <inkml:trace contextRef="#ctx0" brushRef="#br0" timeOffset="116969.7792">12795 17598 574,'0'0'163,"0"0"-84,0 0-1,0 0-39,0 0-24,0 0-2,-5-26 5,-7 18-7,-4 2 13,-5-1-6,-8 4 4,-2 3 7,-3 0-7,-1 13 10,5 8-7,7 9-3,5 5-8,9 6-3,9 1-4,0-2-3,1-9 1,13-6-4,7-8-1,1-8-1,2-8 0,0-1-24,4-14 7,1-13 10,-1-5-8,-3-9 8,-3 1-3,-2-4-4,-4 1 7,-5-4-5,1-3-1,-8-4 10,-1-4 1,-3 2 3,0 6 0,0 11 1,0 19 3,0 14 12,0 6 9,-3 23-4,-1 22-11,-4 16 9,5 11-9,3 0 7,0-2-4,0-9-6,15-7 0,3-14-4,6-9-3,1-11-1,5-11-8,3-9-7,0-4-11,-2-19-8,-4-6 7,-5-1-1,-7-6 24,-7-1 5,-1 5 0,-5 2 11,-2 9 5,0 7 7,0 11-2,0 3 13,0 14-20,-3 19-2,-3 5 11,1 4-15,5-2-2,0-5-4,0-12-2,5-6-8,10-7-23,-2-7-50,2-3-45,-4-3-204,-5-16-339</inkml:trace>
  <inkml:trace contextRef="#ctx0" brushRef="#br0" timeOffset="117122.2884">13084 17255 704,'0'0'72,"0"0"11,0 0-42,0 0-41,0 0-2,0 0-67,13 89-199</inkml:trace>
  <inkml:trace contextRef="#ctx0" brushRef="#br0" timeOffset="117469.9713">13378 17317 956,'0'0'34,"0"0"-10,0 0 13,0 0-17,0 0-19,-56 87 3,62-61-4,10-1-1,1 2-2,0 0 3,-2 0 0,-3-1 0,-6 3 0,-2-3 6,-4-2 3,0-1 10,-10-7 21,-10-2-18,-5-3-6,-2-5-10,-1-4-4,4-2-2,6 0-4,6 0-22,8-9-39,4-7-46,0 2-182,7-3-226</inkml:trace>
  <inkml:trace contextRef="#ctx0" brushRef="#br0" timeOffset="117692.0932">13652 17540 940,'0'0'82,"0"0"-20,-32 120 9,24-61-36,5 3-23,3 6-8,0-6-4,6-11-19,9-9-89,-5-18 58,-2-10-71,-5-5-146,-2-9 14,-1 0 46</inkml:trace>
  <inkml:trace contextRef="#ctx0" brushRef="#br0" timeOffset="117919.9916">13657 17684 106,'0'0'55,"34"-119"17,-11 73 15,3 19-6,1 17 18,-2 10 47,-5 14-24,-4 19 28,-11 6-56,-5 8-20,0 2 0,-22-2-24,-4-5-17,-7-4-11,-4-7-22,6-7-2,4-8-33,12-9-63,7-7-94,8 0-307</inkml:trace>
  <inkml:trace contextRef="#ctx0" brushRef="#br0" timeOffset="118163.8457">14051 17197 982,'0'0'71,"0"0"10,0 0-19,-9 83 7,0-21-41,-2 5-21,5-4-7,2-5 0,4-9-2,0-5-30,4-9-40,22-6 8,8-11 1,3-10-53,-1-8-151,-2 0-244</inkml:trace>
  <inkml:trace contextRef="#ctx0" brushRef="#br0" timeOffset="118951.9136">14391 17544 630,'0'0'180,"0"0"-55,0 0-50,0 0-13,0 0-6,0 0-23,-76-29-16,47 54 14,-2 9 13,6 0-14,2-1-8,10 0-6,5-6-8,5-5-5,3-9 2,0-8-5,11-5-6,7 0-12,4-8 5,2-16-29,1-1-9,-1-8-14,-3 2 7,-3 2 36,-1-3 20,-4 6 2,-6 5 0,-4 5 6,0 9 11,-3 7 14,0 3-9,0 18 18,0 11 16,0 2-34,0 3-10,3-3-8,12-6-4,3-7-2,9-7-14,1-10-23,2-4-14,-1-1-24,-1-20-12,-1-6 1,-5-3-24,-4-2 64,-3-2 48,-5 2 49,-4 5 35,-1 7-55,-5 12 12,0 8 27,0 1-10,0 22-4,-3 8 9,-6 7-31,4-4-3,4-2-21,1-2-6,4-6-2,17-7-3,6-9-3,6-8-21,0 0-44,2-19-13,-2-10 33,-1-2 8,-9-1 23,-6-1 20,-5 2 0,-9 5 11,-2 3-1,-1 10 25,0 9 7,0 4-14,0 7-16,-4 16-9,-5 6 3,2 8 2,-3 0-2,2 3-5,-3 2-1,-2-2-1,-2 3 0,1-7 2,-2-2-1,1-1 28,-3-10 17,0-1-11,-1-5 14,0-10-27,3-1-11,2-5-10,8-1-25,6 0-55,0-4-65,14-10-235</inkml:trace>
  <inkml:trace contextRef="#ctx0" brushRef="#br0" timeOffset="119171.6173">15213 17604 1266,'0'0'35,"0"0"-6,0 0 18,89-26-47,-44 12-33,0-2-43,-8-3-127,-12-4-360</inkml:trace>
  <inkml:trace contextRef="#ctx0" brushRef="#br0" timeOffset="119952.0813">15932 17359 468,'0'0'153,"0"0"-34,0 0 0,0 0-20,0 0-45,0 0-23,-109-41 7,64 70 4,2 4 7,4 10-10,11-1-14,10-2-7,12-5-15,6-7 1,9-11-4,21-8-23,7-9-13,8-3-17,-2-19-14,-1-3 24,-5 0 25,-5-4 10,-6 2 8,-6 6 0,-7 5 0,-4 9 1,-3 7 0,-3 8 1,1 20 6,-4 9 9,0 12-7,0 11-6,0 7-2,0 9 65,0 2-26,0-3-25,0-5-11,-14-7-5,-3-7 1,-5-12 0,-5-12 9,-6-14 26,-4-15-5,-3-3-9,1-18-14,6-16-5,9-11-3,15-13-4,9-5-22,5-8-13,26 3-26,10 3-58,8 8-39,4 3-105,2 8-97</inkml:trace>
  <inkml:trace contextRef="#ctx0" brushRef="#br0" timeOffset="120230.0713">16133 17499 277,'0'0'191,"0"0"-56,0 0 47,0 0-62,9 86-56,-9-56-13,0-4-4,12-6-17,3-7-18,4-6-6,3-7-3,3 0-3,2-10-5,0-13-25,-4-2-1,-6-3 8,-5-2 11,-9-1 2,-3 3 5,0-3 4,-17 4 1,-2 8 1,-7 7 1,1 12 4,-2 3-4,1 22-2,0 6 0,4 3 0,2 0 0,10-7-37,7-4-114,3-11-126,3-7-57</inkml:trace>
  <inkml:trace contextRef="#ctx0" brushRef="#br0" timeOffset="120454.9933">16472 17168 781,'0'0'90,"0"0"11,0 91 8,-9-40-65,2 2-37,4-2-7,3-4-25,0-8-39,10-8 8,7-4-41,3-11-154,4-6-138</inkml:trace>
  <inkml:trace contextRef="#ctx0" brushRef="#br0" timeOffset="120900.3497">16836 17331 672,'0'0'171,"0"0"-32,0 0-99,-86-44 12,54 44-30,1 16-2,1 14 12,2 6 8,4 8-15,6 2-8,8 0-15,8-6 1,2-6-1,3-8 0,15-8-2,4-10-5,4-8-20,5 0 3,3-14-15,0-14-9,2-3-1,-7-8 5,-7-4 6,-7-7 19,-7-10 16,-4-6-2,-2-6 3,-2 0 3,1 7 22,2 11 6,-2 19 26,-1 20-26,0 15 26,0 14-32,-4 22-4,-8 15 3,1 9-14,3 7-6,6 1-4,2-7-3,0-5-24,2-14 0,9-12-43,5-9-22,-3-11-87,2-8-337</inkml:trace>
  <inkml:trace contextRef="#ctx0" brushRef="#br0" timeOffset="121150.148">17127 17139 871,'0'0'107,"0"0"-29,0 0 30,-83 52-41,63-11-39,2 7-3,6 5-7,5-3-14,3-6 0,4-10-4,0-5 0,10-4-9,9-9-19,8-5-35,4-5-41,1-6-84,1 0-263</inkml:trace>
  <inkml:trace contextRef="#ctx0" brushRef="#br0" timeOffset="121429.8463">17386 17112 561,'0'0'98,"0"0"-13,0 0-23,0 0-5,0 0-3,0 0-9,81 87 3,-72-44 1,-6 6 23,-3 4-11,0-1-19,-21-6-23,-4-10 1,-3-5-12,-4-7-6,2-5-2,7-3-11,4-6-37,9-9-105,9-1-172</inkml:trace>
  <inkml:trace contextRef="#ctx0" brushRef="#br0" timeOffset="121607.358">17814 17050 902,'0'0'31,"0"0"-31,0 0 0,0 0-214</inkml:trace>
  <inkml:trace contextRef="#ctx0" brushRef="#br0" timeOffset="121802.3392">17639 17526 1239,'0'0'83,"-58"78"-9,35-37-4,8 8-46,5-9-24,5-1-20,2-6-88,3-7-199</inkml:trace>
  <inkml:trace contextRef="#ctx0" brushRef="#br0" timeOffset="123013.8001">7874 17909 817,'0'0'114,"0"0"-63,0 0 28,0 0 9,0 0-29,0 0-35,-37-23-17,50 18-2,-2 5 9,-4 0 10,-1 25 17,-5 15 22,-1 12-5,0 6-28,0-1-8,-3-10-14,3-8-4,0-12-4,3-12-5,13-9-15,1-6-17,-2 0-31,2-7 18,-7-6 5,-2 2 16,-3 4 26,-5 5 3,0 2 5,0 6 22,0 14-3,-1 5-5,-5 5-6,-3 4-6,2-5-3,-5 2-2,0-1 0,-3-2 3,-6-1 7,-3-2 15,-6-1-5,-4-3-1,-3-1-7,2-4-10,7-6-4,7-6-24,12-4-73,9-11-107,0-13-301</inkml:trace>
  <inkml:trace contextRef="#ctx0" brushRef="#br0" timeOffset="123604.7655">8487 18120 641,'0'0'180,"0"0"-73,0 0-6,0 0-12,0 0-3,36 82 3,-36-29-30,-3-2 4,-7-5-27,8-7-15,2-10-17,6-9-4,20-13-2,2-7-11,2-3-13,0-17 2,-8 0-6,-7 7 17,-5 3 13,-10 10 1,0 0 4,0 27 37,-10 15-16,-4 7-9,1 1-7,4-2-4,6-7-5,3-7-1,0-5-10,0-8 5,0-1 2,-9-3 3,-4-3 0,-10 0 15,-7 0-4,-8 2-7,-6-5 0,1-1-4,-6-1-40,-6-8-220</inkml:trace>
  <inkml:trace contextRef="#ctx0" brushRef="#br0" timeOffset="160393.9531">15448 2587 625,'0'0'155,"0"0"-116,0 0-14,0-95 27,0 66-27,0 3 17,0 2 43,0 1-66,-5 3-8,-6 5 7,1 5 63,1 6-64,-2 4-17,4 3-3,-1 26-5,0 17 2,6 15 0,2 8 4,0 1-1,2-5-1,8-12-5,-4-3-41,-3-8-40,-3-7-29,0-7-146,-5-9-57</inkml:trace>
  <inkml:trace contextRef="#ctx0" brushRef="#br0" timeOffset="160569.9436">15155 2774 512,'0'0'1,"0"0"7,91-4 25,-44-3-15,6-4-16,8-7-2,9-9-15,6-5-37,3-5-63,-6 0-136</inkml:trace>
  <inkml:trace contextRef="#ctx0" brushRef="#br0" timeOffset="162170.237">15801 2458 370,'0'0'136,"0"0"-60,-108 56 64,71-11-20,4 8-60,12 0-15,9-5-21,11-8-8,1-9-8,15-9-5,7-9 0,5-7 0,0-6-1,0 0 5,-2-16-5,-3-6 0,-5-3-2,-6-5-7,-3 0 2,-5-2 4,-3-3 0,0 5 2,0 4 0,0 9 4,-1 13 6,1 4 2,0 19-13,0 13-6,12 6 6,5-1 4,0-7-4,5-7 1,4-8 1,3-11 0,7-4-1,5-10 1,0-20 1,-5-9 1,-5-7 2,-11-3-6,-8-2 1,-11 2 0,-1 1 6,-3 3 14,-11 12 1,2 12 29,4 17-22,5 5-22,0 33-7,3 20-5,0 14 5,0 5 0,0-4-1,10-7 0,0-14-2,-1-8-19,-2-11-44,-4-8-10,-3-6 0,0-11-30,0-4-115,-15-9 27,-2-15 94,-3-4 100,1-1 37,5 0 20,6 5 70,8 2-52,0 2 10,14 1-43,10-3-30,4-5-8,5-7 1,3-5-2,3-5 2,-2 0-3,-5 5 7,-9 6-7,-8 8 1,-9 11 27,-5 7 48,-1 7 5,0 0-56,0 17-27,0 16 0,0 16 2,0 10 14,0 1-10,10-1-4,6-10 3,-1-8-1,1-9 9,-2-8 6,-4-8 4,-4-6-20,-5-9-3,1-1 4,-2-7 9,0-16-13,0-8-44,3-7 8,-2-6 7,4-3 15,1 4 14,6 14-1,3 17 0,9 12 0,-1 14 1,1 18 11,-3 3 6,-3 0-8,-1-7-4,-1-7-3,2-4-2,1-10 0,5-7-19,4 0-50,-1-8-56,0-12-107,-7-6 39,-1 0 56,-7-4-3,-6-1 140,-6 2 94,0 5 23,0 8 22,0 10 46,0 6 12,0 9-131,-1 18-54,1 5 51,0 2-6,0-6-28,4-7 6,8-8-23,4-6-1,2-4 8,0-3 3,1-5-8,2-14-4,-2-8-8,-3-4-2,-6-3 1,-3-1-1,-7-1-12,0 0-7,-11 2 17,-12 6 1,-5 7 1,-1 13 0,2 8 6,2 9-3,1 25-1,3 13 1,5 8 3,7 5 1,9-3-1,0-10-2,9-5-2,18-12-2,3-7 1,6-10 4,6-10-1,4-3-2,0-17 3,0-17-5,-9-8-3,-5-8-26,-8-6-13,-12-3 24,-9 2 6,-3 10 8,0 15 4,0 15 2,0 12 17,0 5 27,0 11-46,0 15-3,0 13 3,0-1 8,5-3-2,6-4-6,3-10 2,3-7-2,4-8 0,0-6-2,3-7 1,1-16-42,-3-6-8,-5-5 28,-4-1 16,-7-1 5,-4 6 2,-2 10 0,0 6 6,0 14 43,0 1-36,0 26-4,1 15-8,5 13 16,9 6-12,8-2 1,8-6-6,4-9-30,0-11-12,-1-12-214,-2-10-564</inkml:trace>
  <inkml:trace contextRef="#ctx0" brushRef="#br0" timeOffset="162690.9518">18151 2081 812,'0'0'86,"0"0"-27,0 0 9,-84 57 10,52-8-23,6 12-16,6 7-9,11 3-13,9 0-11,0-6 2,16-9-7,15-12-1,10-13-6,13-11-73,6-14-44,4-6-90,1-6-458</inkml:trace>
  <inkml:trace contextRef="#ctx0" brushRef="#br0" timeOffset="162950.3957">18731 2106 971,'0'0'0,"0"0"-3,113-22 3,-56 22 28,2 18 23,0 21-18,-13 14 8,-12 16-27,-20 14 1,-14 12-13,-39 3-2,-27 1-83,-14-10-306</inkml:trace>
  <inkml:trace contextRef="#ctx0" brushRef="#br0" timeOffset="166721.8353">18389 2255 667,'0'0'144,"0"0"-46,0 0-6,0 0-45,0 0-36,0 0-9,0 79 20,5-37 23,9-1-21,5-5-9,4-3-9,3-10-6,2-8 2,0-9 1,-1-6 1,-1-7-1,-2-17-3,-5-6-35,-5-2-19,-7-2-5,-7 1 41,0 1-8,-4 2 17,-7 3 7,3 9 3,1 7-1,4 10 8,3 1-8,0 22-5,0 15 5,4 9 8,7 5 12,-2-3-14,3-4-2,-3-9-1,-2-11 1,-2-8 11,-2-11-3,-2-5-3,-1 0-1,0-4 15,0-20-1,0-7-22,0-7-5,0-6-26,3-5 16,8-2-8,4 0 1,8 8 1,9 13-2,5 17 14,5 13 5,-3 11 4,-4 21 8,-6 5 2,-7 5 17,-10-2-17,-7-1-4,-5-4-4,0-4 0,-12-3-2,-12-10-63,-8-6-114,1-11-290</inkml:trace>
  <inkml:trace contextRef="#ctx0" brushRef="#br0" timeOffset="166961.7333">18482 1977 592,'0'0'19,"0"0"-8,0 0 131,3 80-51,-3-63-41,-5-6-25,-8-5 8,-2-5 0,1-1 6,-2 0-13,4-15-17,2-6-7,4-3-2,6-5-43,0 3-34,4 3-70,19 6-134</inkml:trace>
  <inkml:trace contextRef="#ctx0" brushRef="#br0" timeOffset="167298.9173">19138 1980 929,'0'0'7,"0"0"3,0 0 53,0 0-28,0 0-28,0 0 0,-10 114 41,8-45 13,2 5-15,0-3-1,0 0-19,18-11-13,5-7-1,5-14-9,2-15 0,4-14-3,2-10-1,-2-7-49,-3-23-68,-6-8-110,-11-3-235</inkml:trace>
  <inkml:trace contextRef="#ctx0" brushRef="#br0" timeOffset="167476.3349">19076 2271 919,'0'0'71,"0"0"-10,0 0 45,0 0-33,0 0-36,0 0-26,10 2-11,30-22-5,18-5-80,11-2-110,13 2-50,11 4-241</inkml:trace>
  <inkml:trace contextRef="#ctx0" brushRef="#br0" timeOffset="167949.8193">20220 2174 996,'0'0'9,"0"0"-5,0 0 11,0 0 68,0 0-28,0 0-24,-46-69-11,19 69-12,-5 18-8,-2 14 4,3 7 8,6 4-4,11 1 3,8-4-10,6-8 0,1-3-2,22-12-6,7-10 1,3-7-34,0 0-29,0-17 8,-5-8-10,-3-1 11,-6-5 11,-5 0 37,-7 0 11,-6 1 1,-1 7 18,0 9 31,0 10 4,0 4 6,0 7-36,0 21-22,10 11 21,5 3-3,7-4-13,6-3-5,5-5 2,5-7-3,3-7-10,-2-9-70,-2-7-119,-5 0-153</inkml:trace>
  <inkml:trace contextRef="#ctx0" brushRef="#br0" timeOffset="168169.9042">20622 1947 854,'0'0'19,"0"0"-8,0 0 85,108 85-33,-70-36-16,-6 9-16,-11 2 25,-12 5-35,-9 1-8,-12-4-13,-21 1-64,-7-8-40,-5-6-202,2-7-201</inkml:trace>
  <inkml:trace contextRef="#ctx0" brushRef="#br0" timeOffset="168795.9029">18649 1330 1027,'0'0'0,"0"0"-2,0 0 2,0 0 15,-97 10-15,74 31 0,4 9-2,15-1 2,4-2-3,23-8 3,15-5 4,5-4-4,2-8 0,-11-4-4,-10-3 4,-15-4-1,-9 0-36,-5 1 18,-24 0 7,-13-4-3,-1-3-52,5-5-87,14-7-106</inkml:trace>
  <inkml:trace contextRef="#ctx0" brushRef="#br0" timeOffset="168960.2826">18744 1260 315,'0'0'384,"0"0"-316,0 0-11,84 110 15,-62-42-48,-7 1-5,-9-5-10,-4-7-8,-2-8-1,-5-6-58,-17-10-131,-4-8-107</inkml:trace>
  <inkml:trace contextRef="#ctx0" brushRef="#br0" timeOffset="169649.9188">18743 1676 512,'0'0'26,"0"0"-5,0 0 63,91-53-23,-54 29-13,6-6-36,0-5-5,-5-2 3,-10-2-10,-11 0 0,-11 7 6,-6 8 4,0 11 21,0 13 12,-6 7-32,-2 27-7,2 11-4,3 7 8,3-6-4,0-10-3,3-9 3,9-10-1,4-7-2,3-7 1,3-3-1,0-3-1,-1-15-16,-3-7-50,-4-1 0,-3-1 29,-6 1-17,-2 5 45,-3 6 9,1 9 19,4 6-6,0 3-10,3 22-3,1 7 47,3 0-29,5-5-7,2-6 25,2-10-27,1-5 1,4-6-1,-1 0 4,-2-11-10,-1-11-3,-3-3-22,-5-2-9,-8-1-19,-6-3-16,0 2 46,0 4 18,-2 8 2,-1 16 15,3 2-15,0 29-13,0 8 13,0 2 29,0-4-16,0-8-8,0-9 1,2-6 2,1-8 19,-2-5-11,1 0 1,-2-4-17,0-14-21,0-5-112,0-5-49,0-5-1,-6-5 55,-2-8-10,0-1 138,1 6 80,7 13 18,0 14-10,0 14-11,0 3-68,7 20 5,-2 10 23,0 0-25,-5-4-12,0-3-59</inkml:trace>
  <inkml:trace contextRef="#ctx0" brushRef="#br0" timeOffset="170140.1203">19544 1298 337,'0'0'79,"0"0"-56,13 83 47,-11-56-17,-2-3-32,1-4 4,-1-10-9,0-3-10,0-7-6,0 0 8,0-2-8,0-14-56,0-6-18,4-2 11,2 4 42,1 4 21,-1 7 15,3 8 31,4 1-16,1 0 13,3 7 19,0 1-10,-2-4-17,-3-1-2,-5-3-11,-1 0 1,-2-1-3,-2-8-13,-2 1-7,0 2-3,0 4-4,0 2 5,0 0-15,0 22-91,0 17 53,17 16 27,3 9 26,4 2 2,-3 0-64,0-2-38,-3-7 98,-5-11 4,-5-9 38,-8-10 10,0-11-32,0-9-11,-5-7-5,4-5-131</inkml:trace>
  <inkml:trace contextRef="#ctx0" brushRef="#br0" timeOffset="170662.0965">20288 1325 891,'0'0'36,"0"0"-33,0 77-3,0-40 40,0-3 16,0-6-37,0-5 11,0-9-16,0-6-5,0-6 4,0-2-3,0 0 9,0-14-19,0-10-7,0-6-45,0-6 0,5 0 33,9 6 12,2 9 7,3 13-5,1 8 5,2 3-1,-1 19 1,-3 3 12,-2 2 1,-4-2-3,-3-7 3,0-4-6,-6-6 5,-2-5-11,-1-3 1,0 0 10,0-2-8,-1-12-4,-4-8-32,5-5-9,0-6-1,0-1-2,9 2 12,8 7 32,10 12 6,4 13-6,5 0 4,3 28 15,-8 12 22,-10 8-29,-12 4-8,-9 0-4,0-1-6,-20 0-45,-6 0-175,-6 4-325</inkml:trace>
  <inkml:trace contextRef="#ctx0" brushRef="#br0" timeOffset="172070.6895">17776 2840 860,'0'0'14,"0"0"34,0 0 33,0 0 15,0 0-17,0 0-27,-22-56-23,19 56-17,1 19-12,1 16-1,1 7 1,0 2 0,6-6 0,10-7 0,0-9 0,-4-6-6,-3-5-13,-2-3-20,-7-2-34,0 1-3,-8 1 28,-16 2 32,1 2-17,1 2 19,6 3 9,10 3 5,4 5 1,2 5 20,2 3 8,13 4 4,-2 1-25,0-1-8,-2 1 0,-8-1-72,-3 0-233</inkml:trace>
  <inkml:trace contextRef="#ctx0" brushRef="#br0" timeOffset="172452.0943">17916 3869 1068,'0'0'3,"0"0"-2,0 0 87,47 80-39,-25-44-29,0-3-6,-2-3-3,-4-8-7,-4-5 1,0-5-5,-3-2-13,5 2-4,3 8-3,5 6 16,0 7 3,1 13-12,0 3 13,-5 5 13,-3 1 3,-8-4 16,-5-2-24,-2-3 0,0-2 5,-17-2-3,-10-2-2,-10-3-8,-6-6-17,-4-8 15,0-9-136,0-13-252</inkml:trace>
  <inkml:trace contextRef="#ctx0" brushRef="#br0" timeOffset="174090.0634">11301 2687 580,'0'0'42,"0"0"-20,0 0 59,0 0-39,0 0 19,0 0-18,0 0-15,82 67 4,-64-55-4,1-8-6,1-4 2,2-3-8,5-28-7,3-20-9,4-15-8,7-9-60,3-1-25,0 2-81,-1 7-81</inkml:trace>
  <inkml:trace contextRef="#ctx0" brushRef="#br0" timeOffset="175272.2295">19866 1119 567,'0'0'267,"0"0"-217,0 0 34,0 0 5,0 0-65,0 0-22,9 2 14,15 11 3,4-3 13,2-7 0,2-3-10,4-21 0,1-23-12,6-15-10,0-12-8,0-4-76,-2 3-40,-7 12-26,-9 14-162</inkml:trace>
  <inkml:trace contextRef="#ctx0" brushRef="#br0" timeOffset="183689.9383">8850 2891 739,'0'0'63,"0"0"-35,0 0 52,0 0-24,0 0-48,57-83-2,-20 42-2,9-9 5,-1-2-9,1 0 0,-6 4 1,-5 11-1,-13 11 0,-10 13-2,-12 12-30,0 1-26,-20 12-2,-12 20 5,-8 14-96,-5 3 34,-1 2 40,4-7 29,6-9 48,6-7 7,11-7 68,7-8-9,9-9 3,3-4-7,4-1-16,20-19-17,7-11-10,10-8-9,1-6-6,1-5-4,-6 5-4,-4 8-8,-11 14 12,-14 18 0,-8 8-9,-21 36-99,-21 20 97,-13 13-12,-3 2-66,4-6 57,8-11-33,13-10-101</inkml:trace>
  <inkml:trace contextRef="#ctx0" brushRef="#br0" timeOffset="184659.8784">16298 2046 977,'0'0'27,"0"0"-21,0 0 41,0 0 1,0 0-48,64-105-1,-18 65-4,2-1 5,-7 7 0,-11 11 0,-16 12 1,-13 10 1,-1 1 1,-20 18 18,-19 15-11,-15 12-3,-2-1 1,0-2 8,10-12-1,16-10 2,13-10-4,14-8-9,3-2-1,9-9 2,23-16-5,15-12-4,9-4-13,2-2-14,-1 3-9,-7 6 8,-9 7-7,-10 13-9,-12 11-57,-17 3-228</inkml:trace>
  <inkml:trace contextRef="#ctx0" brushRef="#br0" timeOffset="186520.1201">13085 3168 863,'0'0'66,"0"0"-27,0 0 13,0 0 15,0 0-22,0 0-33,5 1-9,44-1-3,26 0 7,26-7 4,22-13 5,12-8-11,3-5 4,-10-2-6,-10 3-3,-18 2 0,-20 6-16,-20 8-19,-21 4 6,-15 5 2,-17 6-7,-7 1 2,0 0 13,-7 0 17,-13 0 1,-2 0 1,-4-3 0,3-2 1,-1-2 0,3-1-2,-3-4 1,-1 3 0,-2-2 1,0 1 0,2 1 2,2 2 5,4 2 15,5 2-3,7 1 8,4 1 10,3 1-17,5 0-21,21 0-1,23 1 1,19 2 0,12-3 1,8 0 1,-6 0-1,-4 0 2,-16 2-2,-17 8-1,-15 6-1,-22 11-6,-8 13 7,-32 7 4,-25 9 3,-19 0-7,-7-5-30,4-6-32,7-7-24,11-11-151,9-10-232</inkml:trace>
  <inkml:trace contextRef="#ctx0" brushRef="#br0" timeOffset="188370.1796">12947 1761 690,'0'0'89,"0"0"-32,0 0 37,0 0-35,0 0-35,0 0-13,5 12-9,17 17 24,3 6 31,-3 0-33,-2-2 7,-1-8-17,-8-7-5,-3-6 3,-3-6-5,-5-4 1,0-2 4,0 0-2,0-7 1,0-18-11,-12-12-17,5-7-22,-1-3-2,3-3 5,4 2 7,1 7 18,0 11 10,1 14-1,23 13-7,9 3 7,9 22 2,-3 11 31,-1 4 15,-12-4-18,-7-5-12,-8-6 9,-1-9-16,-5-7-5,-4-3 1,-1-3-2,0 0-1,0-7-2,0-15-30,0-11-42,0-5 32,0-3-1,0 4 11,5 14 5,5 15 21,5 8 3,2 29 1,3 7 33,6 3 9,2-5-16,5-5-1,1-11-11,2-9-1,-2-9 3,1 0-7,-1-26-4,0-8 3,-4-8-8,-6-5-7,-8-5-2,-10-1-10,-6-3 0,0 8-3,-19 6 12,-1 16 10,1 14 2,0 12 11,-1 16-13,3 28 0,1 17 0,7 10 22,9 1 20,0-10-37,16-14 1,12-13-6,5-13-3,9-15 3,7-7 6,7-16-6,5-22-18,1-17-86,-9-11 17,-12-9 27,-18-1 17,-15 2 40,-8 5 3,-2 12 0,-11 14 22,3 15 16,2 21 8,7 7-4,1 26-28,0 19-7,0 8 28,0 3-21,6 2-12,0-2 6,-5-2-8,-1-9-1,0-8-20,0-10-17,-10-10-6,-7-12-19,-1-5-32,1-2-23,1-22 50,8-3 23,6 0 26,2-3 19,13 4 44,14 0-10,8-2-30,2 0-4,-1-3-50,0-3-38,-3 0-2,-4 0 67,-5 6 15,-6 6-6,-9 5 14,-6 11 75,-3 6 5,0 8 14,0 22 3,0 9 62,3 7-83,3-1-26,3-3-1,0-7-14,1-8-22,4-10-8,-1-11-5,3-6-2,1-14-59,1-15-24,-2-5-20,-2 1-12,-5 0 8,-2 6 33,-2 9 76,3 8 8,-1 10 71,2 0-50,4 10 45,-3 7 4,4-2-29,2-2-2,2-4-20,2-8-8,2-1-9,0 0 3,-2-13-5,1-2-6,-8-1-2,-4 0-1,-3-2-11,-5 4 4,-1 4 8,0 5 3,0 5 5,0 0 17,2 15-16,1 8 25,1 1 2,4-5-16,7 0 1,4-9-4,7-7-2,5-3 0,2-6-3,4-18-6,-1-4-2,-5-3 1,-7 0-5,-11 1 5,-11 3-2,-2 2 1,-9 4 7,-13 5-7,-7 11-4,-1 5-6,-2 1 0,-3 20-9,5 6-67,5 1-38,10 1-83,9-7-417</inkml:trace>
  <inkml:trace contextRef="#ctx0" brushRef="#br0" timeOffset="188799.7858">15263 1094 943,'0'0'43,"0"0"-31,-111-3 46,82 21-19,7 10-7,10 7-19,7 5-5,5-1-6,0-5 4,11-10 3,10-8-6,6-9 4,4-7 4,0-12-6,2-17-5,-3-11-20,-3-6-31,-8-4 15,-4 0 21,-12-1 1,-3-3 3,-9-1-14,-16-1 21,-4 2 4,3 12 30,3 12 29,8 16 2,4 14-34,5 6-27,1 26-11,4 16 2,1 7 6,0 3-28,15 0-59,8-8 3,4-7-65,0-9-115</inkml:trace>
  <inkml:trace contextRef="#ctx0" brushRef="#br0" timeOffset="189159.9572">15813 951 695,'0'0'69,"0"0"-61,-2 95 39,6-67 58,13-6-57,5-8-30,4-8 9,2-6 7,-2 0-10,2-22-11,-3-10-4,-3-4-9,-6-4-28,-9-1 24,-7 2-1,-4-4 1,-19 7-6,-7 4 10,-3 14 7,-4 14-5,1 4-2,-1 15 1,0 17-2,4 4 0,8 4-1,8-1-13,14-5-162,3-8-374</inkml:trace>
  <inkml:trace contextRef="#ctx0" brushRef="#br0" timeOffset="191638.0751">16585 1292 1045,'0'0'15,"0"0"-9,0 0 11,103-23 6,-10-2-3,25-3-10,9-6 4,2-1-14,-9-3 1,-19 3-4,-16 6-29,-27 10-55,-26 10-54,-26 9-119,-8 0 23</inkml:trace>
  <inkml:trace contextRef="#ctx0" brushRef="#br0" timeOffset="191806.3115">16629 1487 789,'0'0'109,"0"0"-87,0 0 27,0 0 55,161 33-45,-45-65-59,22-10-15,15-8-83,3-6-75,-12-6-188</inkml:trace>
  <inkml:trace contextRef="#ctx0" brushRef="#br0" timeOffset="192870.0685">19990 655 264,'0'0'315,"0"0"-180,0 0-35,0 0-20,0 0-23,0 0-42,27-2-13,22 2-2,18-1 1,20-5 2,8-4-1,8-4 3,-1-2-3,-11 0-2,-14-1-31,-22 1-140,-26-1-169</inkml:trace>
  <inkml:trace contextRef="#ctx0" brushRef="#br0" timeOffset="193101.3538">20463 396 562,'0'0'152,"0"0"-152,0 0 4,113 23-4,-34 5 35,7 0-10,-3 3 14,-7 6 4,-15-2-10,-19 5 7,-17 4-21,-25 1-13,-10 1 18,-32-2 0,-13-4-9,0-8-15,1-5-24,13-9-34,16-9-152,17-9-183</inkml:trace>
  <inkml:trace contextRef="#ctx0" brushRef="#br0" timeOffset="194900.0207">23538 263 1131,'0'0'24,"0"0"-8,0 74-16,2-19 54,8 1-38,-3-1-13,1-8-2,-5-6-1,-3-12-28,0-6-91,-11-8-46,-12-11-296</inkml:trace>
  <inkml:trace contextRef="#ctx0" brushRef="#br0" timeOffset="195182.8104">23248 618 917,'0'0'70,"0"0"-20,0 0 2,0 0-23,84-28-26,-32 8-3,7-4-40,2-2 0,-2-3 3,-2-8-10,-5 0 1,-12 5 26,-7 9 1,-9 15 19,-9 8 18,-5 14 39,-2 20 8,-4 15 24,0 6-7,-1 1-30,0-6-24,1-9-8,2-6-7,-2-9-12,1-8-1,-1-6-13,-1-8-86,-1-4-100,-1-4-195</inkml:trace>
  <inkml:trace contextRef="#ctx0" brushRef="#br0" timeOffset="195330.1658">23854 283 997,'0'0'51,"0"0"-25,0 0 31,0 0-57,0 0-30,0 0-93,14-8-219</inkml:trace>
  <inkml:trace contextRef="#ctx0" brushRef="#br0" timeOffset="196001.7908">24129 461 648,'0'0'253,"-3"75"-185,-3-37 28,3-6 36,1-5-55,1-7-37,1-8-18,0-6-12,0-6-8,0 0-2,0 0 10,0-11-10,0-10-18,0-6-21,7-5-11,10-4 15,-2 5 27,2 6 5,-3 11-2,2 13 0,-2 1-2,2 14 7,-2 12 14,-3 4 13,-2 1-4,-4-3 6,-2-4-14,2-4 3,-4-6-5,2-4 0,-1-6-5,-2-4-4,2 0 0,0 0-4,5-16-14,5-7-36,5-6-23,2-4-13,2-3 11,0 5 39,4 10-16,-4 13 11,3 8 25,1 7 16,-7 15 48,3 6 11,0-2 6,6-1-6,6-7-17,9-5-9,8-7-4,5-6-16,1 0-9,-3-13-4,-7-6-1,-10-5-19,-10-6-18,-14 2-17,-11-3-12,-1-2 44,-19 5 15,-15 7 8,-10 13 0,-3 8 8,3 16 18,8 18 36,8 7-24,10-2 0,9 1-9,9-9-18,0-7 4,6-6-4,15-5-11,7-3-3,13-1-38,17-2-43,8 0 23,4-6-243</inkml:trace>
  <inkml:trace contextRef="#ctx0" brushRef="#br0" timeOffset="196412.3077">25507 526 1177,'0'0'9,"0"0"16,9 86 0,-4-22 35,-4 8-21,-1 4 4,0 0 0,0-6-28,0-6-10,0-14 3,0-15-8,0-14-4,0-17-33,0-4-53,0-21 8,0-16-83,0-9 13,-12-9 1,2-4 53,1-5 72,4-4 26,5-1 19,0 0 28,18 3-19,15 6 6,12 11-34,6 18-8,7 18-2,-1 13-7,-7 26 17,-11 9 8,-12 7 43,-14-2 30,-11-1 14,-2 1-24,-28-5 13,-17-4-35,-10-4-42,-1-8-7,15-7-103,14-5-55,18-7-318</inkml:trace>
  <inkml:trace contextRef="#ctx0" brushRef="#br0" timeOffset="196723.7559">25974 705 522,'0'0'324,"0"0"-276,30 85 41,-12-65 26,6-9-18,6-7-25,5-4-29,4-5-34,3-17-7,0-6-2,-6-4-2,-8-4-2,-7 0-1,-11-2-18,-10 0 5,0 2 12,-9 8 0,-13 8 2,-6 10-2,-4 10 1,-5 5 2,-3 17-1,3 7 0,4-1 4,7-2-1,11 0-68,9-6-119,6-3-184</inkml:trace>
  <inkml:trace contextRef="#ctx0" brushRef="#br0" timeOffset="196969.8076">26500 344 1029,'0'0'42,"0"0"30,0 0 14,0 0-40,0 0-36,4 96 9,-8-33-1,-4 0-10,4-7-4,2-5-2,2-9-2,0-8-1,8-10-18,12-13-38,7-8-131,6-3-181</inkml:trace>
  <inkml:trace contextRef="#ctx0" brushRef="#br0" timeOffset="197391.8091">26764 680 734,'0'0'130,"0"0"-69,-10 75 35,12-60-28,16-8-24,12-7-8,10 0-9,3-19-25,3-4-2,-2-5-13,-7 1 0,-5-1 9,-10 1 4,-10 4 1,-3 6 14,-8 8 9,-1 6 11,0 3-14,0 10-21,-9 22-10,-6 15 10,-2 13 2,8 12 1,7 11 1,2 5 5,0 1-6,8 0 0,-4-6-1,-2-11 1,-2-15 7,0-23-4,-14-18-4,-10-16-1,-9-4 2,-2-23 2,2-8-1,9-8-1,13-7-2,11-8-1,0-10-30,24-4-33,16-1-96,10 4-90,7 8-310</inkml:trace>
  <inkml:trace contextRef="#ctx0" brushRef="#br0" timeOffset="198189.8642">27375 656 797,'0'0'99,"0"0"-90,0 0 92,0 85-3,0-52-35,-4 0-31,1-5 9,-3-5-19,3-8-1,0-7-17,3-3 4,0-5-4,0 0-4,0-5-13,0-11-33,1-9-57,11-4 11,0 1 64,3 1 4,-5 6 24,0 5 11,-4 11 23,1 5 2,-1 1-21,4 16 40,4 3-1,1-1-27,4-2-4,2-5-10,7-5 3,5-6-11,3-1-5,-5-1-19,-4-15-48,-3-4-40,-5-2 9,-7 0-72,-4-1-68,-4 2 164,-4 5 74,0 11 43,0 5 89,0 0-66,-4 19-5,-7 9 53,4 5-45,4-2 10,3-4-49,0-4-2,15-6-9,10-5-3,7-6-16,2-6-14,3 0-60,-1-6 0,-3-8-28,-5-3-50,-7-3 10,0 2 101,-6-2 36,-3 5 5,-6 5 70,-5 4 94,-1 6-25,0 4-89,-4 19-32,-11 6 66,1 6-22,5-5-18,6 0-5,3-4-17,2-5-6,19-6 13,10-7-8,8-8-11,3 0-8,1-7-2,3-11-14,-4-3-3,-8-3 13,-5-4 1,-13 0-2,-10-6 5,-6 3 1,0 1 2,-14 7-1,-9 11 6,-9 7-8,-1 5 0,-6 2-1,3 16-1,6 4 0,7 6-26,13 1-96,10 1-43,8 0 17,21-7-112,11-6-11</inkml:trace>
  <inkml:trace contextRef="#ctx0" brushRef="#br0" timeOffset="198976.0365">28457 873 430,'0'0'186,"0"0"-25,0 0-59,66-100-21,-59 69-17,-1 3-10,-3 4 35,-3 10-27,0 7-16,0 5-17,0 2-22,0 0-7,-9 4-8,-3 15 5,1 0 1,1 0 2,6-2 2,2-7-2,2-3-2,0-4-6,11-3-23,13 0-6,5 0-62,4-13-20,0-5-50,-1-1-103,-7-1 29,-3 3 36,-5 1 191,-6 4 16,-5 5 154,-4 6 29,-2 1 38,-2 7-151,-8 15 11,-2 8 21,6 4-57,6-2-17,2-1 1,17-5-17,9-8-5,8-8-7,1-6-3,8-4-55,-3 0-65,-5-14-67,-2-3 60,-10-3 75,-7-1 27,-9 3 28,-3 3 58,-2 5 112,-1 5 42,0 5-116,1 13-65,1 22-12,1 18 76,2 10-36,-1 6-21,0 2-25,-5-1-6,-2-2-6,0-6 8,0-11-4,0-15 9,0-13-1,0-14-11,0-9-1,-3-6-2,-9-21-4,0-12-35,-1-11 15,1-6 9,4-4-13,8 1 16,0 0 10,17 2 3,19 2 4,10 1-1,6 2-3,0 13-8,2 15-7,-7 16-9,-6 8 7,-10 22 14,-13 12-6,-15 6 9,-3-1 17,-19-2 34,-17-4-20,-10-8-11,-2-6-11,3-4-9,11-8-30,10-6-87,15-1-9,9-4-262</inkml:trace>
  <inkml:trace contextRef="#ctx0" brushRef="#br0" timeOffset="199459.9606">29597 510 896,'0'0'40,"0"0"3,0 0-14,-8 92 89,1-35-70,-1 5-5,5-2-6,3-6-11,-1-10 11,-2-13-20,3-11-11,0-10-4,0-8 0,0-2-2,0 0-3,16-11-21,5-9-19,5-2-14,0 0-70,0 4 62,-5 9 55,0 9-2,-5 0 5,-4 12 7,-3 10 21,3 0 6,0-1 12,2-5-4,2-7-19,3-3-5,4-6-2,2 0-9,3 0-3,-1-11-32,-3-5 6,-5-2 13,1-1 4,-4 1 12,-3 4 2,-3 6 18,-5 4 32,-5 4-9,0 0-27,0 13-12,0 10 20,-2 1-11,-5 0-5,1-4 2,3-6-10,0-4-37,2-8-73,-2-2-78,3 0-382</inkml:trace>
  <inkml:trace contextRef="#ctx0" brushRef="#br0" timeOffset="199599.8474">30075 636 840,'0'0'103,"0"0"-84,0 0-19,0 0-16,0 0-174,0 0-27,0 0-66</inkml:trace>
  <inkml:trace contextRef="#ctx0" brushRef="#br0" timeOffset="199850.0737">30277 663 413,'0'0'189,"0"0"-128,0 0 61,0 0-42,0 0-21,0 0-27,-52 11-20,49 16 10,1 4 4,2 2 2,0-3 1,0-4 4,0-3-5,2-4-24,-2-5 4,0-2-6,0-4-2,0-4 0,0-1 0,-2-1 0,-5-2-33,-1 0-87,7 0-159</inkml:trace>
  <inkml:trace contextRef="#ctx0" brushRef="#br0" timeOffset="200379.9297">30495 837 903,'0'0'16,"0"0"36,0 0 43,0 0-7,-22 86-30,20-61-12,1-1-17,1-8-12,0-5-9,0-7-6,0-4 0,0 0 4,0 0-1,0-11-5,0-9-34,8-3-1,3 1-4,4-1 22,1 3 5,3 2 5,-2 5 7,-2 5 9,-2 8-6,-2 0-2,1 8 0,-5 12 7,-2 1-2,-4 2 14,-1-2-8,0-4-1,0-4 1,0-6 0,0-4-6,0-3 0,0 0 1,-3-2 3,-1-11-10,2-5-10,2-3-18,0 1-31,12 0 6,12 2-6,4 3 33,5 4 11,3 8 15,-3 3 4,-8 3 6,-7 16 37,-12 6-1,-6 5-18,0 0-9,-3-2-14,-9-1-5,0-6-18,-1-3-165,-1-2-445</inkml:trace>
  <inkml:trace contextRef="#ctx0" brushRef="#br0" timeOffset="205710.044">12241 3808 787,'0'0'0,"0"0"0,0 0 7,68 74 38,-48-53 4,-1-6-21,-5-3-6,4-5-8,-8-6 11,2-1 10,-3 0-3,2-13 5,3-19-1,6-19-21,8-18-9,11-13-4,6-11 0,5-5 1,3 5-3,-3 9-6,-1 22-48,-7 18-78,-4 19-367</inkml:trace>
  <inkml:trace contextRef="#ctx0" brushRef="#br0" timeOffset="207190.07">16572 3351 569,'0'0'27,"0"0"8,0 0 55,0 0 15,0 0-49,0 0-30,-7-18-19,13 18 5,11 2 13,3 14 3,7 5 19,1 1-3,2-2-24,0-1-5,-2-6-8,-3-8 10,2-5 13,-1 0-1,4-22-11,4-22-1,0-20-17,2-18-7,0-13-43,-2-11-91,-4-7-83,-6 0-540</inkml:trace>
  <inkml:trace contextRef="#ctx0" brushRef="#br0" timeOffset="244382.4395">16162 811 825,'0'0'19,"0"0"37,19 79 1,10-38-41,4 3-5,-1-3 11,2-5-6,-8-4-10,-4-10 4,-6-7 16,-6-6 9,-4-5 5,-5-4 10,-1 0 0,0-10 6,0-18-34,0-10-14,0-8-4,0-7-4,0 3-1,5 0-5,2 8-4,3 8 5,1 11-4,4 12-1,1 10 3,4 1-4,2 11 1,1 8 6,0 3-4,-2-4 8,-1-2 0,-3-5 0,-3-4-1,2-6 2,-5-1-1,3 0 2,-4-7-1,0-11 3,0-5-1,-4-4-1,-3-3-2,-3-3-3,0-1-4,0 1 3,-10 3-4,-3 7 7,1 11-3,-3 12-2,0 0 3,-3 22 0,3 16-1,2 10 2,10 6 2,3-2 10,8-4-1,13-10-8,6-7 6,2-10-4,3-10 3,4-8-1,6-3 1,-2-8 12,2-19-12,-3-8-2,-10-7-4,-9-5-5,-12-1-13,-8-2-29,0 1 7,-14 7 3,-1 8 12,2 14 14,5 13 6,1 7 5,-2 2 0,3 16 0,1 6-2,5 0 1,0-3 2,0-4-2,8-7 1,8-6 0,2-4 0,3 0 1,3-8 2,-3-4 0,3 7 2,-3 5-3,-1 4 2,1 22-1,2 6 5,-1 5 4,1-2-5,-1-4-7,-1-3 3,-1-8-3,-1-6-7,-2-7-77,-2-7-98,-1 0-370</inkml:trace>
  <inkml:trace contextRef="#ctx0" brushRef="#br0" timeOffset="244642.7841">17158 199 968,'0'0'152,"0"0"-15,0 0-90,0 0-38,0 134 14,17-61 7,4-1-12,1-6-1,5-7-14,1-7 1,4-10-4,2-11-11,2-10-31,-2-10-15,1-9-47,-4-2-53,-6-7-33,-6-16-233</inkml:trace>
  <inkml:trace contextRef="#ctx0" brushRef="#br0" timeOffset="244920.2192">17558 577 545,'0'0'139,"0"0"41,0 0-58,26 76-42,-16-53 14,2-5-40,1-7-21,5-7 0,0-4-6,2 0-3,2-14-2,-3-10-1,-2-4-1,-7-2-1,-7 1-11,-3-1-5,0 2 3,-9 0-5,-10 5 5,-1 6-6,0 10 0,-1 7-4,3 0-14,0 12-16,4 10-16,1 3-7,7 2-31,6-1-65,0-2-84,6-6-118</inkml:trace>
  <inkml:trace contextRef="#ctx0" brushRef="#br0" timeOffset="245742.9613">18031 415 856,'0'0'87,"0"0"7,0 0 41,-79-36-109,61 36-3,2 19 2,0 10-3,5 4-6,5 1-5,4-2-5,2-6-3,0-5 0,5-7-1,7-7-2,3-5 2,0-2 1,1-2 2,1-15-5,-3-4-20,-2-3-38,-2-3-28,-3-1-4,-4-1 27,-3 4 25,0 7 21,0 7 12,0 11 5,1 0 0,4 14-9,2 9 9,6 6 5,3-5-4,3-2 7,5-5-7,3-7 5,8 0-6,4-6 3,0-4 0,2 0 0,-5-11 4,-4-8 16,-6-3-1,-4 0 6,-8-1-15,-4-3-7,-9 4 1,-1-6-4,0-1 0,-11 1 1,-5 0-4,-3 10 0,-1 5 0,1 8 17,1 5 10,-3 3 1,2 20 7,-1 11-18,6 14-6,6 4 0,8-2-11,0-5 0,8-11 1,9-9 0,3-8-1,1-7 2,-2-8-1,1-2 4,0-4 6,3-21 6,-4-10 0,1-9-2,-8-10 4,-7-11-11,-5-9-1,0-7-3,-11-2-2,-6 21 3,-2 21 6,-2 20-1,4 21 41,4 0-1,4 0-23,2 0-6,4 0-14,-1 0-4,4 27-2,0 23-1,16 25 2,6 10-4,3 2-5,2-1-19,-4-7-77,-4-8-213</inkml:trace>
  <inkml:trace contextRef="#ctx0" brushRef="#br0" timeOffset="246290.1719">16147 1563 1005,'0'0'2,"0"0"16,0 0 15,94-100-19,-15 53 1,15-2 21,9 1-16,3 7 0,-2 3-11,-2 4-9,-13 8-6,-14 6-33,-24 10-84,-23 10-53,-22 0-183</inkml:trace>
  <inkml:trace contextRef="#ctx0" brushRef="#br0" timeOffset="246502.1948">16380 1644 597,'0'0'132,"0"0"-111,0 0 57,0 0-40,0 0-10,119-26 14,-41-12-17,13-8-18,7-7-7,0 4-7,-14 5-42,-18 12-341</inkml:trace>
  <inkml:trace contextRef="#ctx0" brushRef="#br0" timeOffset="246670.0162">16478 1621 871,'0'0'194,"0"0"-165,0 0 63,0 0-83,181-97-9,-45 31-4,19-7-66,10 0-91,-8 1-319</inkml:trace>
  <inkml:trace contextRef="#ctx0" brushRef="#br0" timeOffset="248691.4743">22832 1950 24,'0'0'986,"0"0"-891,0 0 8,-24-86-64,17 64-32,-2 6 1,0 3-2,-4 3-4,1 8 0,-5 2-2,-1 0-18,2 15-8,4 6 3,10 3 13,2 3 1,14 2-8,20 4-4,11-1 3,4 1 2,4 1 5,-7-1-11,-11 1 21,-12-1 0,-17-1 1,-6 4 0,-23-4 9,-18 2 9,-15-6 9,-3-7-25,-4-7 3,8-9-5,10-5 0,14-13-47,16-17-55,15-8-153,16-5-380</inkml:trace>
  <inkml:trace contextRef="#ctx0" brushRef="#br0" timeOffset="249760.2192">23325 1852 421,'0'0'551,"0"0"-398,-91-2-17,62 2-128,4 14-7,4 10 10,9 7 3,8 7-9,4 4-4,7-2 3,14-6-2,6-9-2,0-7 4,1-8-4,0-7-2,1-3-1,-3-3-20,-3-12-1,-4-5-22,-6-2-23,-5-3 11,-5 0 16,-3 2 20,0 3 21,0 4 2,-6 7 23,1 9 16,5 0 7,0 16-43,0 8-2,13 1 6,10-4 1,6-6 0,4-8-7,1-7-1,0 0 0,-2-12 2,-3-9-3,-8-4-42,-7-2-27,-8-3 3,-6 2 4,0 0 17,0 5 31,-8 8 14,4 7 34,4 8 27,0 12-39,0 16-5,6 7 27,3 2 18,3-2-15,-2-5-19,-1-5 23,1-5-14,-5-7-15,-2-6-15,0-4-3,-3-3 0,2 0 2,-2-13 6,0-11-12,0-10-12,0-5-17,0-4 6,1 4 3,5 8 0,6 12 3,4 15-6,8 4 15,4 11 8,2 17 8,-1 2 14,-4 1-13,-4-2 10,-5-7 8,-4-5-13,-6-6-7,-2-4-4,-4-2 0,0-5 0,0 0-3,0-9-3,0-13-12,0-9-30,0-8-10,0-3-24,0 1 25,0 10 0,2 16-11,12 14-13,3 1 78,2 19 6,1 6 38,3 4 10,-2-5-13,3-5-21,2-3 2,3-9 12,-1-6 4,2-1-7,0-3-5,-1-15-8,0-7-13,-5-8-1,-3-3-4,-11-1 0,-6-1-17,-4 1-20,0 3-8,-16 9 42,-3 11 3,1 12 5,-3 2-4,-1 27 3,4 10 36,0 8 3,7 2 1,8-2-14,3-4-21,3-10-7,20-6 1,8-6-4,9-9 1,9-6-29,5-4-101,6 0-69,3-6-610</inkml:trace>
  <inkml:trace contextRef="#ctx0" brushRef="#br0" timeOffset="250769.8985">24937 1662 997,'0'0'47,"0"0"95,0 0-124,0 0-7,0 0-11,47 107 70,-27-64-54,-4-3-13,-5-4 2,-5-10 12,-3-4-1,-1-11-7,-1-7-3,-1-4 2,0 0-1,0-20 18,0-13-25,0-13-42,0-4 22,0-4-10,0 3 12,0 6 2,6 11 5,11 13-20,3 13 5,3 8 19,2 15-3,2 15 10,-2 6 5,-1 0 15,-4-3 4,-4-4-1,-4-4 13,0-5-10,-5-3-12,6-3-4,-4-4-6,-1-7-2,0-3 2,-5-9 4,1-16-8,2-9-13,3-6-8,-1-2-25,1 2 26,5 11 16,0 11 1,1 14 3,-3 4 4,-2 11 0,4 17 13,-2 6 1,1 1-6,1-3-8,3-2-4,1-6 1,3-8 3,1-8-1,0-8-2,0 0-1,0-8 0,-1-15-1,2-5-6,-6-5-14,-2-3 13,-3-3 0,-7 0-2,-5-2 2,0 5 8,-6 3 0,-9 12 4,-3 15 23,-8 6-9,1 14-6,-3 22 3,4 7 1,9 10-2,3 2 1,11-2-10,1-7-1,0-9-2,16-8-2,4-14-2,8-9 2,5-6 0,8-6-6,7-19-21,4-8-17,0-5-7,-11-5-7,-11-4-149,-11-5-18,-10-5-31,-4 0 173,-5 3 83,0 13 299,0 15-47,0 16-75,-4 10-48,-3 2-66,0 28-44,1 16-7,3 12 22,3 6-15,0-4-14,0-6-5,11-6 0,0-8-11,-3-10-39,-5-7-5,-3-10-71,0-10-72,-11-3-262</inkml:trace>
  <inkml:trace contextRef="#ctx0" brushRef="#br0" timeOffset="251431.6937">25816 1714 455,'0'0'349,"0"0"-310,0 0 34,94-81-10,-65 54-41,0-5-13,0-1 6,-4-6 4,-3 3 1,-5 5-12,-7 8-6,-7 13 18,-1 9 14,-2 1 8,0 15-21,0 18-19,0 12 15,1 3 7,4-4-6,-1-4-9,1-11-4,-2-8 3,0-4 9,0-8-11,1-5-4,2-4-2,2 0-3,2-6-14,5-14-49,-2-4-71,4 2 48,-5 4 71,-1 8 18,-2 10 1,1 0 20,1 5 15,0 12-5,2-1 5,4-4-4,-1-5-4,5-5-13,1-2 1,2 0-3,-1-14-6,-4-3-3,-4-1-4,-3-1-9,-8 2-17,-2 3 10,-2 6 16,0 5 3,0 3 13,0 0-12,0 15-2,0 2 23,0 0 8,0-3-6,3-5-8,4-3-2,5-5-2,2-1-3,5 0 0,3-13-5,4-5 4,2-5 4,1-4 2,-6-2 5,-6-4-12,-11 4-9,-6 1 18,0 3-4,-12 10-6,-12 6-8,-6 8 2,-5 1-6,0 4 0,1 16-11,4 3-72,3 1-49,7 1-125,6-5-282</inkml:trace>
  <inkml:trace contextRef="#ctx0" brushRef="#br0" timeOffset="251873.6875">27174 1424 696,'0'0'398,"0"0"-398,0 0 0,-93-39 75,68 39-44,-2 17-11,-1 13-3,1 11-8,5 4-1,9 1-3,9-3-2,4-8-1,0-7 2,11-8-3,8-7 2,0-9 5,5-4 0,1-7 1,1-18-5,-2-11-4,-3-9-5,-7-8-27,-8-11-22,-4-2-33,-2 0 15,0 2 46,-10 10 26,1 11 30,1 13 65,4 14-50,2 13-8,2 3-37,0 29-2,0 16-17,2 16 18,11 11-43,6 2-163,1 1-376</inkml:trace>
  <inkml:trace contextRef="#ctx0" brushRef="#br0" timeOffset="253327.3241">27748 1485 985,'0'0'199,"0"0"-175,0 0-19,-10 115 7,22-67 41,4-6-9,-2-6-12,-5-9-17,-2-7 9,-6-8-9,-1-8-6,0-4 0,0 0 3,0-16-8,0-11-4,0-5-40,0-7-11,0-3 25,2-4 10,8 5-6,3 6-6,4 14-7,2 15-40,3 6 29,0 27 41,0 11 5,-1 3 15,3-1-5,4-7 11,4-4-9,4-8 20,4-6-4,-2-6-13,3-7 0,-4-2 6,-1 0 2,-7-11 5,-4-7-10,-6-5-1,-7-2-11,-3-3-2,-8-3-2,-1 1 9,-1 3 0,-17 3-2,-1 12-7,-4 7-1,-1 5 0,-4 20-1,3 14 2,4 4 9,7-2 5,7-6-12,4-6 1,3-6-1,0-6 0,9-6-1,6-5 2,4-1-2,3 0-3,-2-12-15,-2-4-30,-6-4-4,-3 2 8,-5 1 3,-2 4 9,-2 6 27,0 6 2,0 1 15,0 1-7,0 15 9,0 2 4,7-1-5,9-3-4,4-4 0,1-4-11,4-6 7,-1 0-6,-3 0-1,1-13-1,-4-4-19,-4-3-33,-4 1 18,-1 0 5,-5 1-3,-2 6 32,-2 7 2,0 3 28,0 2 8,0 10-19,0 11-6,0 8 22,0 0 8,0 0-12,0-7 4,0-5-15,0-5-8,1-5-2,-1-2-6,2-5-1,-2 0-1,2-2-2,-1-15-2,2-5-19,3-6-18,3-6-11,3-3 21,2 3-21,3 8 18,-2 10-6,3 13 25,-3 3 11,-5 10 2,1 17 20,-5 4 16,1 0 1,-4-2 0,0-3-16,0-7 16,-3-7-7,2-6-15,-1-3-13,1-3-2,1 0 11,1-5 0,3-11-11,1-9-19,3-3-36,0-5-7,0-3 0,-1 4 9,2 6 28,-4 15 3,-1 11 1,-1 3 0,-1 21 21,0 4 31,0-1 7,3-2 18,2-2-14,9-4-13,7-3-9,7-3 0,4-6-7,5-4-10,2-3-1,1 0-2,-2-14-9,-7-8 0,-8-5-10,-9-3-17,-9-6-21,-9 2 40,-1-4 13,-7 6 3,-17 8 0,-4 10 1,-2 14 11,3 7 14,2 22 0,4 12 3,4 4 2,10-1-9,7-4-9,0-9 6,6-9-3,12-6-7,3-6-8,9-6-1,14-4-63,12 0-139,12 0-315</inkml:trace>
  <inkml:trace contextRef="#ctx0" brushRef="#br0" timeOffset="254069.8732">29901 1541 1003,'0'0'71,"0"0"-19,-30 93 57,24-48-59,6-1-20,0-8-9,5-4-4,11-10-5,5-7-4,6-8 1,3-7 2,0 0-3,-1-16-8,-2-10-3,-7-5-10,-2-3-11,-6 1-8,-1 1 3,-2 7 21,1 10 7,1 10-5,0 5-5,2 10 10,4 13 2,-1 1 17,0-2-1,1-3 6,-2-5-5,-1-5-1,3-3 3,1-5-7,-2-1-6,4 0 1,-4-9-6,1-7 5,-2-3-7,2-6-2,6 1 2,-2 2-1,4 5 1,-3 13 1,-6 4 9,0 0 0,-3 20-1,-1 6-5,0 5-3,-3 1 2,1-5-3,-2-2 0,-4-7-19,0-8-53,-4-6-72,0-4-187</inkml:trace>
  <inkml:trace contextRef="#ctx0" brushRef="#br0" timeOffset="254279.8007">30591 1273 1013,'0'0'138,"0"0"-65,0 0-23,0 0-11,0 0-10,-98 50 2,86-41-22,4-6-4,3-3-5,4 0-10,1 0-30,0-10-8,0-6-91,17 2-59,2 3-345</inkml:trace>
  <inkml:trace contextRef="#ctx0" brushRef="#br0" timeOffset="254840.2875">30801 1460 911,'0'0'86,"0"111"8,0-58 59,1-8-71,-1-8-46,0-8-22,0-6-11,0-8-3,-13-6-18,-7-8-61,1-1-63,3 0-1,3-10-18,6-8-127,7-6 117,0-1 171,17-1 13,11-1 144,6 1-48,7-2-109,-2-5-75,2-5 6,-2-7 39,-3-4 30,-5-2 111,-6 3 91,-8 9-149,-10 13 19,-5 10 0,-2 12 34,-3 4-23,-13 11-61,-3 22 8,0 12 2,4 10-7,-1 3-14,4 1 11,0-4 6,4-10 30,1-11-11,2-10-26,4-10-14,-2-5-3,3-6-3,0-3-1,0 0-6,0-3-5,0-14-8,0-6-10,3-9 1,10-2-4,7 4 21,2 9 10,2 16 1,3 5 0,0 14 10,-4 11 15,-6 10-7,-8 2-18,-5-2-2,-4 2-19,0-6-91,-10-2-239</inkml:trace>
  <inkml:trace contextRef="#ctx0" brushRef="#br0" timeOffset="255621.3165">27883 3142 925,'0'0'4,"0"0"37,-93-53 112,59 45-153,-2 8-35,2 0 35,4 22 9,6 14 17,10 14-2,8 5-20,6 0-3,0-9 10,15-10-7,9-12-3,6-15 1,4-9-1,4-4 5,2-28-3,-1-12-3,-7-6-2,-6-9-16,-11 0-29,-11-4 6,-4-3 8,0-4 14,-10 1 19,-8 9 7,1 17 26,3 19 32,3 24-12,5 9-18,0 36-28,2 22 2,4 12 2,0 2 13,19-9-1,6-14-10,5-13-3,3-13 2,3-12-5,-2-11-3,1-9-4,-4-3-3,-4-18-5,-9-5-29,-8-2-10,-7 0-6,0 5 17,-3 10 24,0 9 9,3 4-3,1 16-6,1 11 12,1 4 3,0-2-1,-1-2-2,-1-5-12,-4-7-96,0-8-174,0-7-145</inkml:trace>
  <inkml:trace contextRef="#ctx0" brushRef="#br0" timeOffset="255823.6575">28097 2848 631,'0'0'298,"0"0"-190,0 0 3,0 0-50,0 0-40,0 0-11,-58 18 2,46-14-7,5-4-4,1 0-2,3 0-1,3-8-66,0-6-109,3-4-146,13 3-353</inkml:trace>
  <inkml:trace contextRef="#ctx0" brushRef="#br0" timeOffset="256073.2528">28276 2810 506,'0'0'421,"10"116"-320,0-34 18,3 7 9,3 3-45,4-2-10,1-4-42,4-8-20,3-11-4,5-14-7,6-15-1,10-14 0,4-15-13,-4-9-29,-13-18-36,-23-21-69,-13-9 87,-16-3-143,-25 0-52,-11 2 7,-3 5-89</inkml:trace>
  <inkml:trace contextRef="#ctx0" brushRef="#br0" timeOffset="256402.7267">28399 3266 355,'0'0'156,"0"0"12,0 0 23,0 0-102,0 0-26,0 0-9,1 0-5,35-8-26,7-16-21,7-7-2,0-7-55,-1-6 14,-7 2 0,-10-3-57,-13 1-164,-7 0 74,-8 2 188,-4 4 17,0 11 105,0 13 116,-1 12-118,-7 4-28,-1 29-75,-1 17 40,1 12 24,3 8-23,6 7-23,0-2-20,0-1-1,12-8 2,9-12 1,4-13-16,1-12 5,2-11-3,-1-15-3,-3-1 0,-5-17-26,-10-12-81,-9-4-112,-1-2-77,-31 3-99</inkml:trace>
  <inkml:trace contextRef="#ctx0" brushRef="#br0" timeOffset="256509.986">28634 3216 369,'0'0'256,"-82"-13"-44,62 10-51,11-1-42,9-2-38,3-2-35,28-5-46,16-4-10,12-3-82,6-1-175</inkml:trace>
  <inkml:trace contextRef="#ctx0" brushRef="#br0" timeOffset="256839.833">29446 2747 1043,'0'0'75,"0"0"14,0 0-3,0 0-69,0 0-17,33 131 0,-8-45 0,-3 3 0,-6-5 2,-5-8-4,-2-7 2,-3-11-8,-3-13-97,-3-16 72,0-14-88,0-15-38,-1 0-101,-8-30-364</inkml:trace>
  <inkml:trace contextRef="#ctx0" brushRef="#br0" timeOffset="257020.1614">29501 2713 460,'0'0'128,"0"0"38,0 0-18,81-6-59,-62 38-24,0 9-6,-5 7 12,-5 1-28,-9-1-33,0-6-10,0-9-63,0-10-116,0-11-278</inkml:trace>
  <inkml:trace contextRef="#ctx0" brushRef="#br0" timeOffset="258862.2965">30108 2680 1030,'0'0'98,"0"0"5,-94-12-31,54 26-32,3 14-23,6 9 0,7 8-7,12 6-7,10-2-2,2-2 0,2-11-1,14-8 2,5-13-2,3-9-5,3-6-8,-2-3-2,-2-18-9,-1-8-50,-3-3-60,-4-5 10,-3-1-46,-5-1-114,-3-1 102,-3 8 149,1 9 33,-2 13 144,0 10-9,0 7-49,0 19 56,0 3-19,0-1-37,4-3-31,9-8 0,4-7-4,2-9-14,1-1-6,4-3-2,-2-12-16,-4-5 0,-5-2-11,-7 1-2,-4-2-13,-2-3-21,0-2-36,0 3-23,0 6 16,0 9 43,0 10-8,0 0 13,0 12 22,0 10 7,0 5 46,0 0 23,0-3-5,7-2-20,11-2-16,7 0-4,4-3 7,2-3-17,5-4-9,0-5-1,4-5-2,2 0 1,1-4-3,2-14-5,-3-5-19,1-4 1,-3-2 6,-10-2 11,-9-2-10,-11 0-1,-10 3 15,0 1 2,-7 7 7,-17 9 1,-10 8 13,-7 5-11,-1 3-2,1 18 7,7 8 23,7 7-10,10 1-10,10 0-2,5-4-12,2-7-2,0-6 0,14-6 0,3-5 2,2-8-4,4-1 0,1-4-18,3-13-37,-6-4-23,-2-3-43,-3-3 1,-8 0-57,-2-2-14,-4 5 165,-2 5 26,0 11 44,0 8 135,0 1-93,-5 21-49,4 4 60,1 2-22,0 1-30,10-6-2,9-7-14,0-3 9,3-8-2,0-5-14,2 0-4,0-5-9,0-15-7,-2-4-2,-5-4-14,-4-3-31,-4-3-20,-3 0-10,-1 3 49,0 6 7,1 9 16,-3 12 3,2 4 17,-4 13-16,2 14 37,1 6 30,-4 1-2,1-1-29,1-5-4,-1-5-10,2-6 22,-3-6-10,0-7-18,0-3-7,0-1-10,0 0 9,0-2-6,0-14-3,0-8-17,0-7-24,0-6-30,9-4 16,4 2 14,0 9 30,1 14-20,-1 16-2,1 6 18,-3 21 15,0 7 3,-3 1 29,-4-1 27,1-4-27,-2-5 5,0-5-6,-1-6-21,-2-5 2,3-5-3,-3-4-5,2 0 0,-1 0 4,3-13-8,0-8-37,2-6-13,0-5-21,3-4-16,3 4 19,3 10 33,1 12-15,3 10-7,-2 1 57,-1 17 5,1 0 41,4-1 1,2-2 24,4-5-4,6-6-19,3-4-23,4 0-11,2-9 0,-3-9-14,-3-3 7,-9-4-7,-5-5-4,-10-2-11,-9 3-20,-3 1 18,-6 6 5,-19 6 8,-8 7 0,-6 9 1,-1 3 2,1 27 1,8 11 17,7 5-3,9 2-13,10-3 1,5-5-4,0-7 6,11-1-3,9-9-1,3-10 4,4-8 2,0-5 18,7-13-20,8-15 0,0-11-4,0-4-3,-1-8-21,-10-4 7,-5-1-5,-8 0-26,-7 7 48,-6 8 28,-2 13 21,-3 13 20,0 10-12,0 5-34,0 18-23,-5 18-14,-5 15 9,6 9 5,4 4 0,0-5-3,0-5-38,7-10-47,3-11-36,-3-10-44,-6-9-379</inkml:trace>
  <inkml:trace contextRef="#ctx0" brushRef="#br0" timeOffset="259640.2625">31672 2650 848,'0'0'67,"0"0"-65,91-56-2,-48 30 1,4-5 2,5-3 3,0-6-3,-3 3 12,-9-2 10,-14 4-4,-13 4-11,-13 4-9,0 7 19,-9 8 4,-12 10 19,-5 2-17,0 14-9,3 16 46,7 7-6,7 4-29,5-2-3,4-5-7,0-4-1,10-10-5,2-6-4,3-6-2,2-8-2,7 0 2,2-3-3,4-15-3,0-3-13,-2-5-9,-6-1-19,-3-1-14,-3 1 18,-7 7 13,-1 8 8,-4 6 13,-2 6 2,-2 0-28,1 16 27,1 3 2,2-1 34,0-4 7,2-6-19,2-3-5,5-5-6,7 0 9,7-5-15,5-10-1,0-5-4,-5-3-3,-7-1-26,-5-5-23,-5-4-25,-2 1-21,-3 1 36,-2 9 62,-2 11 0,-1 11 1,0 0 1,0 21-1,-1 11 31,-5 0 7,3-4 34,3-5-9,0-9-46,0-6 2,9-3 6,11-5-2,7 0-6,5-10-18,2-9-3,0-5-37,-1-3 32,-6-3-7,-9-5-2,-5 0-1,-7 3 18,-1 6 12,-5 12 29,1 13 9,-1 1-22,0 19-26,0 17 2,0 9 2,0 8 4,0-3-7,0-5-3,0-5-7,0-6-95,0-3-215</inkml:trace>
  <inkml:trace contextRef="#ctx0" brushRef="#br0" timeOffset="260849.8814">21784 341 1037,'0'0'8,"0"0"83,0 0-28,-105-19-51,75 41 4,0 9 11,3 14-7,7 6 3,8 5-10,9 1-5,3-8-1,3-5-5,22-10-2,8-9-6,10-10-4,12-13-40,3-2-24,4-11-54,-3-16-74,-10-4-228</inkml:trace>
  <inkml:trace contextRef="#ctx0" brushRef="#br0" timeOffset="261111.9992">22040 554 515,'0'0'84,"0"0"139,1 98-157,13-72-38,7-7 13,2-8-5,0-7-12,-1-4 6,1-7-30,-7-17 44,-1-5-30,-7-3-10,-8 2 25,0 3-2,-12 0-18,-12 0 3,-6 3-2,0 6-2,0 8-8,3 10-6,7 0-17,3 16-52,8 6-20,6 3-5,3-2-138,8-7-97</inkml:trace>
  <inkml:trace contextRef="#ctx0" brushRef="#br0" timeOffset="261979.9854">22336 458 764,'0'0'143,"0"0"-119,0 0 53,3 79-10,-3-64-7,0-5-15,0-6-22,0-1-12,0-3 1,0 0 3,0-3 1,-2-14-11,-2-3-5,-1-4-17,3-7-9,2 0 3,0-3 5,0 7 9,5 9 6,6 13-5,5 5 4,3 13 4,2 14 4,1-2 11,1-2 1,-4-7-12,2-9-1,-3-7-3,-1 0 0,-3-7-16,-2-11-43,-3-1-38,-4-6 26,-1-1 34,-4 0 21,0 5 16,0 9 2,0 6 22,0 6 12,0 5-24,0 17-1,0 6 21,0 6 3,12-5 3,10-4-24,5-8 2,6-12 13,0-5-12,0 0-12,-3-12-5,-5-10-13,-7-9-30,-6-1-1,-6-1 29,-5 1 10,-1 4-2,0 2 7,-6 8 11,-2 8 29,3 9 18,0 1-9,1 28-49,1 19 2,3 13 9,0 9 5,0 2-12,0-5 1,3-4-4,5-8 9,-1-7-4,-1-10-3,-2-13 17,-2-11-12,-2-8 0,0-5-4,0-12 10,0-16-9,-5-13-2,-3-7-3,0-8-5,0-9 2,2-4-18,2-6-24,4 1 3,0 14 2,20 17-57,5 27 29,2 16 39,-2 9 26,-5 22 3,-9 11 16,-3 5 43,-8 6-13,0-4 15,-3-3-4,-15-5-29,-2-9-16,-3-6-12,0-9-12,10-8-117,7-9-133</inkml:trace>
  <inkml:trace contextRef="#ctx0" brushRef="#br0" timeOffset="262161.9602">23001 296 275,'0'0'609,"7"75"-532,-4-25-5,0 0-7,2-6-18,-1-6-32,-1-8-15,-3-8-30,0-9-111,0-12-256</inkml:trace>
  <inkml:trace contextRef="#ctx0" brushRef="#br0" timeOffset="262390.0281">23010 80 825,'0'0'124,"0"0"-69,0 0 90,0 0-82,-73 82-31,56-75-14,5-6-6,3-1-12,2 0 0,7-14-30,0-4-81,0-2-56,13 2-151,4 1-288</inkml:trace>
  <inkml:trace contextRef="#ctx0" brushRef="#br0" timeOffset="262790.0244">23010 80 909,'76'-24'85,"-76"62"22,0 10 28,0 4-64,0 3-15,10-2-1,2-8-32,3-5-9,2-12-6,2-12-6,0-10 0,2-6 3,2-1-5,0-18-9,0-9-6,-7-6-7,-1-5-12,-4-4-4,-5 4 13,-3 1-2,-3 2 2,0 6 6,-5 8 19,-9 12 0,-2 10 3,-3 3 6,-5 26-5,2 10 14,2 14 10,10 4 4,8 1-2,2-6-2,12-11 0,17-14-11,12-7 2,9-12-7,9-8-12,9 0-13,-4-25-41,-2-19-44,-3-10-498</inkml:trace>
  <inkml:trace contextRef="#ctx0" brushRef="#br0" timeOffset="265717.2527">17029 15609 350,'0'0'64,"0"0"-4,0 0-26,0 0 18,0 0-8,0 0-17,59-69-15,-53 68 3,0-1 21,-1 2 12,-1 0 16,-4-1-2,0 1-18,0 0 8,0 0-2,0 0-4,0 0 21,0 10-21,-6 10-12,-1 11-4,-1 11-1,2 10 1,-1 9 2,6 8-8,1 4 0,11 1-5,19-6-10,10-12-6,9-15-3,10-17-1,2-16-39,4-8-24,1-10-169,-2-16-435</inkml:trace>
  <inkml:trace contextRef="#ctx0" brushRef="#br0" timeOffset="266280.0622">17788 15501 109,'0'0'354,"0"0"-223,0 0 9,0 0-11,0 0-40,0 0 1,-27 0-6,27 0-27,8 3-14,18 18 0,16 14 13,10 14-19,5 15 12,-3 5-20,-8 6-14,-13 1-10,-14-4-4,-17 3-1,-2 1-19,-26 0-64,-10 2-90,-3-6-261</inkml:trace>
  <inkml:trace contextRef="#ctx0" brushRef="#br0" timeOffset="266940.2364">18830 15584 719,'0'0'263,"0"0"-208,0 0 1,0 0 25,0 0-46,0 0-2,26 2 28,4 10-14,-3 3-7,-2-5 8,-3-4-18,-3-6-6,1-4-3,4-33 13,3-25-15,7-27-7,8-26-12,7-20-3,5-8-8,3-8-24,1 5-17,-3 18-35,-3 26-56,-8 32-201</inkml:trace>
  <inkml:trace contextRef="#ctx0" brushRef="#br0" timeOffset="269146.6834">6527 4401 835,'0'0'17,"0"0"3,0 0 39,0 0-3,0 0-17,106 41 24,-66-54 28,6-19-19,8-20-14,7-20-14,5-17 5,9-13-23,2-5-5,2 7-8,-9 16-13,-10 23 2,-17 25-2,-10 23-14,-9 13-38,-5 11-28,-10 29-56,-9 14-34,0 9-86,-22 2-357</inkml:trace>
  <inkml:trace contextRef="#ctx0" brushRef="#br0" timeOffset="269484.5597">6701 4497 778,'0'0'22,"0"0"11,0 0 49,109-24-16,-60-22 5,4-20 25,4-14-41,4-10-13,0-6-18,0 1-3,-6 7-14,-10 15-5,-15 22-2,-11 25-42,-10 24-43,-7 5-93,-2 34 23,0 9-136</inkml:trace>
  <inkml:trace contextRef="#ctx0" brushRef="#br0" timeOffset="269780.0635">6616 4560 936,'0'0'22,"0"0"23,0 0-34,85-135 19,-16 49-10,12-13 21,7-10-11,4-1-8,1 5-17,-4 14-5,-4 21-33,-18 22-158,-16 23-677</inkml:trace>
  <inkml:trace contextRef="#ctx0" brushRef="#br0" timeOffset="271810.3835">20658 16168 886,'0'0'41,"0"0"52,0 0-12,-80 3 14,77-3-32,3 3-26,22 0-1,29-3-28,24 0 16,20-13 3,13-18-3,3-8-16,-3-7-1,-14 1-7,-18 3-22,-18 5-65,-19 6-69,-20 4-35,-17 8-168</inkml:trace>
  <inkml:trace contextRef="#ctx0" brushRef="#br0" timeOffset="271979.8569">21227 15801 541,'0'0'80,"0"0"37,0 0 27,0 0-96,0 0-9,88 65 20,-22-22 15,5 3 14,-8 5-36,-12 1-36,-14 3-12,-13 4-4,-8 2-25,-10 0-55,-4-3-126,-2-10-426</inkml:trace>
  <inkml:trace contextRef="#ctx0" brushRef="#br0" timeOffset="272498.2803">22720 15372 980,'0'0'23,"0"0"-16,-56-87-5,27 65 2,-7 7-3,-3 4 1,-5 6-2,2 5-1,5 6 1,8 24-1,12 17 3,14 17 0,3 17 10,26 8 0,12 1-1,1-8-8,1-9-3,-6-6-3,-4-11-29,-6-7-55,-9-12-150,-11-13-154</inkml:trace>
  <inkml:trace contextRef="#ctx0" brushRef="#br0" timeOffset="274000.0197">22397 15862 551,'0'0'65,"0"0"-19,0 0 11,33-74-30,10 51-12,9-8-3,12-8 11,9-4-7,2-5 0,2-4-15,-5 1 4,-11 3-5,-13 10-34,-17 8-73,-16 10-72,-15 7 66,0 6 113,-18 7 68,-10 0 3,-1 17 16,1 15 63,6 12-75,5 11-1,7 2 6,10-2-25,0-7-11,3-11-16,15-12-14,4-9-6,1-12 4,4-4-10,-2-7 3,0-15-4,-4-3-1,-6 0-39,-7-1-30,-8 3 8,0-3 26,0 4 7,-5 0-7,-3 7 9,4 6 19,4 9 5,0 0 4,6 13 19,13 7 33,5 0-11,2-6-10,-1-7-19,0-7-2,1 0-4,-4-13 1,-1-14-3,-2-5-5,-5-6 1,-7-1-2,-5 2-12,-2 1 2,-3 0 10,-14-1 0,-5-1 2,-2 4-1,8 8 7,2 14 8,13 12 20,1 17-10,6 25-24,15 16 27,-1 5-12,0 2-6,1-1-11,-3-8-1,-3-6-5,-6-9-8,-7-10-73,-2-10-11,0-9-3,-8-8-42,-3-4 23,-1-1 100,0-17 20,6-9 3,3-4 54,3-4 9,0-7-14,9-6-30,8-8-18,-1-1-4,-1-2-7,-6 0 7,-6 3 0,-3 12-15,0 12 15,0 24 8,8 8 10,6 33 11,6 18 84,7 5-51,1 5-3,3-3-10,-1-5-1,-1-5-9,-4-14-19,-3-7-14,-8-11-6,-4-9 0,-4-5 0,-5-2-22,-1-5 1,0-15-5,0-4-27,0-2 24,0 2-10,0 5-27,11 9 12,8 10 44,5 0 10,6 0 2,4 6 8,-1-3 9,0-3 1,-2 0 6,1-5-1,-4-14 4,0-6-8,-7-5-11,-3-1 5,-6 1 3,-9 2 3,-3 2 0,0 4-12,-1 1-9,-14 1 4,-5 4-4,-3 9-6,0 7-2,-1 9 3,2 26 5,8 13 4,4 6 27,9 2 17,1-5-15,7-9 7,17-9-22,17-9 5,9-12-1,3-7 11,1-5-21,-10-15-2,-7-14 8,-4-11-16,-5-2 3,-6-2-5,-7 2-2,-9 3-21,-6-1-7,0-1-6,-3 4 16,-9 9 10,5 9-5,2 14 7,4 5 2,1 20 5,0 12 1,0 5 8,1-4 9,13-10-7,4-7-8,-2-9-1,5-7 3,0-1-1,3-19-3,-5-7-7,2-5-12,-4-4-7,-4 0 2,-9 3 19,-1 9 3,-1 9 2,-2 13 4,3 2 18,0 26-10,1 13 8,8 9-5,2 3-15,3-2 0,10 0-3,5-4-42,3-6-154,3-5-302</inkml:trace>
  <inkml:trace contextRef="#ctx0" brushRef="#br0" timeOffset="274371.8452">25346 14711 1239,'0'0'19,"-4"-82"-19,-1 46 30,-7 5-6,-1 9-18,-6 7-1,-3 12-2,-3 3-3,3 15 0,1 20-1,7 16 1,11 14 6,3 8 0,10 6-2,15 0-2,6-7-1,0-8-1,-2-11-4,-5-10-35,-9-11-79,-8-11-82,-7-8-138</inkml:trace>
  <inkml:trace contextRef="#ctx0" brushRef="#br0" timeOffset="274550.9919">25191 15066 928,'0'0'96,"0"0"-36,0 0 31,0 0-42,0 0-49,0 0 0,128-68-31,-76 43-61,-4-5-1,-3-1-22,-8 2-98,-5 2-48</inkml:trace>
  <inkml:trace contextRef="#ctx0" brushRef="#br0" timeOffset="274701.2302">25606 14660 328,'0'0'450,"0"0"-299,0 0 35,0 0-65,0 0-48,0 0-24,22 118-15,-4-67-22,0 2-12,4-3-1,2 2-35,-6-7-68,0-6-144,-4-11-354</inkml:trace>
  <inkml:trace contextRef="#ctx0" brushRef="#br0" timeOffset="274939.9135">26022 14694 1165,'0'0'110,"0"0"-79,0 0 15,0 0-24,86-81-22,-57 69-22,-8 3-32,-6 5-138,-9 4-84,-5 0-331</inkml:trace>
  <inkml:trace contextRef="#ctx0" brushRef="#br0" timeOffset="275092.0551">26122 14787 244,'0'0'696,"0"0"-629,0 0 47,0 0 5,0 0-75,0 0-35,58 45-9,-33-57-45,-2 0-150,-8-3-207</inkml:trace>
  <inkml:trace contextRef="#ctx0" brushRef="#br0" timeOffset="275500.1542">26608 14464 1106,'0'0'41,"-7"76"-28,11-31 90,17 0-43,2-5-46,-2-8-8,-8-8-2,-3-7-3,-7-9 1,-3-6-1,0-2-1,0-3 0,-4-18 0,-6-9-23,2-5-26,4-7-18,0-4-3,1-1 8,3-3 17,0 4 8,0 6 21,10 12 4,9 14 12,4 14 13,0 0 25,4 22 40,-3 13 3,0 5-48,-2-1-14,1-3-16,0-5-3,3-10 0,-4-5-51,4-9-77,-6-7-31,-3 0-284</inkml:trace>
  <inkml:trace contextRef="#ctx0" brushRef="#br0" timeOffset="276265.968">27068 14362 659,'0'0'260,"0"0"-147,0 0-29,0 0 44,0 0-69,28 82-35,-14-62-13,2-5-2,-1-7 0,1-5 5,1-3 0,-1-3 5,-1-15-11,0-6-3,-3-4-5,0-3-6,-6 0-1,-5-2-17,-1 2 11,0 2-3,-7 5 7,-8 5 8,-3 9-4,-6 10 4,0 5 1,-1 25 1,5 12 0,7 7 14,9 3 11,4-2-7,0-10-1,7-7-6,9-9-5,3-7 1,1-9-4,4-5-1,3-3 5,0 0-8,-2-17-8,-2-6-4,-6-9-23,-3-1-2,-5-6 16,0-2 9,-5 1-7,-2 0 18,-1 11-4,-1 9 5,0 14 0,2 6 14,2 14-4,4 14 21,1 5-1,1-3-10,2-8-1,3-5-10,2-9-9,2-5 7,0-3-5,-2 0 0,-1-15-2,-2-6-16,-3-5-17,-3-1-1,-5 1 13,-2 2 4,1 10 7,-2 9 6,1 5 2,1 13 2,2 15 7,4 3 14,4-2 2,3-7-16,7-7-2,11-5-4,7-4 2,3-6-2,1-7 1,-7-21-1,-3-10-1,-4-7 11,-9-2 0,-8 1 25,-11-1-18,-2 2-16,-15 1-1,-10 6-1,-5 4-24,-1 8-62,2 7-138,5 6-528</inkml:trace>
  <inkml:trace contextRef="#ctx0" brushRef="#br0" timeOffset="276772.1067">28873 13836 1037,'0'0'56,"-25"-85"-27,1 47 35,-7 4-36,-11 5-20,-9 3-1,-4 5-5,-3 8 1,7 12 1,8 1-1,16 35 0,18 27 5,9 27 3,14 14 1,24 3-4,8-10-6,7-17-4,0-14-15,-5-10-54,-6-14-100,-17-11-249</inkml:trace>
  <inkml:trace contextRef="#ctx0" brushRef="#br0" timeOffset="276946.0454">28518 14263 931,'0'0'31,"0"0"-23,122-72-8,-38 37-7,8-9-37,4-4-35,-2-2-34,-15-3-25,-16 6-17,-22 4-117</inkml:trace>
  <inkml:trace contextRef="#ctx0" brushRef="#br0" timeOffset="277429.9457">28964 13884 631,'0'0'231,"-74"124"-127,58-66 17,16-8-42,0-10-37,25-14-28,4-11 4,6-14-15,3-1-1,-2-7-2,-6-12-7,-5-6-27,-11 0-77,-6-1-1,-7-3 4,-1-1-41,0 0 0,-3 0 1,-5 6 109,7 10 39,1 12 12,0 2 96,9 14 47,7 7 18,4 1-88,4-5-31,-1-7 2,4-6 10,0-4 2,1-4-13,-1-20-23,-1-9-13,-4-10-7,-3-7-5,-5-2-7,-8-2 1,-6 2-4,0 4 0,-2-2 2,-10 10 1,2 7 0,-2 13 1,5 20 8,2 3 4,3 31-13,2 15 0,2 14 2,22 6-2,10-1-2,7-4-1,-4-9-5,-3-10-5,-10-12-40,-13-9-60,-11-7 16,-6-9-61,-24-3-235</inkml:trace>
  <inkml:trace contextRef="#ctx0" brushRef="#br0" timeOffset="278243.579">29459 13751 28,'0'0'40,"66"-79"77,-38 37 75,-2-1-44,-7 5 45,-8 11-51,-6 12-55,-5 10-8,0 5-16,0 17-46,0 18 7,6 9 26,4 5-32,6 0-12,-1-1 1,3-7-7,-3-9 11,-4-12-11,-1-6-3,-4-8-2,0-6-57,0 0-18,4-10 50,-1-7-23,2-1 0,2 6 33,-1 5 19,4 6-2,1-1 3,2 2 8,5-1 1,2-5 4,2-4 9,2-6 4,-1-5-1,0-5-8,-4-2-5,-4 3 8,-9-1 1,-8 3 20,-4 2-13,0 0-21,-6 0 4,-10 1-6,-5 6-1,-1 7-1,-2 7-3,4 0 0,2 25-1,6 12 1,8 7 14,4 0 3,0-2 0,18-7-2,9-7 9,4-8 6,2-9-2,4-11-12,5 0-5,1-19-6,3-12-1,-5-6-4,-7-1 0,-10 1-14,-9 0-18,-8 1-11,-7-1-3,0 1-1,0 4 14,-8 5 18,0 9 13,0 9 2,4 6 7,1 3 5,1 0-7,0 1 2,2 5 0,0-4 1,0-2-5,8 0 2,4 0 3,-1-2-5,1-4-1,-3 6-1,-2 0-1,3 7 2,-3 15 7,0 8 15,-2 6-3,3 0-14,1 0 0,2-6-6,2-4-1,-1-9-18,6-6-161,3-6-364</inkml:trace>
  <inkml:trace contextRef="#ctx0" brushRef="#br0" timeOffset="278534.8287">30818 12968 937,'0'0'17,"0"0"23,0 0 48,0 0-19,0 0-54,-84 68 30,58 6 46,8 17-35,9 5-13,9-3 5,11-10-34,24-15-11,12-15-3,5-14-7,2-18-87,-3-13-141,-1-8-525</inkml:trace>
  <inkml:trace contextRef="#ctx0" brushRef="#br0" timeOffset="279837.3045">31157 13041 755,'0'0'151,"0"0"-35,0 0 36,0 0-69,0 0-43,0 0-24,24 72 18,-1-16 0,-1 4-4,0-1-19,-4-7-9,2-8-2,-4-10-1,-1-10-40,-1-8-30,0-14-90,1-2-138</inkml:trace>
  <inkml:trace contextRef="#ctx0" brushRef="#br0" timeOffset="280183.2759">31486 13100 760,'0'0'113,"25"89"-18,0-49 5,5-8-14,3-10-44,0-11-24,-2-10 6,-3-1-11,-1-10-2,-3-17-2,-4-6-1,-7-7-7,-6-5-1,-7 0-5,0 1 5,-6 2 3,-13-1-2,-6 5-1,-8 7-1,-3 13-5,-3 15-6,2 3-29,1 21-21,9 12-27,8 2-28,13 2-144,6-3-261</inkml:trace>
  <inkml:trace contextRef="#ctx0" brushRef="#br0" timeOffset="280747.0887">31967 12528 420,'0'0'366,"0"0"-247,0 0-4,0 0-37,0 0-29,102-20-33,-53 42 3,5 21-8,-3 23 6,-1 17 25,-9 10-9,-10 8-20,-12-8-6,-16-7-2,-3-7-3,-13-10-2,-14-12-9,0-11-70,3-12-17,7-14-80,11-15-287</inkml:trace>
  <inkml:trace contextRef="#ctx0" brushRef="#br0" timeOffset="281076.3337">32749 12441 1026,'0'0'38,"0"0"-16,0 0 61,0 0-68,0 0-15,0 0-143,-7 24-24,11 3-273</inkml:trace>
  <inkml:trace contextRef="#ctx0" brushRef="#br0" timeOffset="281295.1216">32927 12876 561,'0'0'639,"-3"79"-596,3-17 34,0 7 4,-3 6-43,-2 1-33,-5-2-5,-4-2-29,-8-7-131,-6-9-523</inkml:trace>
  <inkml:trace contextRef="#ctx0" brushRef="#br0" timeOffset="282495.1176">29495 14730 833,'0'0'63,"0"0"-27,0 0 44,0 0 7,0 0-67,79-22 4,24-22 22,32-17-5,27-13-16,22-12 5,5-7-12,11-2-5,-9 0-9,-7 2-4,-12 1-6,-26 8 6,-26 12 0,-35 18 4,-36 25-4,-29 14-4,-20 14 1,-2 1 1,-24 6 0,-16 15 2,-13 11-7,-11 9-26,-9 5-29,-10 6-39,-4 1 4,-8-1-33,-10 2-47,-6 4 64,-6 2 31,-6 3-58,-1 3-34,2 1 27,2 0 147,4-3 19,11-7 148,12-2 5,15-7-43,15-5-53,17-10-13,14-7-11,14-12-25,13-5 17,7-9-9,3 0 5,27-3 0,20-21 25,22-12 1,22-11-6,21-13 12,19-6-27,15-8-4,13-3-33,11-2-2,-1-3-6,-9 6-8,-14 4-31,-28 7-5,-22 10 38,-28 8 6,-23 11 2,-24 14 2,-20 11-4,-5 11-12,-36 6 5,-17 22-57,-17 10-32,-13 7-8,-9 3-38,-10 3-110</inkml:trace>
  <inkml:trace contextRef="#ctx0" brushRef="#br0" timeOffset="282780.0904">29616 14869 555,'0'0'61,"0"0"-2,0 0 71,105-53-37,-14 5-44,25-13 8,23-12 21,14-9-5,11-2-22,11-7-25,-2 1-13,-4 3-1,-15 6-11,-29 11-1,-24 11-3,-31 10 1,-26 12-4,-21 8 2,-13 9-29,-8 6-29,-2 5-28,0 0-10,0 6-77,0 0-99</inkml:trace>
  <inkml:trace contextRef="#ctx0" brushRef="#br0" timeOffset="285265.8979">16585 3499 884,'0'0'42,"0"0"27,0 0 22,0 0-32,0 0-24,0 0-1,-27-43-11,27 48-16,17 19-6,10 6 14,3 2 0,0-1-2,-2-5 1,2-6-3,0-6-3,1-7-1,0-7-1,2-3 3,4-27 9,2-18 5,4-17-4,2-15-8,4-12-6,3-4 2,3-1 1,-3 2 3,-5 11-10,-6 11 1,-9 21-2,-6 17-1,-10 14 0,-4 11-4,-6 9-4,-3 1-39,-3 12-7,0 16-13,0 9-19,-11 4-34,-11 3-23,-3 2-193</inkml:trace>
  <inkml:trace contextRef="#ctx0" brushRef="#br0" timeOffset="285690.0152">16660 3471 684,'0'0'31,"0"0"-2,0 0 27,0 0-23,0 0 20,66 76-18,-44-70-5,3-4 12,1-2-5,5-6 19,5-18 1,0-12-6,6-10-12,4-10-15,3-11 3,8-8-10,5-8-6,4-2-8,-3 5-3,-5 11 7,-14 14-6,-11 18-1,-13 16 5,-8 14-5,-6 7-10,-2 15-24,-2 22 3,-2 11 3,0 8-60,-8 4-11,-9-1-4,-5-3-207</inkml:trace>
  <inkml:trace contextRef="#ctx0" brushRef="#br0" timeOffset="286110.3425">16740 3741 378,'0'0'176,"0"0"-135,86 4 65,-53-31 3,1-13-22,0-14-24,2-18-9,1-12-8,1-9-4,2-3-8,0-1 1,-1 4 5,-5 9-26,-5 15-3,-12 18-6,-5 22-5,-4 15-5,-1 14-12,4 3-45,2 23-16,4 11 13,-5 7-37,-2 2-83,-7 2-30,-3 0-273</inkml:trace>
  <inkml:trace contextRef="#ctx0" brushRef="#br0" timeOffset="286489.983">16793 3734 632,'0'0'16,"0"0"114,0 0-27,107-43-44,-74-6 6,1-15-35,5-14-7,3-6-8,1-7 3,1 4-5,0 8-6,-5 10-7,-8 20-46,-5 18-56,-7 19-74,-4 12-116</inkml:trace>
  <inkml:trace contextRef="#ctx0" brushRef="#br0" timeOffset="295873.6157">25063 5343 780,'0'0'76,"0"0"6,0 0-11,0 0-21,-93-26-28,72 29-9,1 20-2,1 16-1,3 11 9,4 11 7,8 6-12,4-3-4,0-6-3,13-10-3,11-11 0,6-12-4,6-12-4,1-12-11,5-1-56,-7-18-67,-5-10-184,-6-3-211</inkml:trace>
  <inkml:trace contextRef="#ctx0" brushRef="#br0" timeOffset="296109.889">25124 5013 803,'0'0'136,"0"0"-48,0 0-60,0 0-1,9 98 51,7-35-39,-2 8-19,-2 1-6,6-2-5,-1-6-9,4-8 0,5-9-22,4-12-100,4-10-30,0-10-41,2-11 2,-2-4-82</inkml:trace>
  <inkml:trace contextRef="#ctx0" brushRef="#br0" timeOffset="296899.977">25545 5392 5,'0'0'638,"-11"-72"-452,-1 42-83,-1 6-4,1 11-19,-3 10-5,-2 3-42,-2 21-20,1 17-11,0 8 6,9 5 7,5-5-2,4-5-4,0-9-3,6-6-5,10-7 0,4-8 2,2-8 0,3-3 0,-2-2 1,1-18-4,-2-4-9,-4-3-35,-3-2-4,-8 2 11,-4 0 14,-3 1 16,0 3 5,0 7 2,0 6 1,-1 9 8,1 1 13,0 7-22,0 14-2,0 2 2,9-1 9,7-6-1,2-6-4,2-6-1,0-4 1,3-1-3,-4-19 7,0-7-2,-2-5 1,-4-5-1,-5 2-1,-8-2 4,0 3-7,0 2-2,-2 3 4,-5 7-3,1 9-1,0 9 0,6 4-6,0 13-12,0 20 15,3 12 3,13 5 0,7 1 1,-2-5-1,4 0 0,0-6 0,-1-4 0,0-8 1,-4-10-1,-1-6-3,-6-10-3,-1-2-20,-4-4-4,-4-16 9,-4-8 0,0-6-5,0-4 11,0-4 6,0-2-2,0-1-5,0 0 10,0 0 5,6-1-3,4 9 4,-2 8 9,-2 11 6,-3 11 22,-1 7-24,-1 0-11,5 24 0,4 13 24,5 9-8,3 5-5,4-2-5,1-3-7,7-7-1,4-8 0,11-6-55,3-7-22,5-10-177</inkml:trace>
  <inkml:trace contextRef="#ctx0" brushRef="#br0" timeOffset="297280.1332">27040 4838 722,'0'0'124,"0"0"-22,0 0-6,0 0-46,0 0-19,0 0-5,-101 33 5,75 9-2,6 9 1,10 8-11,10 0-11,0 0-4,30-9-1,9-10-3,11-17-2,5-10-6,1-13-25,0-8-42,-2-23-101,-9-12-206</inkml:trace>
  <inkml:trace contextRef="#ctx0" brushRef="#br0" timeOffset="297790.0785">27281 4523 804,'0'0'69,"0"0"26,0 0 2,0 0-1,0 0-84,0 0-10,-28 101 15,45-18-2,3 2 8,4-4-12,-3-11 11,-5-11-5,2-11-6,-6-13-5,-3-11-4,0-11 0,-5-9-1,-2-4-1,-1-5-4,-1-20-8,0-8-33,0-7-24,0 2 29,0 3 30,5 8 9,6 13-23,6 11 2,4 3 9,0 8 13,2 8 3,0 0 0,0-8 5,1-5 0,1-3-6,3 0-2,1-13-3,-3-7-11,-3-1-17,-10 0 11,-4 2 20,-7-1 2,-2 0 2,0 3 18,0 6 26,0 5 6,-3 6 2,1 9-24,1 20-32,1 9 8,0 3 8,0-4-9,0-6-7,3-6 3,6-6-3,-2-7-44,-1-6-94,-1-6-28,-4 0-431</inkml:trace>
  <inkml:trace contextRef="#ctx0" brushRef="#br0" timeOffset="297945.1798">27644 4541 901,'0'0'46,"0"0"-4,0 0-42,0 0-28,0 0-177</inkml:trace>
  <inkml:trace contextRef="#ctx0" brushRef="#br0" timeOffset="298219.9408">27949 4471 233,'0'0'854,"0"0"-796,0 0-6,0 0-36,0 0-12,0 0-4,51 113 13,-31-41-11,-4 0 0,0-4 0,-2-9-2,2-14-55,1-11-53,4-12-40,1-12-321</inkml:trace>
  <inkml:trace contextRef="#ctx0" brushRef="#br0" timeOffset="298681.2178">28578 4609 911,'0'0'41,"0"0"-11,0 0 17,-97-53 7,65 53-28,-1 3-17,-1 21 8,0 14 22,11 13-13,7 7-23,15 1-3,1-5-1,11-13-1,12-11-1,2-10 2,2-10-4,0-8-21,-2-2 0,-2-14-15,2-15 25,-2-9-5,-4-7-8,-6-8 21,-5-5 1,-7-3-4,-1-4 10,0 0 1,-6-3 15,-7 3 36,0 9 3,4 12 9,1 18-9,1 14-19,4 12-5,-2 16-30,1 26-6,4 19 6,0 11 0,4 5-2,20 1-8,4-5-33,2-8-41,-2-12-97,-1-17-454</inkml:trace>
  <inkml:trace contextRef="#ctx0" brushRef="#br0" timeOffset="299171.2226">29219 4171 911,'0'0'137,"0"0"-39,0 0-16,0 0-22,0 0-44,0 0-15,-105-13-1,72 50 2,0 4 2,6 3-3,9-1-1,6-3-2,12-5-11,0-6-22,10-8-24,17-9-23,6-8 13,1-4-34,2 0-30,-4 0-63,-7-3 87,-5 1 109,-6 2 9,-6 0 31,-5 19 25,-3 10 35,0 3-63,-14 6 36,-4 2-7,0 1-14,-1-1-12,3-4-7,5-2 10,7-3-1,4-3-6,0-1 1,4-3-10,11-4-5,2-4-18,2-3-4,-3-1-1,-1-4-101,-6 2-223</inkml:trace>
  <inkml:trace contextRef="#ctx0" brushRef="#br0" timeOffset="300360.002">26875 6278 392,'0'0'109,"0"0"-1,0 0 38,0 0-36,0 0-33,0 0-14,0-44-1,-14 44-9,-9 0-28,-4 11-21,-8 18-4,2 13 1,9 10 0,6 6 8,12 2-4,6-3-2,9-8-2,19-10-1,13-13 0,11-13 0,9-12-2,3-1-85,-4-19-33,-10-11-173,-15-5-207</inkml:trace>
  <inkml:trace contextRef="#ctx0" brushRef="#br0" timeOffset="300870.2038">27090 5997 630,'0'0'142,"0"0"1,-47-80-25,39 80-3,3 26-90,4 22-20,1 21 1,6 9 1,18 4 4,6-3-6,-1-4-3,-3-9 4,-4-10 5,-5-10-11,-7-11 4,-4-11-3,-3-10 0,-1-8 3,-2-6-2,0 0 2,0-22-4,-2-6-31,-4-7-16,2-5 22,-2 3 25,1 4 0,4 10 1,1 15-2,0 8-4,16 2-8,11 17 12,3-3 0,0-5 2,-1-8 0,3-3 0,1-3 2,-2-16-2,-4-3 1,-5-1-2,-10 1 0,-6 3-1,-4-1 0,-2 1-3,0-1 4,0 5 7,0 5 10,0 7-6,0 3-6,0 14-5,0 14 0,0 6 0,4-1 1,6-4-1,-2-5 0,1-7-64,-1-5-89,-1-8-360</inkml:trace>
  <inkml:trace contextRef="#ctx0" brushRef="#br0" timeOffset="301043.5267">27362 6008 695,'0'0'303,"0"0"-236,0 0-19,0 0-46,0 0-2,0 0-68,12 17-169,11 5-573</inkml:trace>
  <inkml:trace contextRef="#ctx0" brushRef="#br0" timeOffset="301280.0185">27676 5843 1068,'0'0'96,"0"0"17,0 0-68,0 0-45,17 74 0,11-11 6,-1 7 9,-2-2 3,-1-4-12,-4-8-3,1-5-3,-5-9-3,5-6-46,-2-11-78,3-10-83,1-10-252</inkml:trace>
  <inkml:trace contextRef="#ctx0" brushRef="#br0" timeOffset="301740.1092">28315 5914 900,'0'0'78,"0"0"6,0 0 8,-92-30-58,57 50-12,-2 18-13,6 14 2,5 9 7,13 1-9,10-1-4,3-7 1,6-7-3,15-12-2,3-11 2,9-11 1,1-8 1,0-5-1,0-10-4,-5-18 0,-5-8-2,-3-6-10,-8-5-3,-9-3-10,-4-4 0,0-10 6,-11-7 10,-9-5 9,-2-1 0,-4 2 10,4 10 26,6 17-10,5 19 2,4 19-9,4 10-19,3 30-4,0 23 2,6 22 2,16 12 0,9 2 0,5-4-1,4-12-3,2-15-51,0-16-85,-2-12-93,-1-16-503</inkml:trace>
  <inkml:trace contextRef="#ctx0" brushRef="#br0" timeOffset="302000.1057">28673 5595 812,'0'0'131,"0"0"-34,0 0-15,0 0-52,0 0-20,-52 103-3,52-40 2,0 7-6,10-1-1,7-8-2,4-6 2,4-15-2,3-9-20,2-9-70,0-13-50,-4-9-248</inkml:trace>
  <inkml:trace contextRef="#ctx0" brushRef="#br0" timeOffset="302239.9518">28927 5429 943,'0'0'58,"0"0"1,0 0-13,0 0 11,0 0-47,0 0-6,121 33 8,-74 18-9,-6 8-3,-10 10 1,-12 7-1,-14 6-56,-5 0-20,-21-6-114,-13-8-559</inkml:trace>
  <inkml:trace contextRef="#ctx0" brushRef="#br0" timeOffset="302921.4525">29415 5366 828,'0'0'105,"0"0"0,0 0-26,0 0-25,0 0-21,0 0-9,-61-49-22,51 73 2,9 4-4,1 6 1,0-3 2,11-1-3,8-5 2,2-5-2,1-5 1,-1-5-1,-6-6-9,-5-1-8,-4-3-14,-3 0-20,-3 0 21,0 0 16,0 0 10,0 0-5,0 7-1,0 3 10,0 6 5,6 5 20,6 4 11,2 4-8,-1 1 0,4 4-13,-4 3-11,-1 5-2,-5 8-1,-4 5-1,-3 2-113,-3 2-171</inkml:trace>
  <inkml:trace contextRef="#ctx0" brushRef="#br0" timeOffset="303399.9155">28873 6839 1018,'0'0'13,"0"0"-9,0 0 12,0 0 17,94 68 20,-63-41-33,-1 0-16,-6-3-2,0-6 1,-3-11-3,-8-7 2,-1 0-1,-7 0 1,-4-4 4,-1 2-1,0 2-4,-4 3-2,-5 17-4,8 7 2,1 8 0,0 6-2,19 1-44,0-1 49,-2-1 2,0-1 24,-6 0-10,-5-2-8,-6 5 13,0-6 4,-2-1-11,-16-1-5,-7-7-1,-6-6-7,-1-8-1,1-7-104,-2-6-225</inkml:trace>
  <inkml:trace contextRef="#ctx0" brushRef="#br0" timeOffset="306712.0118">27842 8893 479,'0'0'170,"0"0"-67,0 0-22,0 0-15,0 0-24,0 0-22,-91-10 1,71 34-12,1 9 3,5 9 10,8 4-8,6 2-3,0-6-4,6-5-3,13-10-1,5-10-1,2-9 0,0-8 4,3 0-2,-3-18-2,0-10 1,-6-8-1,-3-4 1,-2-9 0,-6 0-1,-3-2 1,-5-1-3,-1-1-16,0-3 4,-13 0 2,-7-2-6,-1 0 2,-3 9 10,1 11 4,5 15 4,7 15 13,5 8 19,3 14-19,3 30-14,0 19 11,15 12 0,14-2 18,4-8-20,3-9-5,3-10-5,2-13 0,2-10-1,2-11-1,-2-12-1,0 0-5,-4-19-33,-7-9-24,-10-7-21,-10-5-42,-9-1-38,-3-1 65,0 0 99,-11 1 5,-3 4 51,2 10 12,4 13-7,6 14 16,2 11-26,0 23-41,8 10 12,6 2 12,3-6-8,4-6-20,-1-10-3,7-10 5,4-9-1,3-5 21,6-4-13,-4-20-10,-2-8-3,-5-5-2,-9-3-23,-7 0-14,-9-1 28,-4 0 7,0 0 2,-10 2 4,-7 6 0,7 11 4,1 12 6,9 10 2,0 5-12,13 23-2,13 9 3,2 3 6,2-4-7,1-4-2,-5-10 3,-1-5-10,-1-4-16,-8-8-81,-8-5-299</inkml:trace>
  <inkml:trace contextRef="#ctx0" brushRef="#br0" timeOffset="306886.0679">28345 8257 913,'0'0'24,"0"0"20,0 0-39,0 0-5,0 0-16,0 0-101,85 89-242</inkml:trace>
  <inkml:trace contextRef="#ctx0" brushRef="#br0" timeOffset="307300.2232">28836 8500 1018,'0'0'7,"24"116"-2,4-54 4,0-1 11,1-6-5,-6-6-7,-3-5-5,-5-9-2,-9-11-2,-5-10 1,-1-14-6,0 0-2,-17-18 7,-3-14-13,-5-10 2,-1-4 7,0-8 1,-3-3 1,4-7 3,1-4 0,5-1-4,11 6-26,8 9-21,8 16 16,20 16 19,9 18 16,3 7 6,-4 28 31,-6 13 38,-10 6-15,-10 1-13,-9 1-12,-1-8-21,0-8-3,-10-9-11,3-12-75,4-14-147,3-1-357</inkml:trace>
  <inkml:trace contextRef="#ctx0" brushRef="#br0" timeOffset="308260.2464">29055 8040 883,'0'0'60,"0"0"-42,34 91 38,-13-31-5,8 4-23,1-4-7,2-12-1,4-8-4,3-12 1,-2-12-5,-1-11-6,0-5 2,-3-7-4,1-16 5,-2-7-8,-6-7-1,-8-3 4,-9-3-2,-9-3-2,0 1-4,-17 3-10,-9 8 7,-6 13 4,1 14-2,-2 7-5,3 23 0,3 17 10,8 13-1,10 3 1,9-2 3,0-9 2,8-11-3,11-12-1,2-11 1,3-8-1,0-3 6,-1-7-6,-3-14-1,-1-8-11,-5-4-20,-2-3-7,-6-4 1,-3-2 1,-3-1 9,0 11 9,0 8 13,0 14 4,0 10 1,0 10 0,0 21 3,0 8 16,10 2 1,5-6-10,3-5 3,3-11-2,3-10 7,-1-7 13,0-2 3,-1-10-10,-1-14-14,-4-7-10,-2-3-1,-6-3 0,-8 3-35,-1 4 17,0 0 18,-1 7 1,-5 8 0,1 11-2,2 4-5,1 13-5,2 17 12,0 6 4,0-3 19,2-3-12,9-11-5,5-11 0,2-7 5,1-1 1,1-9-6,-1-14 3,-3-7-9,-2-5-9,0-1-1,-3 0 4,-3-1 6,-4 0 4,-4 4 3,0 4 5,0 8 8,0 11-8,0 10 8,0 0-17,0 24-3,0 10 0,0 10 5,0 10-4,12 8-1,12 5 1,12 5 21,2-4-9,3-4-8,-2-2 0,-1-3 4,-8-5-3,-9-12-6,-9-14 7,-12-15-7,0-12 1,-13-1-7,-5-17 0,-5-14-105,3-4-85,0-3-276</inkml:trace>
  <inkml:trace contextRef="#ctx0" brushRef="#br0" timeOffset="308460.0963">30410 8102 164,'0'0'974,"0"0"-845,0 0-64,38-80-45,-5 50-18,9-1-2,6 0-52,-3-2-70,-1 3-49,-3-1-117,-10-1-112</inkml:trace>
  <inkml:trace contextRef="#ctx0" brushRef="#br0" timeOffset="309199.9641">30802 7629 570,'0'0'192,"0"0"-39,0 0-24,0 0-25,-81-44-41,52 44-38,-1 19-13,-2 12 10,10 8 8,8 2-18,12 2-2,2-5-7,7-10-2,11-9-1,5-11 1,3-8 0,0 0 0,-2-15-1,1-12-9,-1-7-22,0-3-23,-6 1 8,-2-2 28,-5 2 17,-5 8 0,-2 10 2,-4 9-1,0 9 2,1 4-2,2 26-7,2 12 5,5 11 2,5 6 0,0 4 0,3 2 0,-1 4-3,3 4 3,3 1-3,1-1 1,-3-2 2,-8-14 1,-10-12-1,-3-14-2,-6-13 2,-15-12-22,-6-6-7,-1-11 25,-2-18 0,5-13 4,5-12-1,5-16-3,8-10-2,7-7-13,0 0-12,7 5 6,14 7-5,0 10 9,0 13 3,0 11 18,-4 13 1,-3 11 27,-3 11 47,-5 6-16,2 12-22,0 17 4,1 11-13,3 1-5,-3-3-7,3-8-8,4-8 5,1-11-7,4-10 4,-1-1-6,0-7 0,-1-15-4,-4-8-4,0-4-44,-4-3 6,-5-5-10,-6-1 31,0-1 14,-6 0 3,-14 7 4,-5 9 0,-4 16 0,0 12-8,-3 4-28,4 24-60,3 5-4,2 0-152,7-3-98</inkml:trace>
  <inkml:trace contextRef="#ctx0" brushRef="#br0" timeOffset="309476.0655">31039 7258 736,'0'0'100,"0"0"22,0 0-52,0 0-42,0 0 1,96 80-5,-71-28-13,0 5-9,-2 3 2,1-7-4,0-5-25,2-8-9,3-10-55,1-13-80,-1-9-210</inkml:trace>
  <inkml:trace contextRef="#ctx0" brushRef="#br0" timeOffset="309919.9398">31585 7374 333,'0'0'408,"0"0"-272,0 0-61,0 0-21,-89-48-14,62 48-8,0 17-23,0 14 0,4 8 7,8 7 0,3 2-13,12-2-3,0-3 1,1-10 0,16-8 0,2-11 2,2-7-1,3-7-2,1 0 1,0-20 1,1-7-2,-2-6-5,-2-6 1,-3-2 3,-5-3 2,-8-2-1,-6-2 0,0-4 0,-3-3-1,-12 1 2,-4-3 1,-2 0 9,0 9 23,0 8 21,6 18-17,3 12 6,5 10-36,2 20-8,2 28-14,3 15 14,0 8 0,3-6-9,14-5-52,5-6-41,2-7 11,-2-8-138,1-9-270</inkml:trace>
  <inkml:trace contextRef="#ctx0" brushRef="#br0" timeOffset="310309.8054">31824 6911 603,'0'0'159,"0"0"-21,0 0-78,0 0-39,0 0 13,-62 99-12,48-34 10,6 7-8,7 1-21,1-5 5,6-10-6,14-7 1,5-10-3,5-10-6,4-10-76,1-10-61,3-9-97,-4-2-305</inkml:trace>
  <inkml:trace contextRef="#ctx0" brushRef="#br0" timeOffset="310590.0824">32129 6840 435,'0'0'342,"0"0"-225,0 0-94,0 0 2,119-16 17,-75 42 1,0 19-20,-4 15-6,-8 10 1,-10 9-6,-11-1-2,-11-7-8,0-5-2,-10-7-54,-12-8-102,-2-9-289</inkml:trace>
  <inkml:trace contextRef="#ctx0" brushRef="#br0" timeOffset="311654.1983">28520 9326 924,'0'0'16,"0"0"94,0 0-32,0 0-7,0 0-58,0 0-12,-62 25-1,62 10 0,8-3 0,20-6-2,5-6 0,2-5 2,-9 0 1,-6-1-1,-16 2-5,-4 3-10,-12 1 3,-16 0 5,-4-1 0,1-3-7,6-3 0,2-5 3,10-5 5,3-3 5,7 0 1,3 0 10,0 0-8,0-3 4,7 1 7,8 2-11,6 16-2,5 20 0,3 11 2,0 10 2,-3 2-4,-3 4-43,-1 1-88,-2-2-43,0-3-346</inkml:trace>
  <inkml:trace contextRef="#ctx0" brushRef="#br0" timeOffset="312190.095">28779 10668 1019,'0'0'54,"0"0"-1,0 0 23,0 0-22,0 0-36,0 0 5,66 21 9,-27-2 5,-2 1-19,-1-2-11,-5-10 5,-6-5-6,-1-3-4,-9 0 2,-3-4 1,-7-5-2,-5 2-3,0 3 0,-5 4-3,-13 3-1,2 23-2,1 15 2,7 14 3,8 7 1,0 6-73,5 1 73,23 7 1,11 6 0,-3-5-1,-5-7 0,-16-21-1,-15-13 1,0-7 0,-8-2 2,-14-6 0,-6-4 1,-5-7-3,-3-7-9,-4-3-87,0-7-131,-1-14-504</inkml:trace>
  <inkml:trace contextRef="#ctx0" brushRef="#br0" timeOffset="313400.0034">26538 9238 943,'0'0'41,"0"0"25,0 0 32,0 0-43,0 0-51,0 0 1,42 108 18,-14-59-3,-5-8-11,-7-10-8,-1-12 4,-3-9-4,-4-5 5,-1-5-4,-4-5 3,-3-20-5,1-13-5,-1-10-33,0-1-4,0 3-22,0 11 20,8 14 3,6 12 20,6 9 8,4 0 11,4 8 2,-1 3 3,0-2-2,-1-8 0,-4-1 0,-3-1 1,-7-18 5,-4-2 7,-7-2-6,-1 1 0,0 1-5,-18 2 4,-7 1-1,-5 1-2,-1 3-4,-1 5 0,6 9 0,3 0-1,8 26-8,9 7 6,6 6 3,0 0-2,14-5-3,13-8-4,7-11-21,5-12-20,5-3-59,-2-10-67,-4-11 0,-10-5-62</inkml:trace>
  <inkml:trace contextRef="#ctx0" brushRef="#br0" timeOffset="313543.6595">27029 9070 274,'0'0'123,"0"0"-7,-24-87 8,9 68-38,5 11-16,-1 8-28,0 3-26,2 25-15,1 7 1,2 3 0,0-2-2,6-10-10,0-7-126,0-11-218</inkml:trace>
  <inkml:trace contextRef="#ctx0" brushRef="#br0" timeOffset="313699.9438">26756 8670 662,'0'0'0,"0"0"-21,0 0-48,0 0-23,105 75-237</inkml:trace>
  <inkml:trace contextRef="#ctx0" brushRef="#br0" timeOffset="314109.8892">27366 8885 750,'0'0'90,"0"0"-62,0 0 37,-98-59-19,65 59-13,0 0-7,3 18-10,11 16-12,6 12 4,11 6 12,2 1-9,12-4-4,10-13-4,8-11-3,2-15 0,0-10 4,-2-1-4,-6-28 0,-8-11-26,-11-14-3,-5-8-30,0-4 55,-12 0 4,-12-4 0,-7-2 4,-8-4-3,-1 0 30,-8 4-10,5 15 15,7 22 27,12 21-17,16 14 9,8 37-55,11 24-6,23 20 3,12 14 3,13 4-4,8-2-104,3-2-102</inkml:trace>
  <inkml:trace contextRef="#ctx0" brushRef="#br0" timeOffset="317379.9937">29516 9121 269,'0'0'155,"0"0"-30,0 0-7,0 0-24,0 0-9,0 0-22,0 0-20,7 69 13,25-69 2,16-18 6,21-20-16,19-16-33,13-11-8,8-10-5,1-4 2,-2-3-1,-3 1 0,-5-1-2,-3 4 7,-4 9 30,-13 10-2,-16 15-15,-22 14 0,-18 12-7,-12 10-1,-7 2-3,-1 5 6,-4-1-15,0 2-1,0 0-2,0 0-8,0 6 3,0 7-14,0-1-25,-4 1-30,-7 3-47,-5-1-21,-10 2-207</inkml:trace>
  <inkml:trace contextRef="#ctx0" brushRef="#br0" timeOffset="318809.7948">10861 8333 669,'0'0'3,"0"0"26,0 0 79,0 0-37,0 0 5,0 0-28,-42-76-7,81 48-15,19-8-1,27-11 10,24-8-9,21-3 3,22-3-6,28-1-5,21 1-7,13 0-7,4 4-4,-15 2 0,-26 6 4,-33 7 3,-32 7-4,-32 10 2,-30 8-3,-22 8 3,-19 4-2,-9 2 19,0-1-2,-6-2-8,-9 1-7,0-4-2,6 2-3,3 0-1,4 3-1,2 1-27,0 0-95,17 2-94,5-2-168</inkml:trace>
  <inkml:trace contextRef="#ctx0" brushRef="#br0" timeOffset="320280.1157">32155 7758 777,'0'0'161,"0"0"-83,0 0 33,0 0-38,0 0-29,0 0-19,106-36-12,-58 16-7,3-6-4,-3 1 1,-5 1-1,-7 5 9,-14 8 4,-12 6 8,-8 3 14,-2 2-9,-3 2-27,-22 16 1,-11 8-2,-12 4 4,-1 1-1,-2-4 2,6 0-5,5-6-1,9-4-2,11-6 0,10-5 1,10-6 2,0 0-18,10-13-24,13-9 25,7-4 6,5-2-11,-1 3 4,1 1 4,-4 2 12,-1 4 2,-3 5 0,-9 5 0,-6 4-4,-9 4-101,-3 0-164,0 0-358</inkml:trace>
  <inkml:trace contextRef="#ctx0" brushRef="#br0" timeOffset="321776.2036">14731 7883 620,'0'0'95,"0"0"33,0 0-30,0 0-53,0 0-21,0 0 7,84-6 18,-31-8-10,2-3-18,-1-5-9,0 1-6,-4 0 0,-5 3-5,-7 1 2,-11 5 0,-14 7-3,-12 5 0,-1 0-20,-22 2 15,-15 14-14,-12 4 7,-2 2 2,-2-1 6,6-1 2,7-4 2,8-2 0,10-7 2,13-3 0,9-4 5,0 0 15,27-1-8,12-14-2,13-7-2,6-3-10,3-3 0,2-1-27,-2-1-112,1 3-345</inkml:trace>
  <inkml:trace contextRef="#ctx0" brushRef="#br0" timeOffset="323610.1073">25045 11078 1001,'0'0'12,"0"0"-7,0 0 20,0 0 17,-90-45-30,72 45-10,4 0-2,3 13 0,8 6 0,3 9-12,0 1 6,14 2 3,12-1 0,7-2 2,2-6-1,5-3 2,-3-3 3,-4-1-2,-5 0-1,-10 2 5,-8 2-4,-10 2-1,0 0 11,-19-3 14,-9 1-9,-3-4-3,-1-5-11,2-5-2,7-5-46,6 0-29,8-15-88,9-10-200</inkml:trace>
  <inkml:trace contextRef="#ctx0" brushRef="#br0" timeOffset="324573.3661">25373 10985 939,'0'0'70,"0"0"-6,0 0-4,-82 96-42,74-58-8,8 2-5,0-2 0,2-6-3,12-6 0,2-9-1,3-6 4,-1-8-2,3-3 6,-3-4 3,-2-16 3,-2-4-8,-4-4-3,-2 1-4,-5-2-10,-2 7-23,1 5-16,-2 10 16,4 7 20,6 0 7,4 17-3,4 4 7,0 0 2,3-5 0,-2-6 0,-4-9 3,-3-1-1,0-1 2,-8-15 1,-2-4-4,-2-1-1,0 0-11,-2-1-18,-5 4-3,1 7 3,2 7 9,4 4 14,0 7 5,0 13 2,0 4 4,5 0 16,0-5 2,-2-1-1,-3-8 4,0-5-7,0-3-8,0-2 2,0 0-5,0-16 3,0-7-11,0-2-2,0-2-13,0 0-1,1 6 6,8 8 10,5 12 0,1 1 1,4 7 9,-1 11 10,1-1-1,-5-2 1,-1-5-8,-4-6-8,-1-4-3,-3 0 0,0-3 1,-2-14-2,0-2 0,-3-2-17,1 0 3,-1 2-7,0 4-19,0 8 28,5 6 2,3 1 8,6 1-5,4 8 7,5-4 0,2-3 20,2-2-14,1-2 3,0-15-5,1-5-3,-7-5 2,1-3 0,-7 2-3,-9 0 2,-4 4-1,-3 1-1,0 5-1,-14 4-1,-3 6 2,-4 8 0,3 0 0,-1 19-2,7 15 2,3 6 0,6 3 22,3-2 2,2-6 3,17-8-13,6-7-12,17-2 0,15-6-2,12-4-7,1-8-53,-7-2-47,-8-25-511,-8-13 428</inkml:trace>
  <inkml:trace contextRef="#ctx0" brushRef="#br0" timeOffset="325056.1857">26459 10737 866,'0'0'91,"0"0"-19,0 89 19,0-72-34,0-7-12,0-6-12,0-4-10,0 0-15,0-13 2,0-11 3,0-6-13,0-3-2,-6-3-23,-3 4-9,0 4 2,6 6 8,3 12 12,0 10 10,12 3-7,6 20 9,5 2 4,-1-1 17,-3-2 17,-1-10-13,-3-4 3,0-8-15,-3 0-5,-2-6-4,-2-13-1,-2-5-3,-3-2-28,-3-4 7,0-1 5,0 1-7,-6 8-7,3 9 28,3 13 2,0 1 2,1 25 17,11 7-6,2 4 18,-1-3 6,5-6-23,2-4-11,8-8-3,6-7-2,8-9-4,1 0-81,3-15-117,-2-9-408</inkml:trace>
  <inkml:trace contextRef="#ctx0" brushRef="#br0" timeOffset="325450.0463">27030 10477 906,'0'0'121,"0"102"-42,3-59 30,5-4-46,-2-10-23,0-6-4,0-9 4,-5-8-28,-1-6-7,0 0-4,0-15 0,0-13-1,-7-7-19,-3-9-35,-3-6 1,-1-1 17,3 8 16,8 16-6,3 19 12,5 8-6,15 25 0,3 8 20,1-1 19,0-3 13,-2-12 2,2-9-9,0-8-4,-2-5-7,2-30 12,-6-8-11,-2-8-8,-7-3-4,-6 2 8,-3 1-8,0 2-2,-13 1-1,-11 9-21,-1 10-33,-2 16-95,0 13-198</inkml:trace>
  <inkml:trace contextRef="#ctx0" brushRef="#br0" timeOffset="326368.7786">25503 12019 773,'0'0'137,"0"0"-101,0 0-15,0 0 40,0 0-51,0 0 8,0 0 6,28 40-1,-16-54 5,-2-13 7,-4-6-6,-6-5-13,0 6-2,-3 6-4,-14 3-10,-3 7 0,-2 7-1,0 9-1,3 3 1,2 23-9,6 9-28,8 6 15,3 0 19,5-2-1,17-4-3,7-7 7,9-5-3,2-3-3,-2-1 7,-5-2 1,-11-2-1,-14 3 1,-8 1-1,0-1 2,-13 1 14,-9-5-13,-2-5-3,2-6-1,2-3-73,6 0-47,6-17-206</inkml:trace>
  <inkml:trace contextRef="#ctx0" brushRef="#br0" timeOffset="327359.8872">25834 11792 771,'0'0'144,"0"0"-103,0 0 32,0 0 46,0 0-65,0 0-41,-76 59-11,62-10 5,10 3 5,4-4 4,0-4-7,18-13 4,4-10-1,4-12-12,0-7 0,1-2 2,-4-7 2,-2-14-4,-7-4-1,-5-4-17,-4-2-10,-3 0 3,-2 4 0,0 5-12,0 6 15,-2 12 18,2 4 3,0 4 2,0 17-1,11 2 1,5-5 0,2-5 12,3-10-3,-2-3-3,-4-1-3,0-19-3,-5-3 1,-4-1-2,-4-1-31,-2-1 0,0 2-13,0 3-13,0 9 9,0 7 10,0 5 31,1 12 7,14 13 0,0 3 16,0 2 27,-1-2 5,-4-4-16,-4-4-4,-3-6 4,-3-7-2,0-5-11,0-2-11,0-3-3,0-17-5,-2-6-4,-1-3-37,0-4-4,0 2 13,3 5 18,0 6 5,0 13 9,8 7 1,8 1 4,5 18 14,3 1 5,0-1 11,-5-4 23,-2-3-26,-4-8-26,-1-4 2,-5 0-5,0-3 3,-4-13-2,-3-4-4,0-2-19,0-2-26,0 3 8,0 2 5,0 8 7,4 9 11,11 2 5,3 2 2,6 11 5,4-3 2,3-3 15,2-6-7,2-1 0,-3-2 2,0-16-6,-7-5-3,-4-5-1,-9-2-3,-8 2-1,-4 1-1,0 1-15,-10 2-20,-9 3 14,-3 6 4,-1 8-19,0 7-23,1 4 64,7 28 1,4 11 32,4 6 26,7 2 25,0-8-8,13-6-30,16-8-33,13-8-6,13-10-5,9-11 0,9 0 2,6-24-4,-1-14-169,4-11-367</inkml:trace>
  <inkml:trace contextRef="#ctx0" brushRef="#br0" timeOffset="327570.417">27189 11305 1027,'0'0'74,"-2"125"-19,4-49 25,16 3-12,4-4-31,0-7-7,1-12-18,-5-10-3,-5-13-9,-6-13-23,-5-14 7,-2-6-80,0-10-60,-5-18-3,-8-8-239</inkml:trace>
  <inkml:trace contextRef="#ctx0" brushRef="#br0" timeOffset="327785.959">27189 11197 391,'0'0'141,"0"0"-15,104 22 50,-71 19-42,-8 6 1,-11 5-51,-14 0-35,0-2-8,-8-5-8,-4-10-27,3-11-6,9-14-7,0-10-65,8 0-106,17-20-62,6-9-360</inkml:trace>
  <inkml:trace contextRef="#ctx0" brushRef="#br0" timeOffset="328326.2117">27621 11142 866,'0'0'126,"0"0"-64,0 0 62,0 0-49,0 0-45,-98 68 0,80-18 7,10 2 11,8-5-31,0-8-1,5-9-3,14-10-11,1-13-1,2-7 4,2-2-5,-4-23-1,-1-5-9,-3-3-26,-4-5-27,-1-3-2,-4-2-8,-4 0 0,-3 2 20,0 11 27,0 11 24,0 10 2,0 9 0,0 3 9,0 19 8,0 4 28,1-1 9,10-4 10,3-4-28,5-7-9,5-9-6,-2-1-5,-1-1 1,-2-17 3,-5-5-15,1-5 0,-6-2-5,-5-1-15,-4 0-3,0 2 3,-6 2-27,-6 6 6,2 6 3,5 15 12,4 0 19,1 20-3,0 12 4,0 2 1,9 1 39,6-5 18,4-4-28,2-6-19,4-6 0,2-7-9,3-7-1,-5 0-66,-2-8-219</inkml:trace>
  <inkml:trace contextRef="#ctx0" brushRef="#br0" timeOffset="329614.5168">27165 10067 570,'0'0'72,"0"0"13,0 0 19,-94-78-51,61 61-22,-7 2-8,-11-1 0,-7 3-12,-8 5-3,-7 2 2,-9 4-6,-9 2-2,-8 0-1,-6 0 6,-3 10 21,-5 8 10,2 3-8,-2 7-12,1 4 4,5 5 10,4 2-10,6 6-14,7-4-7,7 5 5,1 2-6,3 5 1,4 7 2,3 2 3,7 1-1,2 1-1,6-1 6,4 3 0,5 2-4,8 2-2,8 3 4,7-1 4,7 0-3,2 1 2,5 1-3,5 1 1,6-1-8,0 5-1,9 3 3,13 3-2,7-2 1,7 0-1,4-4-1,3-1-2,3-1 2,-2-3 0,2-6 0,2-6-3,6-6-5,2-5-6,7-5 2,3-2 5,4-3-4,1-1 9,1-4 0,1-5 0,4-4-21,4-5-26,1-9 47,5-1-19,2-8-16,5-4 29,5 0 7,8 0 1,5-13-2,7-5 2,5-6 0,6-2 9,6 1-7,-3-3-2,-4-5-6,-5 0-19,-6-7-42,-3-2-13,0-5 48,-2-5 13,5-8 19,0-4 1,0-9 27,-4-9 26,-10-3 24,-14-4 17,-19-5-31,-18-2-44,-14 1-17,-12 2-1,-12 4 0,-6 6 0,-9-1 1,-6 3 0,-21 3 0,-9 2 6,-8 1 9,-10 4 1,-7 4 6,-6-1-6,-5 3-12,-6 3 6,1-2-3,-4 5-5,-4 5 4,1 7-5,0 11 9,-3 10-11,1 7-2,0 9 0,3 6 0,2 4-1,11 0-8,9 1-36,7 9-9,9 0-34,8-2-83,6-4-116</inkml:trace>
  <inkml:trace contextRef="#ctx0" brushRef="#br0" timeOffset="330199.8634">24321 9251 1052,'0'0'77,"0"0"-23,-1 114-29,20-30-5,14 3-6,6-4-1,1-6-6,-6-13-4,-7-12-3,-8-10-28,-10-17-88,-6-14-60,-3-11-243</inkml:trace>
  <inkml:trace contextRef="#ctx0" brushRef="#br0" timeOffset="330600.0041">24294 9283 678,'0'0'135,"0"-114"-43,23 73-8,6 12-9,4 15-5,-1 14-21,-4 14-25,-8 25-24,-9 15 2,-11 5-2,0 6 5,-13-5-5,-9-3 0,2-9-3,1-13 3,5-9 0,6-7-1,3-5 1,5-1 1,2-1-1,20-1-1,8-1 1,4-3 2,2-4 7,2-3-6,-2 0 2,-1-9 3,-6-6 3,-2-4-2,-7 1-5,-4-3-4,-5 0 0,-5-2 0,-5-3-22,-1 0-5,0-7-43,-4-1-25,-8-1-30,1 3-61,1 3-16,2 6-50</inkml:trace>
  <inkml:trace contextRef="#ctx0" brushRef="#br0" timeOffset="331280.8662">24664 9155 400,'0'0'172,"0"0"43,0 0-78,0 0-56,38 82 14,-16-43-22,5-1-31,0-5-15,0-9-15,1-9-7,-1-8-5,-3-7 0,-2-1-1,-4-20 0,-3-7-25,-6-5-1,-3-2-35,-3-2 3,-3-1 27,0-3 5,0-1 15,-6-2 3,-5 2 1,0 10 8,3 12 11,5 14 2,2 6 12,1 24 6,0 14-20,1 5 28,15-2-3,4-5-6,4-8-12,1-8-13,3-12-3,2-8-2,0 0 0,0-12 3,-6-13-1,-5-5-2,-10-1-57,-6-3-42,-3 0 5,0 0-52,-9 0 50,-6 1 30,-1 7 66,5 8 25,5 11 12,6 7 26,0 17-6,0 16-38,5 8 15,4 3 19,-3-3-13,0-6-1,-2-10-7,-4-6 13,0-8 3,0-6-17,0-5-17,0 0-5,0-15 2,-1-9-11,-5-5-3,0-5-38,1-3-29,-2 1 31,1 1 19,2 9 16,2 11 4,2 12-2,0 3 0,12 15-10,4 12 12,2 4 2,-1 0-2,-3-2 0,-1-6 3,-2-6 3,1-6-4,5-6-2,-1-5-2,5 0-18,-3-13-159</inkml:trace>
  <inkml:trace contextRef="#ctx0" brushRef="#br0" timeOffset="331499.8762">25312 8685 1065,'0'0'115,"0"0"-54,25 97-9,5-47-20,3-1-11,-5-4-13,-5-4-7,-6-2-1,-6-9-42,-6-4-114,-5-10-113,0-9-551</inkml:trace>
  <inkml:trace contextRef="#ctx0" brushRef="#br0" timeOffset="331747.3922">25355 8993 789,'0'0'149,"0"0"-89,0 0-1,49-85-37,-22 55-19,-3-2-3,-1 0-10,-4 2-5,-6 3 9,-2 10 5,-7 12 2,1 5 4,-1 10-5,4 17 1,5 9 1,-2 0 3,2 0 0,-3-6-4,1-7-1,-1-6-16,-5-8-87,-4-9-304</inkml:trace>
  <inkml:trace contextRef="#ctx0" brushRef="#br0" timeOffset="331900.0343">25385 8544 908,'0'0'65,"0"0"-35,0 0-16,0 0-14,0 0-135,0 0-147,46-43-251</inkml:trace>
  <inkml:trace contextRef="#ctx0" brushRef="#br0" timeOffset="332510.2593">25630 8760 615,'0'0'198,"0"0"-54,0 0-25,40 73-15,-37-68-51,-2-5-35,-1 0-11,0-13 1,0-11 5,-1-7-13,-6-4-9,4-8-14,0 0 8,1 4 11,2 11-18,3 14-10,18 14 4,4 0-28,-2 21 49,-1 4 7,-3 4 3,-4-5-2,-1-6 5,-5-4 18,-3-8-9,-3-5-8,1-1-6,0-3 1,-2-14-2,1-4-21,-3-1-36,0-4-6,0 1 20,0 4-22,0 6 5,0 7-21,12 7-48,3 1 79,1 0 50,5 0 15,1 0 5,1 0 36,1-9 90,0-9-81,1-3-2,-1-7-28,0-2-14,-5-3-12,-10 4 10,-9 1-13,0 1 9,-7 3-2,-16 3-5,0 5 1,-3 10-2,1 6 1,-1 12 3,3 19-8,2 10 6,10 6 16,11-1 20,0-4-17,21-7-13,13-6-10,10-6 1,9-8-2,5-5-2,2-5-2,-3-1 0,-9-1-34,-7 1-128,-11 4-352</inkml:trace>
  <inkml:trace contextRef="#ctx0" brushRef="#br0" timeOffset="332889.8448">25127 9666 635,'0'0'450,"0"0"-353,0 0-64,0 0-11,58 124-8,-18-70 6,1-2-16,-1-8 2,-9-9-6,-6-7 0,-8-10-7,-6-6-33,-7-8-65,-4-4-21,0-1-83,-13-19-137</inkml:trace>
  <inkml:trace contextRef="#ctx0" brushRef="#br0" timeOffset="333100.0016">25200 9714 194,'0'0'275,"-25"-96"-179,25 55-43,0 8 48,21 7-14,4 7-18,5 12-15,-2 7-11,-4 9-6,-6 21 19,-9 10-4,-6 7-20,-3 1-14,-6-4-11,-9-7-5,-3-9-2,4-11-60,5-13-42,4-4-84,5-11-194</inkml:trace>
  <inkml:trace contextRef="#ctx0" brushRef="#br0" timeOffset="333404.5044">25458 9661 740,'0'0'132,"0"0"-40,43 84 15,-17-73-2,0-8-45,0-3-13,-1-9-18,-2-13-9,-6-7-8,-4-4-8,-12-1 0,-1-1-3,-9-1 0,-16 0-2,-10-1 0,-4 3-14,-1 9-11,5 14-17,6 11-5,11 12-14,6 23-38,8 9-22,4-2 34,0-3-41,7-12-84,11-12-85</inkml:trace>
  <inkml:trace contextRef="#ctx0" brushRef="#br0" timeOffset="334010.162">25664 9149 937,'0'0'106,"-1"76"-48,9-18 10,16 3-13,8-5-19,1-10-15,2-16-10,-1-11-1,2-13-6,-3-6 4,-3-17-7,-5-14-1,-7-10-18,-6-6-62,-10 1-77,-2-1 5,-3 3-34,-12 6 30,3 9 79,3 13 77,8 15 13,1 2 78,0 25 61,1 10-66,11 4 3,-2-1-18,5-8 3,-1-8-8,0-12-16,0-11-18,1 0-8,-5-21-14,2-10 3,-3-4-10,-4-1-3,-4 5-11,-1 6 2,0 8 9,0 10 1,0 7 2,2 14 5,8 21-8,11 18 1,9 10-1,6 6 3,3 3-3,0 3-1,-3 1 1,-4 0 0,-14-4 0,-15-10 20,-3-11-19,-33-14 12,-7-13 7,-4-17-13,3-7 0,3-22 2,7-19-7,6-13-2,10-8-6,6 0-35,9 5-92,0 9-184</inkml:trace>
  <inkml:trace contextRef="#ctx0" brushRef="#br0" timeOffset="334949.9681">23174 16010 959,'0'0'87,"0"0"-65,0 0 15,125-27 30,-28-16-4,22-17-5,14-7-31,3-2-3,-3 8-16,-20 10-7,-16 16-1,-21 12-22,-25 10-79,-24 11 4,-21 2 39,-10 8-45,-35 16-51,-19 5-23,-14 7-8,-12 5-20,-5 3-46</inkml:trace>
  <inkml:trace contextRef="#ctx0" brushRef="#br0" timeOffset="335159.8853">23592 15948 164,'0'0'191,"-138"96"-60,85-55-43,11-4 24,15-8-15,8-5-7,11-7-12,8-5-22,0-7-5,12-5 2,21-5 1,18-25 6,17-13-13,19-9-4,11-8-15,2-1-1,-4 4-16,-10 11-9,-11 11-2,-16 9-54,-18 11-44,-19 8-16,-22 7-83,-10 0-275</inkml:trace>
  <inkml:trace contextRef="#ctx0" brushRef="#br0" timeOffset="335311.2203">23529 16181 538,'0'0'390,"0"0"-268,0 0-51,0 0 7,0 0-39,155-38-11,-56-14 12,11-9-17,5-7-16,-6 0-7,-9 4-2,-9 6-48,-11 5-122,-14 6-254</inkml:trace>
  <inkml:trace contextRef="#ctx0" brushRef="#br0" timeOffset="336471.6084">29685 14612 191,'0'0'720,"127"-92"-720,-43 31-10,12-8 3,3-3-28,-1 0-14,-4 6-9,-15 15 20,-22 18-2,-28 18 37,-24 15-47,-5 8-170,-36 24 69,-14 10 151,-16 9 46,-6 3-28,-7 2 46,0-1 52,8-4-66,3-4 6,12-4 97,8-6-41,9-8-57,17-7-22,7-10 0,13-6 7,2-6-8,13-4 10,19-17 28,14-12-27,8-10-15,7-10-25,5-6 6,0-6 5,-2 6-13,-11 9 1,-14 18-2,-13 16-5,-20 16-31,-6 11-75,-20 25-6,-17 10-88,-13 5-154</inkml:trace>
  <inkml:trace contextRef="#ctx0" brushRef="#br0" timeOffset="336649.9655">29844 14622 428,'0'0'142,"0"0"36,0 0-34,0 0-43,0 0-22,0 0 14,17 7-34,48-58-52,10-8 2,2-6-7,0-3-2,-1-1-6,-6 5-3,-7 8-15,-13 9-28,-11 12-53,-9 7-75,-10 7-296</inkml:trace>
  <inkml:trace contextRef="#ctx0" brushRef="#br0" timeOffset="338249.9991">31555 13182 542,'0'0'210,"0"0"-169,0 0-39,0 0 25,0 0 24,0 0-27,-14 16-14,24-16 3,4 0 3,-1 0 5,3-13-3,0-4-3,-3-4-3,-6 0-10,-4 1 0,-3 3 10,0 1 12,-12 7-4,-10 2-7,-5 7 18,-4 0-19,-5 8-11,0 16-2,-1 7 1,1 3 0,5 3 2,7 0 5,7-4-3,11-3 4,6-7 4,2-8-9,23-7 5,10-8-5,7 0 2,5-16-5,-2-10-15,-1-5-37,-6-1-3,-7-3 9,-4-4 16,-10 1 30,-9 1 2,-8 7 28,0 3 1,-16 8-15,-11 8 0,-4 9 10,-3 2-4,-1 15-16,1 13 0,6 6 22,7 1-6,7 2-5,13-3 3,1-4 6,7-8-11,23-8-3,9-10-4,9-4 1,0-4-9,-1-16-1,-5-5-18,-6-5-24,-5-1 11,-5-6 24,-9 2 7,-9 0 1,-8 2 0,-2 4 0,-23 5-3,-8 6-10,-4 9-8,-5 9 11,-4 13-1,2 22 2,0 14 9,5 6 3,8 5 17,7-1 10,12-8-2,12-9 0,0-11-17,19-11-4,21-12-1,8-8-6,7 0-3,1-18-10,-4-6-29,-9-3-46,-7-7 27,-11-2 14,-10-3 40,-11 3 5,-4 3 1,-11 4-7,-14 8-27,-8 8 24,-3 13 11,-3 0 0,-2 17 0,3 12 0,2 7 4,5 0 17,2 1 9,10-4 15,7-7-11,12-6 3,2-7-16,23-7-13,9-6-4,8 0-4,-3-15-27,-3-6-16,-5-4-23,-4-3 15,-7-4 21,-6 2 24,-9 0 6,-5 4 13,-6 5-7,-18 6-6,-3 9 0,-4 6 0,-1 0 1,1 19-1,3 6-2,5 2 1,2 0-6,7-2-24,3 0-71,3-2-89,-1-2-10</inkml:trace>
  <inkml:trace contextRef="#ctx0" brushRef="#br0" timeOffset="339253.8045">31541 13168 419,'0'0'83,"0"0"-65,0 0 1,0 0 10,0 0-15,0 0 4,0 0-8,16-27 19,-13 25 1,-1-3 23,1 0 14,0-1-4,0-2-16,1-2-21,-1-2-6,4 0-9,2-4-4,4 1-2,3-2-2,0 0 5,1 1 0,-2 3-4,-4 5 1,-2 5 7,-2 3 7,-4 8 14,-3 20-14,0 8 6,-11 2 15,-10-1-24,-2-5-9,-2-6-2,1-8-4,4-6 2,5-7-3,7-5-7,5 0 3,3-9-6,0-13-20,9-4-34,3-1 24,3-3 25,-3 1-6,0 2 11,0 4 6,-5 7 4,-2 9 0,-5 7 10,0 2 42,-20 22-14,-10 7-5,-5 2 17,1-1-6,4-6-6,7-6-16,7-4 0,7-9-4,6-3-15,1-1-1,2-3-2,0 0-8,0 1-78,6 4-92,-6 0-292</inkml:trace>
  <inkml:trace contextRef="#ctx0" brushRef="#br0" timeOffset="340020.026">26147 16376 951,'0'0'1,"-47"-88"65,24 39-1,-1 1 26,-2 0-62,-3 6-17,1 7-7,1 13-3,3 12 8,3 10-3,5 13-3,8 36-4,7 23 7,1 21 0,13 8 1,16-4 1,9-8 8,3-11-12,-2-15-3,-7-9-3,-6-14 1,-12-10-37,-9-12-43,-5-8-40,-2-10-20,-18 0-151,-10-14-37</inkml:trace>
  <inkml:trace contextRef="#ctx0" brushRef="#br0" timeOffset="340182.1293">25946 16763 187,'0'0'273,"0"0"-37,0 0-36,0 0-74,0 0-16,-62-83-33,91 66-55,14-8-11,8-7 0,6-6-5,1 0-3,-9 2-3,-7 5-3,-6 3-72,-8 2-85,-4-2-31,-8 0-98,-8-2-36</inkml:trace>
  <inkml:trace contextRef="#ctx0" brushRef="#br0" timeOffset="340323.5547">26322 16204 244,'0'0'435,"0"0"-206,0 0-103,0 0 31,0 0-65,0 0-60,0 65-24,18-4 4,4 4 2,0-4-8,-2-9-3,1-6-3,3-9-1,1-7-24,-1-7-82,4-11-129,-1-10-164</inkml:trace>
  <inkml:trace contextRef="#ctx0" brushRef="#br0" timeOffset="340523.4455">26748 16302 166,'0'0'1067,"0"0"-959,0 0-37,0 0-21,0 0-41,0 0-9,-13-58-4,28 58-27,5 0-77,3 0-122,7 0-261</inkml:trace>
  <inkml:trace contextRef="#ctx0" brushRef="#br0" timeOffset="341731.4136">27690 15884 784,'0'0'115,"0"0"-78,0 0 32,-102-33-21,64 33-7,-7 14-7,5 12-11,2 10 1,8 6-3,11 9 2,12 4 3,7-3-4,0-8-3,12-9-13,11-12-2,6-12-3,1-11-1,4-3 1,2-23 3,-2-18-4,-4-10-4,-8-8-16,-11-6-17,-10 2-5,-1-1-4,-7 0-13,-17 0 26,-3 3 1,-2 3 20,-3 12 12,8 15 0,5 14 1,10 20 28,7 5 36,2 29-8,0 19-26,18 9 9,9 2-7,7-2-1,5-10-3,4-10-13,4-11-4,2-13 2,-3-10-4,0-8-7,-8-2-3,-8-18-6,-8-5-13,-12-4-24,-8-6-8,-2 0 16,-3 1 19,-11 7 9,1 9 6,6 10 0,5 8 1,2 8 12,0 16-3,9 9-5,7 0 3,-1-2 7,2-3-12,-5-10-2,-2-6-1,-4-9-10,-3-3-88,-3-3-128,0-18-291</inkml:trace>
  <inkml:trace contextRef="#ctx0" brushRef="#br0" timeOffset="341883.029">27783 15433 513,'0'0'70,"0"0"40,0 0-30,0 0-77,0 0-3,0 0-22,91 28-101,-51-9-35,0-6-17,-3-5 19</inkml:trace>
  <inkml:trace contextRef="#ctx0" brushRef="#br0" timeOffset="342117.1633">28066 15505 48,'0'0'234,"0"0"-41,0 0-11,0 0 24,0 0-91,0 0-36,-18-10-45,2 26-21,5 0 17,5 6-1,6 5-4,0 2-10,18 2-3,8 1-1,2-2-6,2-3-4,-4-1 3,-6-4 0,-4 0 21,-10-2-7,-6-1-2,0-5-15,-1-1 1,-10-4-2,0-2-18,0-4-45,3-3-100,2 0-218</inkml:trace>
  <inkml:trace contextRef="#ctx0" brushRef="#br0" timeOffset="342679.8969">28364 15659 935,'0'0'89,"0"0"-6,0 0-27,32 99-7,-5-44-14,4 0-14,-3-3-17,2 3-3,1 1 0,-1-3 0,-9-8-1,-7-16 0,-14-19-28,0-10-16,-5-11-90,-7-24 120,2-9-82,1-7-137,-6-3 92,0 2 49,-6-3 32,-3-1 60,-2-2 19,1-1-2,8 6-17,12 10-10,5 12-21,18 15 12,11 16 19,4 2 89,-5 23 23,-3 10 94,-7 8-61,-9 2-78,-9 0-19,0-3-8,-8-5-16,-8-6-12,4-9-12,3-9-7,6-7-94,3-6-163,0 0-365</inkml:trace>
  <inkml:trace contextRef="#ctx0" brushRef="#br0" timeOffset="342920.2659">28567 15273 436,'0'0'653,"0"0"-576,0 0-41,14 125 45,22-59-42,5 0-14,-2-3-11,-6-7-10,-5-8-1,-3-11-3,-5-10-19,-1-13-40,2-13-57,-1-1-31,1-13-27,-6-12-178</inkml:trace>
  <inkml:trace contextRef="#ctx0" brushRef="#br0" timeOffset="343550.0578">28924 15475 434,'0'0'176,"0"0"-7,0 0-60,0 0-5,-97-57-18,70 82-29,2 10-21,8 3 2,7 0 11,10-4-8,0-6-22,6-6-14,9-11 4,2-5-8,2-6-1,-2 0-2,-1-6-10,-2-11-33,-5-4-51,-1-3-28,-3 0 32,0 3 7,0 5 35,-1 9-5,4 7 32,3 0 23,0 3 4,-1 8 48,2 0-1,-3-3 6,3-6-10,1-2-10,1 0 4,1-4-13,-5-12-10,-2-2-12,-6 0 0,-2-2 3,0 2 2,0 3-8,0 8-2,0 7 0,0 0 1,1 16 0,12 10 4,1 1 8,5-4 8,0-4 1,-1-8-8,0-10-9,-1-1-5,-1-5 3,-2-17-4,-3-4-2,-3-4-21,-4-3 10,-4 1-4,0-2-11,0 3 12,0 8 16,0 7 6,0 13 4,0 3 20,0 20-6,0 16-22,0 11 20,0 4 3,-1 4-8,1-4-12,0-1-4,0 0-1,10-5 0,14-5-3,9-10-65,6-13-75,10-11-422</inkml:trace>
  <inkml:trace contextRef="#ctx0" brushRef="#br0" timeOffset="344377.9015">29630 15411 1216,'0'0'46,"0"0"-38,0 0 21,81-92-29,-31 56-19,4 0-59,-2-4-29,-9 1 8,-8-4-19,-10 2-10,-12 1 15,-12 4 77,-1 7 22,-17 8 14,-15 9 21,-5 12 55,-4 0-12,2 24 2,3 8-11,6 7 28,8 3-10,8 2-2,8-6-17,6-4-1,0-10-19,1-10-17,15-8-11,3-6-1,3-7 0,2-17 3,0-8-8,1-5-41,-2-2-47,-5 3 14,-2 7 37,-1 11 37,-2 14 0,2 4-5,5 22-20,-1 19 25,4 12 5,-3 8 6,-1 4-11,-2 5 0,1-1 3,-6-2-4,-1-6 2,-8-6-1,-3-10 5,0-11 2,-14-10 5,-1-14-3,-1-10 7,4-6-1,1-22 6,8-13-21,3-11-15,0-8-39,0-9-9,0-2-6,5 2 13,7 9 17,3 14-25,2 15 12,0 17 52,-4 12 26,-1 2 77,-2 12 4,1 6-22,3-1 0,4-5-13,1-4-13,6-8-17,1 0-17,-1-15-7,-1-9-9,-3-4-7,-5-4 1,-7-6-3,-6-3 2,-3-2-2,-4 1-3,-18 4 1,-10 7-13,-2 11-10,-4 13-26,4 7-33,3 20-31,4 16-17,6 7-23,9 0-14,4-4-50</inkml:trace>
  <inkml:trace contextRef="#ctx0" brushRef="#br0" timeOffset="344609.9461">30315 14697 986,'0'0'76,"0"0"-10,0 0 31,0 0-22,0 0-74,10 126 0,-3-59 0,4-2-1,7-9 0,-2-10-41,5-16-68,1-7-57,3-12-239</inkml:trace>
  <inkml:trace contextRef="#ctx0" brushRef="#br0" timeOffset="345020.1287">30655 14786 792,'0'0'20,"0"0"-6,-91 73 89,66-21-25,6 6-14,7-2-22,7-8-10,5-7-16,0-12-13,16-10 0,3-9-1,1-10-2,3 0 3,1-22-3,1-15-16,1-13-26,-2-9-13,0-10 9,-5-3 6,-7 0-55,-6-1-65,-6 3 85,0 1 38,0 9 37,-10 9 43,-4 16 100,5 16-23,2 15-35,-2 4-6,0 33-10,0 19-51,3 17 7,6 10-9,0 8-11,0 2-5,9-3-5,6-8-32,1-12-63,8-18-38,3-14-311</inkml:trace>
  <inkml:trace contextRef="#ctx0" brushRef="#br0" timeOffset="345291.2747">31114 14470 995,'0'0'12,"-46"73"-11,26-11 36,11 11 87,9 10-79,3 0-33,24-6-7,8-14-3,2-13-2,0-18-12,-4-14-86,-3-12-52,-3-6-214</inkml:trace>
  <inkml:trace contextRef="#ctx0" brushRef="#br0" timeOffset="345520.4345">31496 14276 1035,'0'0'18,"0"0"-17,0 0 23,109 124 32,-79-62-17,-11 8-17,-10 1-8,-9-3-8,0-5 1,-7-7-7,-10-12-12,5-9-82,3-13-66,5-16-494</inkml:trace>
  <inkml:trace contextRef="#ctx0" brushRef="#br0" timeOffset="345703.4594">31999 14286 1241,'0'0'47,"0"0"-42,0 0-5,0 0-18,-5 84-126,5-43-513</inkml:trace>
  <inkml:trace contextRef="#ctx0" brushRef="#br0" timeOffset="345839.9703">31903 15079 1085,'0'0'0,"-111"133"-89,48-65-124</inkml:trace>
  <inkml:trace contextRef="#ctx0" brushRef="#br0" timeOffset="347635.8657">26417 15823 299,'0'0'95,"0"0"-55,0 0 37,-82-15-20,50 15-26,-6 3 27,-1 9 47,-4 0-57,-5 4-13,-5 1-7,-5-1-8,-4 4-10,-5 0-6,-6 1-3,-5 2-1,-5-1 7,-6 3-3,-5-2 1,-5 3 8,-9-2-8,-9-1-1,-6-4 1,-5-6 15,-9-6-14,-11-6-5,-7-1 1,-8-1-2,-8-16 0,-2-5 1,-11-5-1,-2-6 2,-14-3 10,-3-6-12,-3-5 6,-1-9-1,1-6-5,-3-8-2,-3-6 2,-3-6 1,2-5 0,0-8-1,4-4 0,3-7-2,-3-5-4,3-5 4,4-3 2,3 2-3,8 0-11,3-1 1,1-4 5,-1 2 6,3-4 0,2-4 2,4 1 0,4-1 0,2 5 4,1 5 5,2 3-5,5-2 0,7 2-4,7 4 0,10 1-3,7 5 5,9 9-2,4 9 6,8 12 5,2 8 14,8 3 9,5 7-4,10 3 5,10 4-20,14 6-2,11 5-8,11 6-3,10 7-1,9 4 2,12 7 6,8 2-2,3 2 4,0 1-11,6 3-3,3 3 0,3 1-23,-5 3-14,-1 0 6,-3 0 6,-3 6-7,0 6-32,-7 0-66,-15-1-110,-8-3-200</inkml:trace>
  <inkml:trace contextRef="#ctx0" brushRef="#br0" timeOffset="347990.2435">16207 12447 494,'0'0'184,"0"0"-68,0 0-40,0 0 40,10-82-18,-17 26-42,-16-12-40,-12-11-10,-10-8-6,-9-3 0,-6-4 7,-4 1 7,-3 1 9,-5 8-1,-1 12 13,11 21 7,14 20 18,22 17-40,17 7 5,9 7 7,45 0-25,39 15-7,49 3-4,46-6 4,32-12 0,34 0-4,10-19-24,-4-10-69,-22-5-192</inkml:trace>
  <inkml:trace contextRef="#ctx0" brushRef="#br0" timeOffset="359775.8729">5845 5150 611,'0'0'37,"0"0"60,0 0-8,0 0 9,-13-73-59,38 29-26,18-14-5,10-14-6,6-4-2,2-2 3,-7 11-7,-12 13-26,-9 18 0,-17 17-51,-16 19-60,-3 11-79,-40 28-87</inkml:trace>
  <inkml:trace contextRef="#ctx0" brushRef="#br0" timeOffset="359942.9168">5888 5195 312,'0'0'2,"81"-49"71,-26 5 28,6-10-71,2-13-30,-4-2-2,-6 2-26,-13 14-76,-22 19-37</inkml:trace>
  <inkml:trace contextRef="#ctx0" brushRef="#br0" timeOffset="360100.1005">5721 5499 499,'0'0'135,"106"-82"-133,-16 11 6,20-19 21,14-21-29,9-21-100,5-11-210</inkml:trace>
  <inkml:trace contextRef="#ctx0" brushRef="#br0" timeOffset="363651.0313">26325 7277 943,'0'0'-629,"0"0"629,0 0-15,0 0 8,0 0 11,0 0-8,0 0 5,58-85-2,-88 23-2,-17-15 1,-16-17 2,-13-7 0,-6-8-4,11 0-3,25 11-21,40 17 13</inkml:trace>
  <inkml:trace contextRef="#ctx0" brushRef="#br0" timeOffset="363749.8072">26134 6289 120,'0'0'42,"0"0"-5,-16-97-30,11 63-7,5 8-155</inkml:trace>
  <inkml:trace contextRef="#ctx0" brushRef="#br0" timeOffset="377307.2617">18470 6489 357,'0'0'7,"0"0"-1,0 0 31,0 0-17,-55 75-17,45-74 22,0-1 31,1 0-23,-1-13-33,-8-6-49,-4-3-56,-1-3-169</inkml:trace>
  <inkml:trace contextRef="#ctx0" brushRef="#br0" timeOffset="379350.2245">30914 3506 404,'0'0'137,"0"0"25,0 0-61,0 0 0,0 0 13,0 0 6,6-4-24,-4-11-28,-2-4-36,0 0-6,0 0-13,-11 6-13,-5 2-3,1 8-9,-3 3 12,3 6-13,3 24-1,11 16 4,1 19 2,22 10 4,11 1 1,4-3 6,5-9-1,-2-7-2,5-1-3,3 0-1,-3-2-63,-7-3 27,-14-12-160,-15-8-58,-9-8-101</inkml:trace>
  <inkml:trace contextRef="#ctx0" brushRef="#br0" timeOffset="380010.2847">30912 4185 806,'0'0'107,"0"0"-70,0 0-27,81-103-10,-21 53-2,11-6-5,3-4-12,-4-4 4,-6 0-3,-13 6-6,-17 9-115,-18 13-115,-16 13 34,0 13 220,-21 10 85,-5 0 55,-3 23-16,1 12 17,0 7-45,8 8-27,4-2-20,11-5-8,5-4-15,0-11-8,12-6-8,8-8-5,0-7-3,0-7-2,2 0-8,-3-10-19,-3-11-25,-6-2-8,-6-7-94,-4 0-47,0-1 4,-1 1 108,-11 6 89,5 6 99,4 9 18,1 9-40,2 0 5,0 8-43,12 11 47,6-2-16,0-4-22,4-9-15,2-4-7,3-4 11,3-21 3,-2-12-3,-7-5-9,-6-3-11,-12-2-17,-3 5-12,-6 1-23,-16-4 23,-5-1 5,-2 3 7,4 7 7,9 12 21,8 15 0,6 9-6,2 11-22,5 21-16,16 13 16,8 4 0,2 0 0,3-2 0,-1 2 0,-6-2-16,-5-4-17,-9 0-51,-10-10-86,-3-5-152</inkml:trace>
  <inkml:trace contextRef="#ctx0" brushRef="#br0" timeOffset="380858.3519">31568 3700 518,'0'0'72,"1"-101"-21,10 45-22,0-6 18,-2 0-12,-1 4 51,-5 11-35,-3 17-15,3 14-12,0 16-15,1 1 0,7 29-7,3 9 11,3 8 10,4-1 1,-4-4-1,-1-6-4,-1-5 0,-2-4-11,-2-6-3,-4-7-1,-4-4-4,1-7-1,-2-3-9,1 0-36,1-17 16,4-1-21,-3 0 13,5 2 1,0 9 33,8 4-5,3 3 9,7 0 8,4-4 14,2-6 26,2-5 0,2-5 0,-2-3 11,-6-4-19,-6-3-18,-9 4-7,-7-1-15,-7 3 0,-1 1-1,0 1-18,-16 2 10,-7 0-1,0 5-2,-2 8 4,3 7 1,1 0 0,6 22 3,4 12-8,7 7 12,4 4 13,2-4 4,20-4-10,14 2 6,10-2 3,1-9 5,-4-8-7,-12-20-9,-4-4 2,3-23 2,1-10-9,-2-6-2,-9-6-5,-9-3-34,-11-3-38,0-1-12,-8 0 19,-14 3 10,1 12 14,2 13 14,7 15 34,3 13 14,5 7-7,0 17 32,4 8 15,0 0-9,2-4-17,14-6-6,2-10-11,3-6-2,1-6 11,-2 0-7,-1-17-13,-1-9-21,-4-1-28,-5-3 25,-1 0 24,-5 7 6,-3 9 46,0 7-6,2 7 58,5 4-85,3 19-19,6 7 21,2 5-12,0 7-9,-3 5-6,-4 4-151,-5 5-357</inkml:trace>
  <inkml:trace contextRef="#ctx0" brushRef="#br0" timeOffset="382000.2004">29310 5095 659,'0'0'14,"0"0"115,0 0-53,0 0-16,5 72-4,1-66-12,-2-4-14,-1-2 7,-1 0 25,5-4-7,-1-15-15,3-8-12,0-4-21,7-3-7,7 2 2,6 2 3,9 5-4,5 2 1,5 5-3,-5 3 2,-4 3-2,-9 2 2,-3 0 1,-5-2-2,-3-3 1,-2-2-5,-4 0 4,-2-1-4,-5 0-11,0 4 3,2 1 9,2 7-1,3 5-2,9 1-3,7 0-5,4 5 14,-1-2 5,3-3-3,1 0-2,-3-18 7,2-8-4,-7-3-2,-5-1-1,-8 1-19,-8-1-39,-7 3 11,0 2 27,0 5 2,0 7 18,0 9 4,0 4 3,14 0-6,8 10 7,9 1 10,7-4 5,5-7 2,3 0-7,3-16-4,3-11-3,-1-5-3,0-3 0,-6-2-6,-11 6-1,-11 2 0,-10 6-1,-13 6 0,0 5-5,0 6-24,0 6-20,-4 0-65,4 3-56,0 4-313</inkml:trace>
  <inkml:trace contextRef="#ctx0" brushRef="#br0" timeOffset="382996.0045">33007 2589 75,'0'0'627,"0"0"-405,0 0-103,0 0-33,0 0-41,0 0-20,0 0-12,-88-1-10,71 20 3,4 7-6,7 4-4,6-1-1,0 3 1,8 0 2,13-3 2,5-2 5,3 0-5,0-2-3,-4-2 1,-7-1 1,-8 0-2,-5 0-12,-5-1-22,0 0 17,-6-1-3,-10-3-12,0-5 11,4-6 4,4-3 10,3-3 8,5 0 2,0 0 3,0-4-3,3 0 0,7 3 0,4 1 0,3 12 11,5 22 14,3 14 19,3 7 12,5 3-13,0-3-11,1-4-12,5-8-15,-3-6-5,0-7-68,1-13-182</inkml:trace>
  <inkml:trace contextRef="#ctx0" brushRef="#br0" timeOffset="385629.9976">29000 4392 485,'0'0'137,"0"0"53,0 0-83,0 0-35,0 0-24,0 0-23,13-3-3,1 9 23,-1 0-6,2-2-3,5-4-9,0 0 5,3-7-2,1-14-10,1-8-5,-3-10-7,-3 0-6,-8-4-2,-9 3-1,-2 3-8,-6 3-10,-14 5 14,-6 6-9,-3 9-20,-1 11 2,2 3 11,7 23 10,6 17 3,9 16-1,6 8 9,5 8 4,19 0 8,5-8-2,4-11 1,2-13 1,3-14-2,2-9-2,2-12-1,3-5 0,1-12-4,-1-17 8,-8-5-11,-12-3-22,-12-2-62,-13 0-24,0 0 32,-21 0 37,-13-1 13,-2 5 19,6 6 7,9 11 27,10 11 19,11 7 19,0 6-29,8 18-15,19 6 5,6-2-3,6-5 0,4-4-13,0-9-6,-1-7-3,-4-3 11,-6 0-10,-7-7-2,-8-8-26,-5 0-116,-8-3-10,-4-3-154,0-4-96</inkml:trace>
  <inkml:trace contextRef="#ctx0" brushRef="#br0" timeOffset="385790.0704">29606 4102 382,'0'0'232,"0"0"-44,0 0-68,0 0-56,-23 75 7,23-22-6,2 6-22,7-2-21,0-6-15,1-6-3,-1-9-4,3-7-34,1-12-75,2-13-127,2-4-415</inkml:trace>
  <inkml:trace contextRef="#ctx0" brushRef="#br0" timeOffset="385985.2002">29636 3886 1002,'0'0'135,"0"0"-77,0 0-38,14 85 3,5-38-7,3 0-12,2-5 0,-5-5-4,0-6-1,-2-7-26,-7-6-85,-2-8-53,-7-10-253</inkml:trace>
  <inkml:trace contextRef="#ctx0" brushRef="#br0" timeOffset="386470.1652">29647 4182 748,'0'0'87,"0"0"11,0 0-64,0 0-14,91-49-15,-58 15-2,-2-5-2,-2-1 4,-8 2-5,-8 2 0,-11 7-10,-2 1-15,-2 4-2,-14 5 27,1 10 8,-1 9 2,2 1 4,2 24-6,9 9 11,3 6 15,0-1-6,16-3-10,3-7-7,1-9-5,1-6 3,-4-7-1,1-5 0,-5-2 2,0-2-10,-4-15-5,-3-6-44,1-2-31,-3-1-3,-3-2-33,1 8-2,-1 8 50,1 9 49,2 3 12,2 11 7,-1 12 89,-1 3 23,-4-4-23,0-4-47,0-4-26,2-5-12,-2-6-3,1-3-1,2 0-17,-3-10-45,0-10-87,0-2-61,0-1-129</inkml:trace>
  <inkml:trace contextRef="#ctx0" brushRef="#br0" timeOffset="387130.1067">30047 3924 187,'0'0'165,"0"0"-36,0 0-23,0 0 17,84-19-21,-68 1-49,-2 1-16,-4-1-28,-5 1-4,-5 5-4,0-1 8,0 1 8,-11 4-13,-4 4-2,-1 4-2,-2 0-4,0 18 0,3 9-1,2 7 5,7 3 3,6 0-2,0 0 0,4-4-1,13-8 1,3-8-1,-3-7 9,1-9 24,-3-1 15,-2-12-15,-1-18 0,0-5-15,-3-8-12,-6-3-5,-3-5-2,0-7-38,-10-7 6,-8-5-27,-3 2 18,-1 9 29,2 18 13,7 18 25,7 22 10,1 5 2,5 31-35,0 21 15,3 11-7,15 2-1,3-3-5,7-12-2,2-15 0,3-13 3,-2-12 29,-1-11-14,-2-3-1,-1-14-9,-1-16-10,-7-9-32,-9-5 9,-8-5-22,-2-2 7,-8 0-8,-14 7 23,-2 9 22,5 12 1,1 12 10,9 9 27,2 2-27,7 19-8,0 11 7,10 8-7,14 6 0,3 0 3,7 5 4,0-4 12,2-6 15,-5-4 12,-5-3-11,-10-2-26,-10-4-11,-6 4-37,-1 2-137,-17-1-347</inkml:trace>
  <inkml:trace contextRef="#ctx0" brushRef="#br0" timeOffset="389596.1291">8683 2734 574,'0'0'133,"0"0"-20,0 0-14,0 0-24,0 0 3,0 0 2,0-46-25,1 46-33,13 0-22,8 1 5,12 9 4,6-2 13,1-5-6,-1-3 7,-1-22-7,4-26-1,4-24 0,3-21-5,8-13-7,14-15 5,4-8-7,0 2 6,-4 5-1,-17 13 1,-9 18-7,-10 24 2,-9 23-4,-9 22-1,3 22-14,-1 4-39,9 32-60,5 14-38,-1 3-132</inkml:trace>
  <inkml:trace contextRef="#ctx0" brushRef="#br0" timeOffset="391097.3061">25290 6757 657,'0'0'27,"0"0"22,0 0 24,0 0-17,0 0-16,25 115 1,6-66-5,1-3 2,-1-14-13,-1-14 6,-1-18 5,0-6 26,-2-41-16,-2-31-10,-1-28-12,1-22-6,2-9-2,2 1 15,-3 12 5,-2 25-19,-3 28-17,8 27-2,5 24-11,15 17-21,6 3-22,6 21-77,-1 10-132,-9 3-467</inkml:trace>
  <inkml:trace contextRef="#ctx0" brushRef="#br0" timeOffset="392525.6184">27183 4858 101,'0'0'50,"0"0"-3,0 0-33,0 0-13,0 0-1,0 0-10,15-41-30,-12 35-79</inkml:trace>
  <inkml:trace contextRef="#ctx0" brushRef="#br0" timeOffset="393419.8829">27981 4590 250,'0'0'81,"0"0"-29,0 0-33,0 0 11,0 0 23,0 0-22,-52 0-19,39 0-12,-3 7-4,-7 7-111</inkml:trace>
  <inkml:trace contextRef="#ctx0" brushRef="#br0" timeOffset="395056.2119">24979 6272 60,'0'0'602,"0"0"-574,0 0-14,0 0-8,0 0 8,0 0 9,8 9 5,9-1 3,6 3-8,5-4 4,2 0-6,4-3 0,7-4-3,2 0 4,8-2-9,5-17-6,5-6 7,5-7-2,7-9 8,8-9-14,1-6 3,-3-5 3,-5-1-9,-5 2 9,-6 2-12,-4 4 1,-5 1 0,-7-1 4,-12 4-4,-6 2-1,-9 3 0,-7 3 1,-6-3 1,-1-2-2,-3-1-1,-3 0 1,0 1 1,0 1 3,0-1-4,0 1 0,0 1 1,0-2-1,-16 2 8,-7-1 2,-2-1-5,-7-1-1,-1 1-4,-4 2 0,-3 3-5,-3 2 0,-8 3 5,-3 3-9,-4 1 7,-12 5-2,-12 4-1,-9 6 3,-10 5 1,-4 6 1,-1 7-3,0 0 3,6 14-3,6 10 3,9 5 3,9 5-1,14 6 0,6 3 2,7 5-4,9 8 0,4 4 5,10 5-5,3 2 0,5 2-2,3 0 2,3 4 3,0 4-3,4 5-1,2 3 1,5 5 1,1 5 1,0 1 3,15-2-4,10 0-1,10-8 1,8-10-1,11-11 5,7-14-5,6-15 0,6-8 0,2-8 0,4-5 2,4-10-2,7-5 1,1-5 0,1-20-1,1-8-11,1-7-20,-2-8-9,-1-7-42,-7-3-105,-9-3-144</inkml:trace>
  <inkml:trace contextRef="#ctx0" brushRef="#br0" timeOffset="395700.1162">27137 5403 359,'0'0'200,"0"0"-157,0 0 49,0 0 12,0 0-39,0 0 13,17 49 0,21-80-29,8-7-27,9-7-19,2-2-3,-5 2-34,-10 6-6,-12 10-51,-14 11-207,-16 12-248</inkml:trace>
  <inkml:trace contextRef="#ctx0" brushRef="#br0" timeOffset="395856.2204">27184 5456 580,'0'0'0,"76"-77"-62,-25 30-226</inkml:trace>
  <inkml:trace contextRef="#ctx0" brushRef="#br0" timeOffset="396030.0038">27195 5604 992,'0'0'13,"0"0"14,95-118-27,-35 55-53,4-8-138,-1-1-218</inkml:trace>
  <inkml:trace contextRef="#ctx0" brushRef="#br0" timeOffset="398361.2689">11925 8510 1073,'0'0'10,"0"0"-10,31-129-58,2 52-61,8-9-219</inkml:trace>
  <inkml:trace contextRef="#ctx0" brushRef="#br0" timeOffset="401058.6723">30666 4313 745,'2'-110'0,"37"-53"-319</inkml:trace>
  <inkml:trace contextRef="#ctx0" brushRef="#br0" timeOffset="419290.0381">23657 8620 843,'0'0'28,"0"0"37,0 0-43,0 0-3,0 0-3,-3 96 16,12-61 8,2-1-7,-4-4 4,-1-5-11,0-7-5,-3-3-9,1-7-2,-1-4-1,-3-4 4,0 0-3,0 0 1,0-14 1,0-10-4,-8-8-4,-1-9-2,3-5-2,0-7 0,3 1 0,3 4 0,0 10-1,3 8-2,12 12 3,5 8 0,1 7 6,0 3-2,0 10-4,-3 15-2,2 5 2,-4 0 5,-3-2-3,-2-4-2,-2-5 1,-5-8-1,-2-4 0,-2-7 2,0 0-2,0 0-1,0-18-7,0-12 2,0-7 1,0-5-2,-2-1-5,1 10 2,1 6 9,0 14-4,6 13-13,11 0 11,5 15 2,3 11 5,2-2 0,-2-2 1,2-3 4,-2-8-3,4-5 5,-4-6 2,-1 0-3,-3-14 0,-6-9 3,-4-5-5,-5-6 0,-6-3-4,0-2-5,-1-5-1,-17-2-3,-3-1 5,-1 7-3,1 18 7,2 14 0,4 10-8,1 32 3,2 15 1,5 12 3,4 1 0,3-4-1,3-10 1,16-9 1,8-12 3,2-11 2,2-12-4,2-4 4,4-17 0,-3-16-5,-3-10-7,-6-8-27,-12-7-1,-9-12-31,-4-6 53,0-2 5,-17-1 8,0 11 18,1 16 15,7 18 21,6 23-24,3 11-21,0 28-9,6 17 0,8 13 3,2 7-3,0 1 0,-1-3 1,-3-6-1,-3-9 1,-3-11-1,-3-10 0,-2-9-3,-1-11-14,0-7-30,-1 0 6,-13-8 8,-4-15 13,3-2 13,2-4 7,7 0 0,6 1 11,0-1 10,3 0-9,16-1-5,7-2-7,3-5 3,4 1-3,0-3 2,-3 0 0,-7 5-2,-7 6 0,-9 12 0,-2 13 5,-2 3-5,1 22 0,2 13 9,3 7 26,3 2-6,4-3-10,4-6-5,-1-7-11,4-5 6,-1-10-2,-1-8-5,3-5 0,0 0-2,-2-13-10,-1-7-19,0-3-15,-6-4 5,-2 0-2,-1 6 20,0 4 2,0 7 4,3 7-2,0-1 11,4 1 6,-1-2 4,3-4 5,0-2 3,-2-8 5,4-5-7,-3-2 7,-3-4-10,-5-1-2,-8 3-2,-4 1 4,0 1 5,-11 4 8,-6 5 14,-5 6-1,-2 8-11,1 3-11,1 13-2,3 15 4,5 8-3,10 3 1,4-2-9,0-2 0,13-6-2,8-5 0,2-3 1,2-6 3,-1-7-2,-2-4-2,2-4 2,-3 0 0,-2-14 1,-1-6-3,-5-2-5,-3-2-27,-4-3 7,-1-2 19,-3-1-7,-2 0 10,0 4 3,0 7 0,0 8 1,-6 4 4,-3 4 7,0 3-1,1 0-5,-2 0-4,3 0-2,-1 0 2,-1 0-2,2 0-1,-4 6-5,2 2-26,-1 3-79,4-1-82,5-3-526</inkml:trace>
  <inkml:trace contextRef="#ctx0" brushRef="#br0" timeOffset="419740.2009">25497 7674 907,'0'0'29,"0"0"-12,0 0 28,-90-45-6,68 45-11,2 0-14,1 13-11,1 13 12,6 8 7,6 5-1,6 1-6,0-2-8,6-7-4,12-7-3,3-9 2,2-8 3,0-7-1,-3 0 0,-1-19 1,0-11 4,-3-8-4,-5-6-5,-3-3 0,-5-5-1,-3-3-6,0-4-1,-6-3 8,-10 0 0,0 7 15,2 13 19,5 15 3,3 17-14,3 10-22,3 20-1,0 23-3,0 21 0,0 9-18,13 6-108,12-3-33,7-8-121</inkml:trace>
  <inkml:trace contextRef="#ctx0" brushRef="#br0" timeOffset="420110.2722">26017 7604 1099,'0'0'12,"0"0"-1,0 0 29,0 0-20,-31 77 1,31-50 3,15-4-10,8-7-2,0-6-1,4-7-5,-1-3-3,1-3-2,-4-16-1,-2-5-9,-7-5-9,-8-2 5,-6-5 12,0 0-3,-11-4 4,-13 5 6,-2 7 3,-2 9-2,2 12-6,0 7-1,4 6-4,5 15-2,4 6-32,7 1-97,6-1-188</inkml:trace>
  <inkml:trace contextRef="#ctx0" brushRef="#br0" timeOffset="421461.1378">26312 7514 1123,'0'0'42,"0"0"46,0 0-39,0 0-48,0 0 12,0 0 14,94 88-12,-69-65-9,-6-3 0,-5-4-1,-3-6-4,-5-6 0,-1-4-1,0 0-16,-1-1-4,3-17-5,-1-4-20,0-5 4,-1-3 25,-2-4 15,3 1 1,1 3 8,4 6-8,2 8-2,5 7-7,3 0 8,0 4 0,3-2 1,-2-5 0,-5-1 3,-3-4-1,-6-1-2,-4 1-2,-2-1-14,-2 2 6,0 3 0,-5 4 9,-10 4 1,-5 5-2,-4 0 2,3 14-1,0 15 1,3 5 5,11 8 1,3-2-4,4-2-1,5-6 0,14-8-1,1-4 0,2-7 2,-1-6-2,-3-7 3,4 0-3,1-9 4,0-11-4,-1-3-6,-2-4 2,0-3 4,-8-2 0,-5-4 1,-4 0 2,-3 6 1,0 9 9,0 8 14,0 11-2,0 2-13,-6 9-11,0 15-1,3 2 2,3-3-1,0-1-1,3-7-1,8-3 1,2-7 1,1-3 2,3-2-1,0 0-2,4-9-7,-6-3-17,-1-3-3,-6-2 2,-2 0-7,-3-1-13,-1 3 30,-2 2 15,0 10 0,0 3 0,1 10-9,2 14 5,-2 2 4,4 3 7,1-5-5,4-4 3,5-5-4,0-5 2,1-4 6,-2-6 9,1 0-1,0 0-5,-2-12 0,1-3-6,-4-2-3,-3-3-3,-1-1 0,-4-2-15,-2 2 9,0 2 6,0 6 2,0 10-1,0 3-2,0 11-10,0 15 6,0 2 5,0-1 1,3-4-1,6-8 1,3-4 0,-2-5-1,3-6 0,0 0 1,0 0-1,0-14-10,0-3-5,-3-3-26,0 0 33,-2-3 7,-2 0 0,-2-3 1,4 2 7,-4 7 19,-1 10 10,0 7-12,2 10-23,-2 17 3,3 4 4,1 1 0,0-3-1,4-4-3,5-7 0,1-6-3,2-5 3,-1-7 2,2 0-1,-3-5-5,0-10-3,-1-3-6,-1-2-3,-2-1 12,-3 1 3,-3 5 1,-1 3 15,-2 11 5,-1 1 13,-3 8-34,0 15 2,0-1 0,0 4 2,0-5-7,0-3 0,0-2-28,2-8-4,1-4-99,-2-4-108,1 0-383</inkml:trace>
  <inkml:trace contextRef="#ctx0" brushRef="#br0" timeOffset="421611.17">27529 7071 1034,'0'0'34,"0"0"44,0 0-21,0 0-57,0 0-14,0 0-125,3 39-241</inkml:trace>
  <inkml:trace contextRef="#ctx0" brushRef="#br0" timeOffset="422170.2136">27977 7172 854,'0'0'98,"0"0"10,0 0 28,-108-43-73,77 43-19,-1 7-22,1 18 2,1 10-8,2 5 1,9 2-12,8-1 1,10-6-6,1-6-1,3-9-6,13-9-8,3-7 1,4-4-7,2-1-4,0-19-3,0-6-18,-2-3 1,-4-7-27,-2-3 25,-5-8 22,-2-3 25,-4-6 5,-1 3 10,1 10 52,-5 14-14,-1 25-5,0 9-41,0 36-7,-4 14-4,-2 8 4,6-4-1,0-3 1,1-8-18,17-8-19,3-12 13,-3-10 8,1-11-61,-2-7-39,2 0 0,0-15-59,-2-5 63,-2-3 112,-6-2 30,-3 2 106,-2 3-18,-2 11-26,-1 7-36,-1 2-24,0 6-29,0 14-6,-9-2 2,0 1-3,3-7-49,1-5-119,3-5-253</inkml:trace>
  <inkml:trace contextRef="#ctx0" brushRef="#br0" timeOffset="422736.2658">28127 6989 746,'0'0'0,"0"0"0,0 0 7,0 0-2,27 82-5,-22-47 3,-2-2-2,2-2 18,1-5-6,2-2-6,1-2 8,4-8-7,1-6-4,0-7-4,3-1-17,4-2-26,1-12-18,-2-6-60,-1 0 63,-5-4 58,-3 2 92,-5-1 80,-1 2-91,-5 5 31,0 6-36,0 7-14,0 3-19,0 7-43,-3 16 2,-3 6 1,0 1 1,0 3-3,5 2 3,1 4-2,0 8 13,0 5 20,8 5-11,6 5-12,2 4 14,2 8-22,5 6-3,0 13 3,-3 3-2,-8-6-2,-12-15 0,-9-21 0,-18-19 0,-9-15 7,-1-14 13,6-6 28,7-16-18,12-21 12,12-12-11,0-11-14,0-10-12,7-1-5,3 7-11,-5 9-18,-5 14-81,0 14-41,-15 9-134</inkml:trace>
  <inkml:trace contextRef="#ctx0" brushRef="#br0" timeOffset="423010.1287">26267 8437 997,'0'0'11,"0"0"-4,0 0 42,127-44-20,-19 7-11,24-5-18,17-5 5,9 0-2,-3-2-3,-4 6-1,-24 12-15,-29 12-25,-34 16-17,-40 3-147,-24 19-157,-50 9 81</inkml:trace>
  <inkml:trace contextRef="#ctx0" brushRef="#br0" timeOffset="423390.0997">26282 8457 645,'-123'28'168,"33"-9"-69,35-6-7,33-12-39,22-1-32,51-19 34,34-16-48,34-7-5,26-4-2,15-4-10,10 0 10,-2-4-2,-8 2 2,-18 10 0,-35 14-1,-40 16-5,-46 12-62,-28 23-57,-54 13 69,-35 10-86,-34 1-74,-21 0 155,-23 1 61,-12 2 19,-2-3 60,6-1 169,25-10-46,41-9-47,47-11-55,47-13-46,35-3-36,68-33 13,56-12-28,52-13 1,32-3-8,22-1-8,-3-3 6,-14-1-3,-28 1-36,-50 7-78,-42 9-275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5-11-30T05:54:34.5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4577 2403 366,'0'0'139,"0"0"-89,0 0 53,0 0-5,0 0-42,0 0-14,0 0-3,-15 46 3,18-46 5,10 0 12,2-15-6,6-10-11,1-7-8,-2-1-4,-1-4-3,-7 1-1,-4 0-7,-8 0-2,0 3-13,-6-5 6,-12 1-3,-6 2-5,-3 4 0,-1 5-1,1 7-1,6 7 0,0 5 0,5 4-1,4 3 1,3 0-3,0 19-4,3 14 0,6 14-2,0 12 6,9 7 1,12 8 2,4 4 1,0 5 0,-1 3-1,-7-5-8,-4-7-57,-10-9 53,-3-10-92,0-3 76,0-9-34,-13-5-46,-2-8-111,-3-12-216</inkml:trace>
  <inkml:trace contextRef="#ctx0" brushRef="#br0" timeOffset="226.5505">4246 2733 812,'0'0'100,"0"0"-32,0 0 8,0 0-36,0 0-13,0 0-7,122-53 2,-64 30 1,2-1-19,-5 3-4,2 4-16,1 0-98,3 1-124,-3-1-108</inkml:trace>
  <inkml:trace contextRef="#ctx0" brushRef="#br0" timeOffset="391.1122">5023 2530 674,'0'0'95,"0"94"-19,0-44-5,0-4-46,0-2-15,0-6-7,0-5-3,11-5-44,0-10-245</inkml:trace>
  <inkml:trace contextRef="#ctx0" brushRef="#br0" timeOffset="674.0601">5080 2237 694,'0'0'153,"0"0"-107,0 0-18,0 0 0,0 0-6,0 0-2,-35 54-9,10-42-5,0-7-2,-2-5-2,6 0-2,-3-1 1,6-13 3,6-1-2,6 1-2,6 2 0,0 2-26,21 6-12,11 3-55,6 1-183</inkml:trace>
  <inkml:trace contextRef="#ctx0" brushRef="#br0" timeOffset="1189.219">5260 2276 839,'0'0'33,"0"0"12,0 0 43,0 0-71,0 0-17,0 0 0,6 90 3,8-32 2,-4 7 0,2-2 2,-4 1 4,-1-7 3,-4-10-1,0-7 0,-3-9-8,0-10-2,1-8 0,-1-8 0,2-5 2,-2 0 5,0-12 8,0-15-9,0-7-9,0-9-3,0-3 2,0-2-9,4 5-14,11 8-21,9 14 23,6 17 17,3 4-4,7 14 9,-6 14-5,-4 5 5,-6 1 1,-9 3 4,-7-4 9,-8 1 13,0-2 2,-20-2-9,-10-2-10,-4-2-10,-2-9-26,2-9-49,9-8-27,5-5-142,8-21-333</inkml:trace>
  <inkml:trace contextRef="#ctx0" brushRef="#br0" timeOffset="1553.0112">5821 2578 527,'0'0'225,"0"0"-204,0 0 19,0 0 35,-4 97-44,5-70-3,13-5 0,2-3 9,5-6-12,0-6-2,6-6-15,1-1-4,3-7 0,2-16-4,-6-8 35,1-5-18,-11-1-13,-7 2 7,-10-2-7,0 3 5,-10 2-2,-14 8-1,-8 14-6,-6 10-7,-1 4-41,3 22-14,-1 3-19,4 2-73,5-1-438</inkml:trace>
  <inkml:trace contextRef="#ctx0" brushRef="#br0" timeOffset="2091.0159">6301 2569 541,'0'0'21,"0"0"2,0 0 101,-8 98-64,8-73-31,0-3 16,0-3 4,1-6-9,-1-6-14,2-3 0,-2-4-6,0 0 5,0-3 22,0-17-10,0-5-37,0-7-8,0-5-1,0-4 9,0-4 4,7-3-1,2 8-2,9 8 0,0 14 6,4 14 4,2 4-8,2 23-3,-1 18 0,2 11-1,-2 2 1,0-3-26,-1-7-39,3-9-15,-1-7-126,2-8-227</inkml:trace>
  <inkml:trace contextRef="#ctx0" brushRef="#br0" timeOffset="2539.2923">6898 2463 742,'0'0'103,"0"0"-12,0 0-20,0 0-41,-97-50-22,69 53-1,4 22-2,-1 10-3,5 9 6,4 1-1,10-3-5,6-6 1,0-6-3,0-7-6,3-5 6,12-6 0,1-8-2,5-4 2,3 0 2,-1-11-2,0-9-15,1-5-11,-6-4-3,-3 0-6,-4-5 29,-7 0 3,-4 2 1,0 6 2,0 12 5,0 10 7,0 4 1,0 18-13,3 13 0,4 9 6,1-2 6,4-2-9,4-6-2,2-4-1,8-7-20,2-6-51,2-6-133,1-7-304</inkml:trace>
  <inkml:trace contextRef="#ctx0" brushRef="#br0" timeOffset="2821.0585">7358 2298 360,'0'0'401,"0"0"-342,0 0 2,0 0-10,0 0-29,0 0-9,-94 20-5,70 10 23,5 9-5,4 5 1,4 0-8,4-5-11,7-5 1,0-7-7,4-6-2,14-4-3,6-9-7,7-6-44,-1-2-69,0-2-237</inkml:trace>
  <inkml:trace contextRef="#ctx0" brushRef="#br0" timeOffset="3097.7496">7565 2308 712,'0'0'136,"0"0"-46,0 0 14,0 0-43,0 0-36,0 0-8,-73 26-1,55 4-3,2 10 7,4 2-5,6 1-9,6-5-4,0-8-2,7-8 2,20-2-2,4-6-16,7-4-21,11-7-139,0-3 115,8-10-255,0-12 91</inkml:trace>
  <inkml:trace contextRef="#ctx0" brushRef="#br0" timeOffset="3262.4304">7943 2294 847,'0'0'112,"0"0"-34,0 0-35,0 0-37,-15 73 5,12-31-7,3-2 0,0-3-4,0-7-24,0-5-78,0-5-85</inkml:trace>
  <inkml:trace contextRef="#ctx0" brushRef="#br0" timeOffset="3547.8035">7911 1988 838,'0'0'88,"0"0"-33,0 0 50,0 0-68,0 0-28,0 0 2,-25 21 12,11-7-9,-6-4-7,-4-6 1,-3-4-5,0 0-3,5-7 0,2-11-1,7-2-2,1-2-4,9-1-17,3 4-13,0 7-65,2 9-100,8 3-301</inkml:trace>
  <inkml:trace contextRef="#ctx0" brushRef="#br0" timeOffset="3950.4218">5384 3309 931,'0'0'29,"0"0"-22,0 0 21,91-54-14,-12 30 1,22-1 16,16-2 13,11-2-20,0 0-9,-1 5-5,-12 1-10,-13 6-2,-23 5-40,-19 4-11,-22 3-17,-23 5-22,-15 0-97,-7 0 23,-29 7 15</inkml:trace>
  <inkml:trace contextRef="#ctx0" brushRef="#br0" timeOffset="4181.3268">5505 3364 641,'0'0'132,"0"0"-75,0 0 55,0 0-81,86-27-12,8 0-1,23-5 3,20-5-9,9-2-3,2-3-6,-3 7-3,-20 6-8,-19 4-83,-30 6-416</inkml:trace>
  <inkml:trace contextRef="#ctx0" brushRef="#br0" timeOffset="5969.2529">9752 2132 836,'0'0'46,"0"0"35,0 0 14,0 0-21,0 0-31,0 0-16,0 0-21,0 19-6,0 22-9,5 15 9,1 4 1,-2-2 3,-2-1-4,-2-7 2,0-6-1,0-12-1,0-9 0,-3-10-2,-3-7-12,-3-6-5,-1 0 1,-1-12 8,3-8-1,5 0-2,3 1-36,0 4 40,17 2 0,11 3 3,10 0 6,5-4-2,2-2 2,1-3-1,-7-5 1,-8 2-1,-9 1 1,-11 3-9,-8 3 8,-3 2 1,0 1 24,-5 5 25,-4 4-5,-2 3-21,0 2-7,2 22-8,0 13-7,5 12-1,4 6 2,0 4-2,0-2-3,13-7-94,2-3-114,1-8-222</inkml:trace>
  <inkml:trace contextRef="#ctx0" brushRef="#br0" timeOffset="7374.3459">7550 4382 794,'0'0'84,"0"0"-47,0 0 21,0 0-6,-22-77-23,10 65-2,-6 5 1,0 7-18,-9 0-10,-4 19-1,-3 19-6,-1 14 5,7 12-3,7 5 5,14-4-2,7-9 1,0-10-1,19-13-2,8-12-6,7-11-11,5-10-1,-3-8 1,-3-20 3,-5-10 18,-4-5 0,-6-3-1,-5-2 1,-7-2 3,-6 2 2,0 3 4,0 10 20,-3 14-6,-3 10 3,6 11-4,0 7-14,0 25-8,0 15 0,8 6 0,5 0 4,2-7-4,7-5-2,-2-9-2,5-5-74,2-8-68,1-11-360</inkml:trace>
  <inkml:trace contextRef="#ctx0" brushRef="#br0" timeOffset="7555.2172">8002 4412 538,'0'0'459,"0"0"-389,0 0-23,0 0-38,0 0-9,0 0-78,94-28-161,-70 28-312</inkml:trace>
  <inkml:trace contextRef="#ctx0" brushRef="#br0" timeOffset="7716.1615">8122 4611 840,'0'0'53,"0"0"-26,0 0 9,0 0-36,79 0-19,-30-17-241</inkml:trace>
  <inkml:trace contextRef="#ctx0" brushRef="#br0" timeOffset="8047.7085">8593 4398 892,'0'0'18,"0"0"20,3 92 24,12-68-28,3-7-13,7-7 3,2-8 0,3-2-10,0-5-3,3-16-4,-5-8-3,3-4 0,-7-3-1,-10-1 1,-8 1-4,-6 1 7,-5 1-7,-20 7-1,-5 9-4,-6 9-30,0 9-30,2 0 11,10 14-79,5 5-238</inkml:trace>
  <inkml:trace contextRef="#ctx0" brushRef="#br0" timeOffset="9042.4496">10297 4010 631,'0'0'79,"0"0"45,0 0-39,0 0-44,0 0-22,0 0-13,3 54 13,6-11-14,-3 3 4,0-4-2,-5-5-2,1-8-1,-1-8 1,-1-8-4,2-7 1,-2-5-1,3-1 1,3 0 9,3-11-5,4-10 15,2-5-11,2 1-7,-1-1-3,-1 4 0,7 5-3,2 7 1,6 10-3,0 0-3,-2 19 1,-8 7 5,-10 4 2,-10 3 1,-2-4 0,-20-2 8,-9-3-3,-5-3-2,0-6-8,-1-5-13,11-7-8,4-3 3,4 0-11,9-18-26,8-7-87,1-8-118,13-4-93</inkml:trace>
  <inkml:trace contextRef="#ctx0" brushRef="#br0" timeOffset="9279.3951">11062 4112 822,'0'0'96,"0"0"-39,0 0 0,0 0-34,0 0-23,109-74-18,-78 70-97,-5 4-178,-8 0-66</inkml:trace>
  <inkml:trace contextRef="#ctx0" brushRef="#br0" timeOffset="9473.534">11179 4240 808,'0'0'69,"0"0"-18,0 0 27,0 0-66,0 0-2,80-11-10,-33-1-81,2 1-55,-1 0-281</inkml:trace>
  <inkml:trace contextRef="#ctx0" brushRef="#br0" timeOffset="9798.9616">11744 3773 899,'0'0'95,"0"0"28,0 0-9,0 0-61,0 0-28,0 0-25,-15 23-5,29 22 5,2 10 2,1 2-2,-3 2-27,-3-1-65,-8-7-93,0-4-210</inkml:trace>
  <inkml:trace contextRef="#ctx0" brushRef="#br0" timeOffset="12849.0094">8507 6296 370,'0'0'251,"0"0"-145,0 0 12,0 0-33,0 0-24,0 0 2,-15-42-18,13 42-16,-1 0-18,-4 8-3,-1 22-4,1 15-3,-2 13 0,3 6 1,6-4-1,0-4 0,0-9 0,15-9 1,7-10-2,8-11-2,6-11 2,9-6 2,4-13 2,0-19-3,-3-10 1,-5-8-2,-7-3 0,-7-5 0,-6-3 0,-12 0 6,-9 2 1,0 2-1,-24 10 10,-9 8-6,-7 14-5,-9 18-5,-7 7 0,1 25-11,-2 16-27,8 8-2,12 6-32,10-2-59,15-5-213</inkml:trace>
  <inkml:trace contextRef="#ctx0" brushRef="#br0" timeOffset="13949.2407">10208 5788 672,'0'0'107,"0"0"-4,0 0 5,0 0 4,0 0-31,0 0-36,-17-28-12,17 53-23,0 22-8,17 22 11,2 13 1,0 2-10,-2-2-1,-1-6-3,-2-5-3,-1-10-157,-3-9 81,1-15-421</inkml:trace>
  <inkml:trace contextRef="#ctx0" brushRef="#br0" timeOffset="20780.4054">8839 7715 607,'0'0'56,"0"0"14,0 0 40,0 0-54,0 0-19,0 0 24,0 0-1,-23-26-32,18 18 6,2-2-3,-3 0-5,4 3-4,1-1-3,-1 6-1,2-1-3,0 1-5,0 2-9,0 0 0,0 0 0,0 0-1,0 0 1,0 0-1,0 0 0,0 0-1,0 0 1,0 0-1,0 0-1,0 0-2,0 0-7,0 0-4,0 0-3,0 0-3,0 0-2,-1 0-6,1 0-8,-2 0-1,2 0-6,-2 0-3,0 0-8,-1 0-76,-1 0-109,-2 0-193</inkml:trace>
  <inkml:trace contextRef="#ctx0" brushRef="#br0" timeOffset="21402.9193">8753 7742 320,'0'0'99,"0"0"-31,0 0 32,0 0-2,0 0-3,0 0 8,0-11-59,0-6-9,0-7-11,0-2 4,3-7-5,4-1-4,-4-1-11,-1 0-6,-2-1 3,0 2-3,0 2-2,0 0 1,-5 0-2,-2 0-1,-2 2-2,1 2 1,1 4-8,0 9 4,2 6 0,2 6-11,-3 3-23,3 0-26,-2 0-32,-3 3-64,-1 7-116</inkml:trace>
  <inkml:trace contextRef="#ctx0" brushRef="#br0" timeOffset="21909.5581">8501 7361 275,'0'0'68,"0"0"11,0 0-20,0 0-2,0 0-49,0 0 14,-8 4-2,8-4-12,-1 0 0,1 2 13,-2 1 25,-1-2-3,3-1-9,0 2-4,0-2-7,0 0 3,0 0-11,0 0 2,0 0 4,0 0 5,0 0-6,0 0-6,0 0 8,0 0-1,0-9-1,11-3-2,2-7-4,5-6 6,9-6-3,1-7 10,0-3-7,-3 3 4,-6 5-10,-7 10-13,-3 9-1,-6 9 3,-3 2-2,0 3-2,0 0-10,3 11-30,3 19 13,3 8 25,4 6-4,5 5-26,1 2-35,5 1-22,3 5-207</inkml:trace>
  <inkml:trace contextRef="#ctx0" brushRef="#br0" timeOffset="22459.9218">8974 8270 800,'0'0'4,"0"0"10,-91-18 34,55 18-21,3 8-19,0 15 7,5 5-2,4 6-4,6 3-6,9-1 4,5-2 1,4-5-7,0-9 2,16-5-3,5-11-1,0-4 1,6-2 7,-2-19-3,0-5-4,-5-7-6,-5-2 6,-6 0 0,-5 2 0,-2 8 3,-2 9-1,0 11 3,4 5-5,5 7 0,8 22-4,9 11 3,10 2 1,7-2-1,7-9-39,11-12-130,15-8-510</inkml:trace>
  <inkml:trace contextRef="#ctx0" brushRef="#br0" timeOffset="22991.8831">10510 7575 803,'0'0'89,"0"0"-35,0 0 31,0 0-38,0 0-19,-25-104-2,22 68-4,-1-5-5,-4-3-3,2-4-10,-4-5-4,-2-7-2,-2 1-2,-1 7-12,2 8-6,-2 16-10,3 11-21,-3 9 10,2 8-75,-2 0-45,-2 11-64,-2 7-132</inkml:trace>
  <inkml:trace contextRef="#ctx0" brushRef="#br0" timeOffset="23229.489">10180 7182 124,'0'0'261,"0"0"-140,0 0-13,0 0 23,0 0-26,0 0-23,-17-5-41,34-28-33,6-5 3,5-4-6,2-4 19,0 2 9,-3 1-2,-8 5-4,-5 7-19,-7 8 0,-1 8-2,-5 9 2,2 6-8,5 10-12,4 22 12,7 19-9,8 19-14,6 10-92,3 6-14,1 0-495</inkml:trace>
  <inkml:trace contextRef="#ctx0" brushRef="#br0" timeOffset="23763.3117">10525 7945 750,'0'0'156,"0"0"-137,-36 71 15,29-36 26,6 1-44,1-3-8,0-4 5,0-5-1,0-4-8,0-7-1,3-6 1,2-3 0,-3-4-2,1 0 2,1 0 5,4-19 14,5-8-11,5-2-10,6-1-2,6 3-5,3 7 4,1 6-6,2 9 1,1 5 5,-1 0-2,-8 15 3,-5 6 6,-12 4 2,-11 1-6,0 2 1,-20-1 3,-18-2-6,-9-5-20,-7-7-40,2-9 15,0-4 1,10-10-22,9-17-154,15-12-221</inkml:trace>
  <inkml:trace contextRef="#ctx0" brushRef="#br0" timeOffset="25401.1914">12539 7193 518,'0'0'68,"0"0"-9,0 0 19,0 0-56,0 0 10,0 0 34,-6 6-26,6-6-2,0 0 1,0 0-5,-1 0 4,-2 0-2,0-11-14,-2-9 3,1-8-3,4-10-8,0-9-9,0-2 0,0-5-5,-1-3-1,-7-4-7,-3-3 8,-3 7-4,0 7 2,4 14 0,1 11-3,3 11-12,3 5-12,0 7-25,0 2-26,0 0-37,0 0-63,-4 7-117</inkml:trace>
  <inkml:trace contextRef="#ctx0" brushRef="#br0" timeOffset="25742.9647">12220 6736 505,'0'0'74,"0"0"-26,0 0 26,0 0-42,0 0-11,0 0 18,40-94-1,-19 59 4,3-7 0,0-2-9,1-2 2,-5 1-13,-5 4-3,-5 5 1,-4 6-8,-3 10-8,-3 10 7,3 10-11,-3 0 0,3 14-16,2 19 14,5 11 3,5 8-1,7 3 0,6 1-32,7 1-53,7-5-113,1-5-9</inkml:trace>
  <inkml:trace contextRef="#ctx0" brushRef="#br0" timeOffset="28047.7307">12169 5496 463,'0'0'83,"0"0"6,0 0 40,0 0-39,0 0-19,0 0-15,-15-54-5,14 53-18,1 1-3,0 7-24,0 26-6,0 13 0,9 13 8,3 4-5,3-6-2,-2-6 0,0-7 1,-5-9-2,1-10-1,-4-5 0,-2-10-7,-3-7 4,0-3 0,0 0 1,0-20-1,0-8-1,0-9 3,0-4 2,0-4 0,0-4 0,-5-4 0,-4 0 0,-3-1 0,-4 4 5,2 2 0,-2 8-2,5 12 1,4 12 1,3 13 7,4 8-12,0 30-17,0 16 16,0 14 2,7 2-1,0-3 1,4-6-1,2-10 0,-2-10-8,-1-12-10,-3-10-2,-1-10 6,-1-6 2,-2-6-9,-1-21-6,-2-11 15,0-8-2,0-6 12,0-5 4,-10-2 2,-1-2-4,-1 1 7,1 8 1,1 18 9,5 15 9,4 19 16,1 16-42,0 29-7,9 17 7,7 9 5,-1 2-5,0-4 0,0-3-3,-2-6-68,-2-10-127</inkml:trace>
  <inkml:trace contextRef="#ctx0" brushRef="#br0" timeOffset="33421.6686">12569 7697 754,'0'0'9,"0"0"-3,0 0 50,-92-18-4,71 18-33,3 11-16,0 12 0,4 6-3,5 7 0,4 0 3,3 1-2,2-3-1,0-9 0,7-5 0,7-7 0,1-7 0,1-6-5,-2 0 0,1-9 3,-5-11-13,-1-3-21,-5-2 18,-2-3 6,-1 1 12,1 2 6,-2 5 17,0 8-3,3 6-7,0 6 5,2 0-13,2 20 10,3 8 2,1 1-10,4 1-7,1-5-1,5-5-39,6-4-48,0-11-171,-2-5 151</inkml:trace>
  <inkml:trace contextRef="#ctx0" brushRef="#br0" timeOffset="33604.062">12826 7639 873,'0'0'77,"0"0"-42,0 0 8,0 78-5,7-35-23,2 0-15,-1-6 0,-2-3-3,-2-8-53,-3-6-63,-1-5-238</inkml:trace>
  <inkml:trace contextRef="#ctx0" brushRef="#br0" timeOffset="33755.2763">12759 7807 446,'0'0'423,"0"0"-383,0 0-34,0 0-4,83-42-2,-41 21-88,0-3-176</inkml:trace>
  <inkml:trace contextRef="#ctx0" brushRef="#br0" timeOffset="34089.7418">13054 7593 869,'0'0'64,"-18"85"-6,17-43 29,-1-4-40,2-6-29,0-8-5,0-7-7,0-8-6,0-6-2,0-3-30,0-6-25,8-15 18,3-6-4,3-4-3,4-2-18,0 3 12,4 6 27,5 8-12,1 9 37,2 7 18,-5 0 73,-6 17-8,-8 8 10,-9 7-21,-2 3-32,-18-3-24,-13-4-3,-10-2-13,-3-8-62,5-8-143,3-10-532</inkml:trace>
  <inkml:trace contextRef="#ctx0" brushRef="#br0" timeOffset="36249.4004">9864 4988 663,'0'0'147,"0"0"-58,0-72 3,0 56-1,0 8-24,0 8-23,2 4-22,7 27-15,0 16 9,3 14-2,-4 6-8,0 1-6,-2-2-4,-3-6-31,0-11-23,-3-7-60,0-8-48,0-9-213</inkml:trace>
  <inkml:trace contextRef="#ctx0" brushRef="#br0" timeOffset="36573.3658">9736 5456 760,'0'0'31,"0"0"-18,0 0 34,58 81-19,-28-80-26,6-1-2,1-10-50,0-12-124,-4-8 20,-5-4 55,-5-2 82,-7-1 17,-8 0 58,-5 8 29,-3 6 31,0 12 26,0 11-41,0 7-28,-6 27-44,-2 14-9,0 10 1,2 1-18,-2-4-5,2-8-45,6-13-6,0-9-236,0-14-222</inkml:trace>
  <inkml:trace contextRef="#ctx0" brushRef="#br0" timeOffset="37047.9457">10373 5225 658,'0'0'226,"0"0"-199,0 0 15,0 0-9,0 0-9,0 0-6,-69-37-11,50 67-4,1 6-2,5 6 1,2-4-2,7-6 5,4-6-1,0-11-4,4-5-2,10-9 0,3-1 2,0-9-25,1-15-9,-3-3-20,-2-4-13,-2 0 14,-2 2 43,-1 7 10,0 8 9,-2 11 32,5 3 21,-1 21-9,0 14 8,4 5-17,5 1-29,5-3-12,12-6-3,11-5-48,6-10-115,10-14-345</inkml:trace>
  <inkml:trace contextRef="#ctx0" brushRef="#br0" timeOffset="37736.1478">12116 4638 690,'0'0'83,"0"0"8,0 0-6,0 0 1,0 0-1,0 0-38,-26-13-33,29 50-9,8 17 12,-1 11 8,0 1-20,-5-6-5,-2-7-3,2-13-51,-4-8-82,-1-11-76,0-11-437</inkml:trace>
  <inkml:trace contextRef="#ctx0" brushRef="#br0" timeOffset="37922.6184">11923 4917 714,'0'0'42,"0"0"-12,0 0 10,0 0-14,93 65-23,-49-65-3,3 0-33,3-12-73,-2-8-40,-5-1 75,-5-5-122</inkml:trace>
  <inkml:trace contextRef="#ctx0" brushRef="#br0" timeOffset="38029.4518">12336 4828 261,'0'0'207,"0"0"22,0 0-98,0 0-47,-40 74-38,25-39-22,2-4-16,2-4-8,5-6-28,2-7-117,2-6-304</inkml:trace>
  <inkml:trace contextRef="#ctx0" brushRef="#br0" timeOffset="38472.1635">12450 4203 945,'0'0'13,"0"0"-7,-12 79 36,12-30 10,0 0-16,0-1-23,0-8-3,3-2-5,1-10-2,-2-9-2,-1-8-1,-1-8-3,0-3-8,0 0-10,0-15-5,2-7 4,4-8-12,4-2 26,2 3 2,4 4 6,0 8 3,1 9 5,0 8-6,2 3 6,-2 20 36,-4 5-3,-5 3-8,-8 1-10,0-3 1,-11-4-13,-11-6 5,-7-5-16,0-7-47,0-5-111,4-2-224</inkml:trace>
  <inkml:trace contextRef="#ctx0" brushRef="#br0" timeOffset="40819.1996">14328 5263 359,'0'0'49,"0"0"48,0 0-9,0 0 3,0 0-13,0 0-26,-9-53-6,9 43-10,0-2 4,0-1-5,0-1-2,2 1 1,-1-3 9,1 2-13,-2-2-3,0 2-4,0 1-1,0 2-3,0 4-2,0 3-1,0 4 2,0 0-6,0 0-11,0 14 3,0 17-6,4 16 2,9 12 0,1 8 0,-1 3 0,-1-7-12,-1-6-35,-5-11-13,0-6-18,-6-8 9,0-7-34,-2-5-159,-14-8 13</inkml:trace>
  <inkml:trace contextRef="#ctx0" brushRef="#br0" timeOffset="41145.2217">14194 5560 496,'0'0'40,"0"0"9,10 77 39,11-48-19,6-4-30,7-6-23,5-6-11,7-9-5,4-4-19,-3-4-126,-2-17 2,-7-6 57,-6-4 64,-9-2 22,-9 3 89,-9 3 56,-5 5 5,0 7-42,-6 8-12,-7 7-34,-2 7-26,-5 24-24,0 13-10,0 5-2,4 2-1,7-8-12,1-11-87,5-13-285</inkml:trace>
  <inkml:trace contextRef="#ctx0" brushRef="#br0" timeOffset="41800.6117">14209 4332 538,'0'0'7,"0"0"37,0 0 53,-91 76-15,82-42-15,6 0-30,3-4-9,0-5-9,16-7-12,2-7-6,8-8 8,0-3-7,3-6-2,-1-15-12,-4-4-20,-3-3-78,-5-3 99,-5-2-47,-8 2 58,-3 2 10,0 6 63,0 9 2,0 8-16,0 6-18,0 7-5,0 19-28,0 6-6,7 2 6,8-4-1,7-8-7,2-8 0,6-7-29,0-7-36,1-2-110,-4-23-327</inkml:trace>
  <inkml:trace contextRef="#ctx0" brushRef="#br0" timeOffset="41961.1339">14620 4084 826,'0'0'70,"0"0"-46,-6 96 26,6-49-28,0 0-12,9-6-4,4-6-6,-3-4-18,-6-7-60,-4-7-210</inkml:trace>
  <inkml:trace contextRef="#ctx0" brushRef="#br0" timeOffset="42103.4667">14482 4325 470,'0'0'381,"0"0"-363,0 0-3,0 0-9,119-64-6,-62 37-48,-2-4-172,-7-4-158</inkml:trace>
  <inkml:trace contextRef="#ctx0" brushRef="#br0" timeOffset="42475.2915">14882 3968 560,'0'0'43,"-2"82"53,2-34 11,0-2-40,0-2-9,6-5-14,1-5-11,-2-4 2,-4-9-10,1-8-19,-2-7-1,0-6 0,0 0 8,0-10-13,0-10-10,0-7-6,0-5 5,11-5 1,3 2-8,4 2 15,6 8-1,5 13-7,2 10 5,2 2 6,0 7 12,-5 11 7,-6 5 15,-13 1-12,-9-1-13,0 1 12,-12-1-3,-15-3-7,-7-5-11,-4-6-38,0-7-19,7-2 0,4 0-67,12-11-249</inkml:trace>
  <inkml:trace contextRef="#ctx0" brushRef="#br0" timeOffset="43711.3289">14258 6175 788,'0'0'84,"0"0"-10,0 0-26,0 0-39,0 0-6,67-72-1,-31 65-1,3 7 2,-4 0-2,-3 17 2,-11 15 1,-9 12 9,-12 5-5,-2 5-2,-23-2-3,-3-3 7,-2-8-3,3-8 7,7-11 9,7-10 17,12-7-3,1-5-18,32-3 6,24-18-11,27-9-14,22-9-8,18-6-104,7-3-234</inkml:trace>
  <inkml:trace contextRef="#ctx0" brushRef="#br0" timeOffset="48834.8626">6345 5291 893,'0'0'22,"0"0"11,0 0-7,0 0-10,0 0-3,0 0 25,103 82 4,-57-70 2,2-11-15,1-4-3,5-30-1,4-16-4,4-16-14,3-10-1,-1-4 0,-5-3 4,-9 11 1,-7 15-8,-7 21-2,-8 28-2,0 7-26,1 22-40,5 14-26,5 1-78,0-2-374</inkml:trace>
  <inkml:trace contextRef="#ctx0" brushRef="#br0" timeOffset="49595.4086">9863 4099 282,'0'0'543,"0"0"-494,0 0-30,0 0-4,0 0 1,0 0 26,25 57-3,-14-47-10,2-8-3,4-2 13,9-18 5,12-23-3,11-20-28,9-14-1,3-9-9,3-5 1,-4 6-3,-6 14 1,-14 20-2,-4 21-9,-8 20-41,-4 8-56,0 14-1,-6 14-156</inkml:trace>
  <inkml:trace contextRef="#ctx0" brushRef="#br0" timeOffset="51689.3133">11751 8321 775,'0'0'29,"0"0"13,0 0 17,0 0-26,0 0-19,0 0 13,47 28 8,-19-19-1,-1-6-6,4-3 3,1-13-1,-1-21-5,6-13-7,-1-10-18,4-8 5,2-2-5,2 0-1,5 2-2,-3 7-22,2 11-20,-2 16-54,-9 16-52,-3 13-150</inkml:trace>
  <inkml:trace contextRef="#ctx0" brushRef="#br0" timeOffset="55205.4985">13272 7469 534,'0'0'12,"0"0"-3,0 0 26,0 0 59,0 0-20,0 0-36,-24-75-12,21 69 0,2 1-10,-4-1 1,0 2-6,-1-1-2,-7 0 2,-6-1-8,-4 1 0,-8-2-2,-6 0-2,-5 1 2,0-1-1,-1 1 0,3 3 1,1 2-1,1 1-3,-2 0 2,2 0 1,-3 0 2,0 6-2,-1 4-5,0 1-2,0 1 0,2 2-8,-2 1 8,2-1-14,1 3 13,2 1-2,2 2 5,2 2 0,2 4 3,0 1-2,4-1 4,0 4-1,3-2 1,6 0 0,-1 1-1,4-2 0,5 2 1,2 1 0,4 1 0,4 1-1,0 2 2,0 1-1,3-1 3,9 2 4,4 0-1,2 0-1,3 1 1,1 2 8,1 0-6,2 2-6,3 1 0,4-2 0,1 0 1,1-5-2,10-5-1,1-6 2,8-6-3,3-4 1,2-6-10,6-5-3,4-3 1,0 0-5,4-13 4,1-6-9,2-5 22,1-6 1,-3-4 6,-3-2 3,-10-4 8,-5 1 11,-6-1 0,-6-1-4,-1-1-17,-6-5 0,-6-4 1,-6-1 0,-5-1-7,-4 2 4,-8 2 9,-5 3-5,-2 5-3,0 3 2,-8 6-6,-8 1-3,-5 1 0,0 4-3,-1 4 1,1 2 2,1 5 0,4 2 0,3 2 0,1 2 1,3 4-1,3 0 1,3 3-1,0 0 1,1 1 6,2 0-1,0 1 0,-1-2 2,1 2 2,0 0-3,0 0-6,0 0 0,0 0-1,0 0 0,0 0 0,0 0 2,0 0-2,0 0 0,0 0 2,0-1 0,0-1 3,0 1 1,0 0 0,0-1-4,0 1 0,0-1 1,0 2-1,0 0-1,0-1 1,0 1 0,0-1-1,0-1 0,0 1-1,0-1 1,0 1-1,0-1 0,0 1 1,1 0 1,1-1-2,1 2 0,-2-1 0,1 1 0,-1-2-1,-1 2 2,2 0-1,-2-1 0,0 1 0,1 0 0,-1 0 0,2 0-1,-2 0 0,0 0 0,0 0-7,0 0-11,0 0-17,0 0-32,0 0-51,0 6-77,-2-2-79</inkml:trace>
  <inkml:trace contextRef="#ctx0" brushRef="#br0" timeOffset="57781.8061">12038 4607 379,'0'0'35,"0"0"11,0 0 5,0 0 5,0 0 15,0 0 22,0 0-35,86 51-8,-51-36-8,10 1-20,13-2-7,9-3 14,7-5 2,3-5-18,0-1-7,-2-1-1,-2-16-3,-5-4-1,-5-6-1,-6-5 2,-11-4 3,-8-3-4,-10-5 2,-6-1-3,-10-3 2,-3-3 1,-9-3-2,0 0 18,-7-2-12,-13 1 7,-4 3-6,-5 5-7,-4 7 2,-6 4-3,-9 9-3,-8 8-4,-12 6-22,-6 12 9,-8 1 0,0 18 18,1 17 1,5 15 0,9 12 1,13 10 1,12 7 2,13 0 4,13-6 4,11-4-10,5-11 1,16-9-2,18-9-4,10-10 4,8-9 0,9-9-28,5-7-48,1-5-212</inkml:trace>
  <inkml:trace contextRef="#ctx0" brushRef="#br0" timeOffset="58851.0674">10786 7970 529,'0'0'274,"-58"-75"-268,27 41 25,4 3 48,-2 3-20,-3 1-22,5 4-17,-5 3-4,-3 5-6,5 2-7,-7 8 0,-4 5-3,-5 0-9,-3 19-3,-5 13-2,-2 7-5,-1 9 14,9 8 5,2 8 0,10 4 0,8 7 1,11 5-1,11 6 5,6 0 1,6-8 0,25-8 0,13-10 2,14-10-8,12-9-7,9-14 3,6-16-32,6-11 18,2-14-1,-5-22-26,-3-11 45,-11-9 15,-14-6 13,-12-5-4,-11-4 20,-14-3-20,-13 0-13,-10 0-8,-4 6 1,-23 6-2,-9 10-2,-6 13-16,-9 11-6,-1 13 8,-2 9-5,2 6-14,9 0-12,10 12-12,11 2-67,14-2-98</inkml:trace>
  <inkml:trace contextRef="#ctx0" brushRef="#br0" timeOffset="59810.6941">10197 5743 678,'0'0'18,"0"0"30,58 79 27,-31-59-12,7-3-39,4-6-1,6-10-11,6-1-4,11-5-3,6-19 3,1-9-3,-5-8-2,-10-8 1,-9-4 1,-13-6-4,-8 2 2,-11-4-3,-11-3 3,-1-2-2,-3-2-1,-16 1 3,-4 2-3,-12 1 1,-4 5 0,-16 2 1,-11 11-1,-10 15-1,-3 21 1,6 10-1,6 34-2,10 21 2,9 18-1,17 18 0,17 12-2,14 4 1,8-3 0,23-12-64,5-13-156,3-13-182</inkml:trace>
  <inkml:trace contextRef="#ctx0" brushRef="#br0" timeOffset="88605.2908">19466 3137 546,'0'0'119,"0"0"17,0 0-5,0 0-68,0 0 18,0 0 5,0 0-29,0 0-11,-3-28-20,8 9-14,0 0-3,-1 1-7,-1 0 3,-2 0-3,-1 4-1,0 4-1,0 5 0,0 2 0,0 3 0,0 0 1,0 0 2,0 0-2,0 0-1,0 0-4,0 0 3,0 0 1,0 0-2,0 0-1,0 0 0,0 0-2,0 0-5,0 0-12,0 0-21,0 0-31,0 3-36,0 4-11,3-4-101,0-3-101</inkml:trace>
  <inkml:trace contextRef="#ctx0" brushRef="#br0" timeOffset="89068.1883">19554 3011 532,'0'0'146,"0"0"-21,0 0-23,0 0-46,0 0 0,0 0-28,-12-106 5,12 64 10,6-6-7,-1-3-16,-5 1 0,0 7 2,-3 7-13,-15 13 4,-6 12-8,-3 11 6,-4 0-11,-3 25-3,3 7 1,9 8 2,9-2-10,13 1-10,2-1-21,26-2 10,9-3 17,6-1 8,2-4 3,-2 1-3,-5 1 6,-7-3 2,-10 0-2,-12-1 0,-9-1 6,-5 0 5,-21-1 12,-12-1-8,-6-6-2,-3-7-11,1-6-2,9-4-24,8-6-64,13-17-21,12-12-190</inkml:trace>
  <inkml:trace contextRef="#ctx0" brushRef="#br0" timeOffset="89949.0991">19908 2663 874,'0'0'72,"0"0"-2,-36 93 56,36-50-78,0 1-13,5-5 0,13-6-14,1-7-9,2-10-4,3-4-4,1-8-4,2-4 8,3-2-7,-2-16 0,-1-9-1,-4-2-29,-7-5-19,-4 0 19,-6 0-41,-6 5 37,0 5 27,0 9 6,0 10 2,0 5-2,0 8-2,0 19 2,0 5 9,0 1 21,1-6-7,14-6-9,4-9-4,6-6-8,4-6 1,3 0 3,-2-8-6,-7-10-37,-7-4-72,-5-5-6,-8-2-84,-3-3-38,0 0 170,0 6 23,-3 6 44,0 10 7,2 10 119,1 0-56,0 25-7,0 8 94,0 7-80,1 0-4,8-2 3,-1-3-16,-1-6-2,-4-8-27,-2-5-9,1-9-3,-2-7-13,0 0-2,0-6 8,0-18-12,0-9-3,0-9-33,0-5 0,-3 0 17,3 3-38,0 10 43,6 11 5,12 12-10,3 11 19,3 1 1,-1 22 10,-1 5 1,-3 3 10,-2-1-7,-3 0 5,-3-7 2,-4-1 1,-4-7-9,-2-6-5,-1-5-4,0-4-5,0 0 8,0-10-8,0-11-15,0-9-41,0-6-22,0-7 20,2 3-23,5 4-28,6 11 68,7 14-13,6 11 54,2 0 11,0 23 90,-7 8-30,0 5-33,-6 2-7,-6 3-15,0 2-2,-4-3-14,2-2-94,5-5-3,5-11-611</inkml:trace>
  <inkml:trace contextRef="#ctx0" brushRef="#br0" timeOffset="90125.3506">21127 2627 1082,'0'0'66,"0"0"-64,0 0-2,0 0-35,83-65-179,-61 65-306</inkml:trace>
  <inkml:trace contextRef="#ctx0" brushRef="#br0" timeOffset="90265.2943">21177 2788 911,'0'0'25,"0"0"-7,0 0 3,0 0-21,0 0-125,108-36-369</inkml:trace>
  <inkml:trace contextRef="#ctx0" brushRef="#br0" timeOffset="90733.1629">21928 2318 959,'0'0'11,"0"0"-6,0 0 27,-89-28-10,69 29-18,-1 24-2,-6 12 4,1 10 8,2 5-1,7-2-5,7-7-2,7-10-2,3-10-4,0-11 0,10-6 2,10-6 5,5 0 5,3-17-12,-1-7-53,-3-7-22,-3-4-14,-3-6 3,-6 0 5,-3 5-5,-6 11 71,-3 9 15,0 12 88,0 4 24,0 10-72,3 23-31,3 12 41,6 3-2,10-1-16,8-4-26,6-11 3,8-8-9,3-10-12,2-8-86,-1-6-219</inkml:trace>
  <inkml:trace contextRef="#ctx0" brushRef="#br0" timeOffset="90916.1561">22401 2259 901,'0'0'121,"0"0"-109,0 0 56,-12 110-18,12-60-38,0-3-7,6-4-5,3-8-40,-2-7-105,-4-8-246</inkml:trace>
  <inkml:trace contextRef="#ctx0" brushRef="#br0" timeOffset="91095.5478">22259 2548 1021,'0'0'65,"0"0"19,0 0-38,0 0-35,103-41-11,-41 16-13,-1-5-135,-9-3-57,-12-3-297</inkml:trace>
  <inkml:trace contextRef="#ctx0" brushRef="#br0" timeOffset="91461.2931">22789 2077 795,'0'0'164,"0"0"-130,-25 111 85,23-61-37,2 0-31,0 1-17,0-1-9,3-7-7,0-6-3,-1-11-13,-1-12 0,1-7 0,-2-6-2,4-1-3,0-8-4,4-18-15,3-11-28,2-9-16,2-2-2,6 3 15,2 7 13,4 11-23,3 14 56,-1 12 7,-2 1 3,-4 21 37,-5 11 47,-6 8-5,-9 3-24,-3 0-17,0-2-5,-15-9-14,-7-2-14,-7-8-8,-5-3-7,-6-5-94,-9-1-239</inkml:trace>
  <inkml:trace contextRef="#ctx0" brushRef="#br0" timeOffset="92029.0487">23732 2067 522,'0'0'397,"0"0"-327,0 0 37,0 0-18,0 0-55,0 0-34,-10-24-6,10 33-73,0 15-103,-2 6-219</inkml:trace>
  <inkml:trace contextRef="#ctx0" brushRef="#br0" timeOffset="92193.3782">23742 2493 892,'0'0'54,"-26"78"38,12-35 28,1 3-84,-4 6-36,-2 5-2,-6 2-212</inkml:trace>
  <inkml:trace contextRef="#ctx0" brushRef="#br0" timeOffset="93510.1498">20716 3738 454,'0'0'142,"0"0"4,0 0-22,0 0-55,0 0-29,0 0-6,-4-75-1,1 62 18,-1 2-6,-2 1-20,-3 2-14,-4 2-7,-7 2 0,-5 2-3,-5 2-1,-3 0-1,-1 22-1,1 11-3,3 14 2,3 8 0,8 3 2,8 0-3,8-6-5,3-8 2,0-10-7,18-11 3,5-10 1,5-10-16,2-3 17,1-10 2,-1-15 0,-5-5 4,-4-4 4,-4-2-1,-5-5 5,-4-3-2,-5-3 8,-1 0 14,-2 4-3,0 11 3,0 11-13,0 14-2,4 7-10,4 22-13,5 19 0,2 8 12,5 3 1,-2-7-1,4-8-10,2-5-63,4-12-22,3-6-205</inkml:trace>
  <inkml:trace contextRef="#ctx0" brushRef="#br0" timeOffset="93699.6331">21303 3616 842,'0'0'91,"0"0"-85,0 0 0,0 0-6,0 0-128,100-43-141</inkml:trace>
  <inkml:trace contextRef="#ctx0" brushRef="#br0" timeOffset="93862.3433">21376 3832 707,'0'0'87,"0"0"-8,0 0 16,0 0-69,0 0-23,0 0-6,85-26-30,-44 7-167,6-4-126</inkml:trace>
  <inkml:trace contextRef="#ctx0" brushRef="#br0" timeOffset="94390.037">21906 3225 931,'0'0'37,"0"0"46,0 0-16,0 0-67,0 0 1,4 81 9,11-37 5,-1 0-8,-4-5-4,-4-1-2,-3-6 1,-2-3-1,-1-8 2,0-6-2,0-8 0,0-5-1,0-2 0,0 0-2,2-14 1,3-9-27,5-4-11,3-5 37,6 0-4,6-1 4,3 5-1,5 5-2,4 10 4,-1 11-1,1 2 0,-6 4 4,-4 14 6,-12 5-1,-8-1 8,-7 2 18,0 1-2,-19 0-11,-6-1-1,-5-3-12,2-4-4,3-8-2,2-5-1,2-4-31,3-4-100,9-16-52,6-7-390</inkml:trace>
  <inkml:trace contextRef="#ctx0" brushRef="#br0" timeOffset="94600.8915">22537 3252 949,'0'0'21,"0"0"4,0 0 11,0 0-36,0 0-128,0 0-373</inkml:trace>
  <inkml:trace contextRef="#ctx0" brushRef="#br0" timeOffset="94779.3016">22664 3459 1026,'0'0'26,"-36"83"84,17-33-20,5 3-52,1 0-37,1 1-1,-5 0-75,-7 3-302</inkml:trace>
  <inkml:trace contextRef="#ctx0" brushRef="#br0" timeOffset="95419.4599">20635 4695 558,'0'0'411,"0"0"-390,0 0 17,0 0 2,0 0-40,0 0-1,-13 98 1,23-33 5,0-6-2,-1-6 1,-3-11-3,-2-9-1,-2-11 3,-2-10-2,1-7 0,4-5-1,7-5 1,1-15 4,8-7 2,-3-3-7,4 1 3,2 2-1,1 5-1,3 7 0,0 8-1,-4 7 7,-5 0 6,-11 12-10,-8 14 6,0 5 15,-24 6-4,-12 1 2,-6-3-10,-2-2-11,6-11 8,8-8-9,8-11-4,8-3-21,7-12-64,7-18-65,9-6-274</inkml:trace>
  <inkml:trace contextRef="#ctx0" brushRef="#br0" timeOffset="95600.4504">21409 4728 1032,'0'0'64,"0"0"-4,0 0-60,0 0-41,0 0-161,86-72-372</inkml:trace>
  <inkml:trace contextRef="#ctx0" brushRef="#br0" timeOffset="95751.5453">21497 4930 1053,'0'0'0,"0"0"-7,0 0 2,95-37-164,-36 12-375</inkml:trace>
  <inkml:trace contextRef="#ctx0" brushRef="#br0" timeOffset="96142.124">22010 4761 1067,'0'0'0,"5"-75"0,18 30 17,6 0-12,-4 1 2,-4 2-6,-10 3 15,-10 7-16,-1 7 1,0 9 3,-10 7-3,2 9-1,4 0-2,0 6-10,4 16 1,0 9 6,13 8 3,9 5 2,-1 2 0,1 2 0,-2-1 4,-4-6 0,-3-7 5,-2-10 1,-5-7-8,-1-7-2,-4-5-4,2-5-68,0 0-78,1-12-280</inkml:trace>
  <inkml:trace contextRef="#ctx0" brushRef="#br0" timeOffset="97032.0046">22356 4467 395,'0'0'513,"0"0"-411,0 0-30,0 0-5,0 0-17,33 86-20,-19-55-13,3-4 0,3-6-3,1-7-4,3-8-8,-1-6 1,4 0-3,-4-16-9,-1-6-35,-1-3-3,-3-4-10,-3 0 20,-5-1 17,-5 0 15,-5 4-6,0 5 10,0 6 1,-5 10 9,-4 5 23,0 10-21,1 14-1,3 6 18,5 3 9,0-3-14,5-5-7,12-5-7,6-7-6,2-6 6,-1-6-5,3-1-2,0-7-4,-4-13-12,-4-4-17,-3-2-24,-4 0-24,-2-1 26,-4 1 20,-3 0 0,-1 6 14,-2 7 19,1 12 11,-1 1 20,0 11-27,2 15 33,-2 2 13,0 2-7,0-5 6,0-3-21,0-6-5,0-5-12,1-4 1,-1-4-10,0-3 5,0 0 0,0-1 0,0-15 1,0-4-8,0-6-24,0-4-32,2-3-12,2 0 18,3 6 13,2 9 4,2 11 22,4 7-1,-5 1 12,2 16 16,2 5 24,-5 1-4,0 1 13,-2-3-1,-1-1-26,-3-3 2,2-4-4,-4-3-9,2-4 2,-3-4-12,0-2 1,0 0 0,0 0-2,0-15-1,0-7-21,0-6-42,0-7 0,0-5 22,5 0 34,8 1-1,2 11 6,4 11 3,0 15 3,6 2 23,0 19-10,2 15 54,-4 6-24,-4 3-25,-3 1-7,-6-3-5,-4-4 5,-3-6-13,-3-6-1,0-5-43,0-6-110,0-8-97</inkml:trace>
  <inkml:trace contextRef="#ctx0" brushRef="#br0" timeOffset="97234.5716">23499 4126 1189,'0'0'32,"0"0"-15,0 0 34,0 0-40,0 0-11,0 0-91,6-10-116,4 21-255</inkml:trace>
  <inkml:trace contextRef="#ctx0" brushRef="#br0" timeOffset="97399.342">23534 4345 990,'0'0'56,"0"0"85,-13 89-47,3-53-59,-2 1-21,-3 2-14,-3 1-62,1 1-278</inkml:trace>
  <inkml:trace contextRef="#ctx0" brushRef="#br0" timeOffset="99026.4735">20087 5994 798,'0'0'3,"0"0"25,0 0 45,13-72-7,2 72-2,6 23-11,-1 19 8,1 12 4,-5 7-11,-7-5-22,-3-7-17,0-11-7,1-9-8,2-12 8,2-8-8,5-5-3,2-4-15,3 0 0,0-1-31,-8-2 23,-1 3 16,0 9-4,0 18 9,4 11 5,-2 5 5,-2 7 9,1 6 11,-4-5-16,-3-6-1,-6-10-8,-6-12 0,-18-5-8,-9-5-21,-4-8-59,1-5-85,2-16-385</inkml:trace>
  <inkml:trace contextRef="#ctx0" brushRef="#br0" timeOffset="99986.8635">18856 1877 901,'0'0'72,"0"0"-20,0 0-36,0 0-7,-49 76 6,46-47 3,3-2-2,0 0-11,16-3-4,5-4 9,0-2-10,-3-4 6,-6-3-2,-5-2-4,-7 1 0,0 3-3,-11 2-14,-16 3-8,-6-1-7,0-3-8,5-4-19,8-4 2,9-6 9,6 0 40,5 0 5,0 0-25,0 0-6,15 0 32,3 0 2,4 9 12,3 17 17,-1 15 29,-1 10-23,-4 14-3,-5 3 0,-7 1 7,-7-5 0,0-11-39,0-11-193</inkml:trace>
  <inkml:trace contextRef="#ctx0" brushRef="#br0" timeOffset="108249.3729">9333 3104 685,'0'0'61,"0"0"-6,0 0 27,0 0-4,0 0-24,0 0 19,0 0-10,0 12-10,0-12 8,0-7-19,0-16 7,-4-14-27,-1-14-15,2-12 3,-4-12-10,2-7 1,-4-14 0,-4-7 0,-5-1-1,0 2 0,-1 13 3,-4 10-6,1 6 3,4 10 0,-1 7-4,8 13 4,5 11 0,-1 8 0,7 9-1,0 4 0,-2 5 0,2 5 1,0 1-2,0 0 0,0 0-2,0 0-4,0 0-3,0 0 1,2 0-3,19 0 12,10 0-2,11 0 2,22-1 1,15-14 0,9-6 0,12-4-6,7-5 2,2-3-7,8 1 2,0-3-7,-9 1 4,-7 2-1,-17 2 0,-20 6 7,-18 7-6,-19 4 10,-13 6-3,-10 5 5,-4 2 1,0 0-1,0 0-1,0 0 1,0 0 6,0 0-5,0 0 0,0 0-1,0 7 0,0 9-3,0 10 2,0 6 0,0 13 1,0 18 2,12 17-2,6 19-1,7 12 1,5 8 2,5-3-2,-1-7 0,2-6 1,-2-12-1,-7-14-4,1-12 1,-7-15 3,-3-9-1,-6-8 1,-5-7-2,-5-5 0,-2-4 0,0-5 1,-2 4-3,-26 1 4,-21 7 2,-29 8-2,-25 5 4,-22 5-4,-18 2-2,-12 3 0,-8-2 2,3-3 0,9-2 3,16-5-2,24-5 3,25-8-2,26-7-2,32-11-2,23-4-105,5-16-117,33-15-485</inkml:trace>
  <inkml:trace contextRef="#ctx0" brushRef="#br0" timeOffset="112879.1608">2379 9104 449,'0'0'324,"0"0"-302,0 0-14,0 0 49,24 96 0,-5-42-12,-2 1 18,1-4-18,-6-3 3,-3-7-11,-2-9-4,-1-9-12,-3-12 1,-1-7-2,-2-4-8,0 0 20,0-13-4,0-19 1,-8-14-23,-5-14-6,2-5-27,2 0 7,6 3 4,3 8 11,0 12 5,6 14 0,14 14-4,8 14-1,5 0-3,4 30 2,2 12-4,-5 7 9,-5 3-5,-7-3-16,-7-6-29,-6-6-87,0-8-29,-3-10-169,0-11-91</inkml:trace>
  <inkml:trace contextRef="#ctx0" brushRef="#br0" timeOffset="113272.0188">2778 9059 501,'0'0'50,"0"0"23,14 85 48,-3-65-66,1-8-3,1-7-12,-1-5-15,3 0-10,0-15 12,3-10-12,-6-8-6,0 0-1,-9-2-4,-3 3-3,0 0 6,-7 5-2,-13 4-5,1 7 1,-5 10 2,6 6 0,-3 7 8,4 25-11,0 14 0,3 13 5,7 6-2,7 0 9,0-9 18,0-8-20,18-14 0,1-10 11,2-11-5,12-13-6,10 0-6,3-24 3,5-11-7,-3-5-5,-5-7-161,-10 1-190</inkml:trace>
  <inkml:trace contextRef="#ctx0" brushRef="#br0" timeOffset="113473.0554">3054 8878 787,'0'0'90,"0"0"-64,0 0-12,56 72 36,-17-40 2,1-7-11,-1-7 4,-3-3-31,-3-5-10,-3-5 1,-7-2-5,-6-3-53,-7 0-85,-8-6-183,-2-8-83</inkml:trace>
  <inkml:trace contextRef="#ctx0" brushRef="#br0" timeOffset="113649.4129">3222 8860 732,'0'0'103,"-12"79"-64,8-18 39,-1 8-33,-1 1 2,-1-3-38,-2-9-1,6-13-8,0-14-6,3-14-80,0-17-120,0-4-242</inkml:trace>
  <inkml:trace contextRef="#ctx0" brushRef="#br0" timeOffset="113867.3002">3240 8653 861,'0'0'58,"0"0"-44,0 101 43,16-43 40,7 1-38,4-6 2,1-10-28,-1-10-25,0-9-4,-2-9 0,-3-6-4,-5-8 0,-2-1-117,-8-7-131,-7-13-342</inkml:trace>
  <inkml:trace contextRef="#ctx0" brushRef="#br0" timeOffset="114029.2008">3291 8918 933,'0'0'42,"0"0"-25,0 0 5,0 0 16,85-45-1,-40 8-26,4-2-11,-4-4-85,-2 1-315</inkml:trace>
  <inkml:trace contextRef="#ctx0" brushRef="#br0" timeOffset="114303.1282">3749 8359 935,'0'0'29,"0"0"29,0 0 7,-52 105-15,44-53-24,8 8-2,0 4 6,0-3-7,17-8-6,8-10-7,8-14-7,7-12-1,2-13-2,3-4 0,-1-14-24,-3-18-93,-7-11-41,-6-7-313</inkml:trace>
  <inkml:trace contextRef="#ctx0" brushRef="#br0" timeOffset="114513.2526">3998 8019 91,'0'0'904,"0"0"-857,0 0 45,103 69 21,-42-22-63,2 15 14,-2 20-41,-4 11-20,-20 10 0,-13 4-6,-23-3-84,-2-5-137,-35-10-457</inkml:trace>
  <inkml:trace contextRef="#ctx0" brushRef="#br0" timeOffset="115731.2741">3195 10443 779,'0'0'30,"0"0"7,0 0-13,14 112 18,14-36 9,2 3 0,3-3 7,-5-9-12,-4-7-1,-6-11-24,-6-12-8,-6-14 3,-3-13-14,-3-10 2,0 0 8,0-18-10,0-19 12,-8-11-14,2-9-12,5 2-21,1 7 5,0 9 4,3 12 11,15 17 10,10 10-2,8 3-3,4 17 6,5 0 3,4-5-1,-4-9 2,-6-6-1,-1 0 4,-8-14 3,-10-12-2,-1-9 7,-10-8-1,-6-4-2,-3 0 5,0 5-10,-3 6 0,-15 6 2,-1 8-6,-5 11 15,3 10 1,-3 1 3,6 26-18,8 19-2,5 10 0,5 5 9,0-4 3,12-11 0,3-14-4,0-9-3,0-14-5,-3-5 0,2-3 0,0-7 1,0-17 6,-4-7-7,-1-7-8,-6-2-42,-1 6 15,-1 9 21,-1 12-13,2 9 18,5 4-1,5 8-11,5 11 21,2 1 4,3-6 0,2-8 5,0-6-1,3-2 9,-3-23-8,-4-11 0,-3-5-1,-4 0-5,-10 3 1,-3 4 4,0 4-1,-8 5-7,-6 6-2,-1 3-24,3 8 21,6 6-15,6 2 1,0 12 0,5 14 10,15 8 9,7 6 0,6 0 2,1 2 9,-1-5 13,-3 0 3,-3-3 2,-9-5-15,-5-1 1,-8-7-13,-5-7 4,0-4-6,-8-8-3,-11-2-57,0-14-74,-1-21-197,1-14-184</inkml:trace>
  <inkml:trace contextRef="#ctx0" brushRef="#br0" timeOffset="116479.4664">4207 10239 875,'0'0'55,"0"0"0,65 100 80,-36-59-51,-5-2-36,1-3-6,-7-4-16,-9-5-5,0-6-7,-7-7-10,-2-8 1,0-6-1,0 0 7,-17-13-5,-2-14-6,-8-6-21,4-12-24,-5-2 39,4-1-21,5 4-9,14 8 25,5 14 5,5 13 0,19 9 6,4 2 2,5 25 7,3 4-2,0 2 4,-1-4-1,1-8-6,-3-5 10,-3-9-8,-2-7-1,-3 0-4,-2-13-1,-1-15 7,-1-9-7,-6-7-1,-6 0-5,-5-5 4,-4 2-12,0 1-11,-19 5 15,-3 9 8,-1 9-3,-1 11 1,2 12 1,3 1-3,1 27 0,3 10 6,9 7 1,6 2 9,0 2 5,13-2-6,11-9-5,8-8 2,-1-15-2,6-8-4,2-7 2,1-8-2,-2-19 0,-3-10-39,-6-4-66,-7-4-14,-7 3 22,-9 1-80,-6 4 18,0 5 81,-6 2 78,-15 4 38,2 3 57,4 6 69,4 7-42,7 10-22,4 0-46,4 14-41,16 16 17,11 5 14,8 3-8,10-1-21,8-5-9,-2-5 2,-3-7-3,-3-10-5,-10-9-10,-9-1-126,-9-5-92,-15-15-457</inkml:trace>
  <inkml:trace contextRef="#ctx0" brushRef="#br0" timeOffset="116679.2034">4996 9822 1050,'0'0'56,"-34"89"-5,22-29 5,-1 6-34,2 0-9,3-1-11,0-5-2,5-7-59,-2-8-127,1-10-226</inkml:trace>
  <inkml:trace contextRef="#ctx0" brushRef="#br0" timeOffset="117006.1879">5075 9635 1090,'0'0'63,"0"0"-17,0 0-10,0 0-23,0 0-9,61 107 3,-26-50-1,-4 2-6,-1-7 0,-8-5 0,-7-8-60,-3-11-70,-3-8-43,-9-10-283</inkml:trace>
  <inkml:trace contextRef="#ctx0" brushRef="#br0" timeOffset="117160.7426">5151 9974 984,'0'0'86,"0"0"-81,0 0 0,0 0-5,96-71-45,-50 43-192,-4-3-417</inkml:trace>
  <inkml:trace contextRef="#ctx0" brushRef="#br0" timeOffset="117739.5066">5439 9336 896,'0'0'132,"0"0"-86,0 0 11,0 0 5,0 0-48,-68 118-2,68-47-1,0 2-1,25-1 7,11-2-9,7-10 5,3-11-8,5-13-2,4-17-3,-1-12 0,1-7-24,-9-14-113,-8-18-166</inkml:trace>
  <inkml:trace contextRef="#ctx0" brushRef="#br0" timeOffset="117958.2457">5746 9000 1002,'0'0'13,"0"0"33,124 86 64,-49-14-37,4 20 9,-10 21-53,-17 5-22,-28 11-7,-17-3-1,-11-11-96,-32-11-237</inkml:trace>
  <inkml:trace contextRef="#ctx0" brushRef="#br0" timeOffset="118879.2309">4292 10030 398,'0'0'100,"0"0"-15,0 0 81,0 0-32,-1-83-25,1 70 5,0 1-14,0 7-31,0 2-32,0 3 4,1 0-17,20 27-19,10 22-4,10 23 19,0 15 3,1 3-8,-6-4-10,-5-6-2,2-5-3,-5-10-9,-1-13-6,-6-14-69,-6-19-12,-6-15-190,-9-4-309</inkml:trace>
  <inkml:trace contextRef="#ctx0" brushRef="#br0" timeOffset="123239.4374">4616 8507 503,'0'0'84,"0"0"-22,0 0 27,0 0 12,0 0-57,0 0-9,-45-87-14,45 64-17,0-5 6,9-3-7,9-3 3,12-4-1,4 0-5,9-2 0,5 3 1,7 1 1,8 1-2,4 0 2,7 3 3,1 7-3,4 7-2,-1 6 1,-1 8-1,3 4 0,6 0 0,10 11 3,11 10-3,12 4 34,11 3 58,4 0-74,5 5-18,-5 2 6,2 3-6,1 2-7,1 0-19,-4 4 11,-3-3 0,-4 2 7,-3 0 8,1 1 2,-2 1 0,-4 2 2,2-1 8,-2 1 0,8 1 13,-3 1-9,-2 5-7,-1 2-9,-8 3 0,-1 4 0,-2-3 0,0-1 3,0-1-2,-1-4 1,3-3-2,4-2 1,6-1 2,4 1-3,4-1 0,1-5 1,6-5 12,9-4-4,1-3 9,9-4 3,13-4-1,5 0-2,4-1-11,5-4-4,1-2-3,2-2 3,10-2-1,-1-2 0,8-6 1,3-4 0,3 0-2,6-3 3,10-14 0,5-5 4,6-8-3,4-4-5,-5-7-1,2-2 0,-5-8 2,-1-9 2,-7-6-3,-5-6-4,-4-4 4,0-3 0,1-3 1,1-7 2,-1-4-3,-7-5-4,-8-7 3,-3-4 2,-5-9-4,-11-9 9,-6-6-7,-15-10 1,-10-2 0,-9 0 0,-7-6 1,-9-1 2,-4-9-2,-9-4-1,-11-1-12,-16 1-14,-20 9 8,-19 5 5,-15 7 6,-9 3 4,-11 4 3,-2 8 2,-7 9-2,0 11 2,0 11 3,-2 9-1,1 9 1,-2 8 0,0 7 4,0 8-4,-3 8 4,-5 7 11,2 9-6,-1 9-4,6 7 5,-1 10-3,2 3 11,0 2-14,0 2-9,0 0 0,0 0-2,3 3-16,1 7-22,-2 2-6,-2-2-40,-2-1-28,-17 0-6,-2-5-68,-4-4-135</inkml:trace>
  <inkml:trace contextRef="#ctx0" brushRef="#br0" timeOffset="123559.051">18082 5157 242,'0'0'359,"-94"9"-260,55 2-36,9 0 58,11 1-26,10-4-32,7 1-23,2-3 5,13-4-27,19-2 11,17-5 2,17-24-6,16-9-12,6-11-12,-1-5 0,-4-8 2,-7-12-4,-7-5 4,-8-2-2,-14 9 1,-15 15 2,-11 21-3,-10 16-1,-4 20 6,-3 8-5,2 40 6,5 30-7,7 22 7,5 7-2,7 2-5,11-7 0,5-10-39,6-11-86,2-15-140</inkml:trace>
  <inkml:trace contextRef="#ctx0" brushRef="#br0" timeOffset="125023.3623">21075 6846 863,'0'0'95,"0"0"-55,0 0 10,0 0 33,0 0-44,-86 20-26,69 28 4,5 12 5,2 4-4,5 0-8,5-7-3,0-11 1,3-12-3,18-13-1,10-11-4,11-10 0,12 0-3,4-21-7,1-8-48,-5-6-41,-9-4 40,-9-3-2,-9 6 2,-8 5-28,-10 11 53,-5 12 34,-4 8 1,0 4 37,0 21 18,0 7 9,2-2-22,7-3 1,6-8-4,5-12-8,5-7-7,2 0-3,-1-12-4,0-10-11,-4-7-3,-4-3 3,-3-2-2,-12 2-1,-3-1 15,-5 5-15,-19 3-3,-8 9-2,-11 12-12,-5 4-25,-1 16-17,5 13 11,8 7-19,9 0 1,11-2-81,15-7-143</inkml:trace>
  <inkml:trace contextRef="#ctx0" brushRef="#br0" timeOffset="125943.8791">21822 6776 1040,'0'0'72,"0"0"-26,-60 100 37,53-61-36,7-5-18,0-6-7,18-6-1,12-10-12,7-8-8,9-4-1,4-4 0,-4-17-34,-9-2 13,-10-5-19,-10 0-7,-7-3 11,-6 3 28,-4 5 5,0 11 3,0 10 9,0 2 25,0 21-14,0 12 8,0 4 6,0-4-19,11-5 3,11-7-6,3-12-5,7-7-5,2-2 1,2-17-6,1-13-9,-2-8-7,-7-7 2,-6-4-12,-6-2 1,-8-3 0,-5 0 6,-3 0 10,0 3-7,0 8 8,0 16 10,-6 15-3,1 12 8,0 10 3,0 25 1,2 14 15,2 11-4,1 0-5,0-1-8,0-6-2,6-10-3,-3-6 2,-3-10 0,0-7-1,0-8-2,0-7-12,-2-5-18,-7 0-5,-3-3 9,-1-13 8,-2-2 0,0-4 18,3-3 0,4 3 2,3-1 26,5 4-1,0 0-5,0 2-9,13 2-3,4 2-9,5 3-1,-1 5-2,-5 3 1,1 2 0,-8 0-21,-2 6-16,2 4 16,-6-2-5,0-2 4,-2-5 9,1-1 7,-2 0 6,3 0 1,-1-3 13,1-11-2,3-4-6,1-3-2,3-3 0,2-2-2,8 4 0,3 2 2,4 4-2,-1 6 4,1 8 33,-2 2-6,-4 0 4,-6 21-16,-2 10-9,-5 8-11,1 4 0,-1-2-2,-2-6-45,0-5-55,1-11-85,-3-10-366</inkml:trace>
  <inkml:trace contextRef="#ctx0" brushRef="#br0" timeOffset="126159.0694">22895 6336 1002,'0'0'128,"0"0"-6,0 0-65,0 0-48,0 0 4,16 125-4,-5-65 0,1-6-9,-2-4-5,-4-7-14,-3-6-47,-3-8-58,0-10-63,-10-8-213</inkml:trace>
  <inkml:trace contextRef="#ctx0" brushRef="#br0" timeOffset="126293.579">22717 6664 817,'0'0'150,"0"0"-124,0 0-14,0 0-4,0 0-8,96-57-40,-60 42-95,-2 1-96,2-3 33</inkml:trace>
  <inkml:trace contextRef="#ctx0" brushRef="#br0" timeOffset="126479.2126">23316 6242 974,'0'0'106,"0"0"1,0 0-48,0 0-28,-8 108-8,8-52-12,0 4-8,5-3-3,7-2-24,1-5-114,-2-5-124,-4-10-602</inkml:trace>
  <inkml:trace contextRef="#ctx0" brushRef="#br0" timeOffset="126948.4371">23173 6585 900,'0'0'107,"0"0"-42,0 0 38,0 0-52,92-87-45,-38 61-6,-2 0-30,-3-3-130,0-2-122,-7 2-271</inkml:trace>
  <inkml:trace contextRef="#ctx0" brushRef="#br0" timeOffset="127139.2306">23748 6129 957,'0'0'90,"0"0"-43,0 0 43,9 93-33,0-33-32,-1 4-5,-2-3-12,-2-2-5,-1-9-3,-3-6-4,0-6-60,-1-8-106,-16-9-151</inkml:trace>
  <inkml:trace contextRef="#ctx0" brushRef="#br0" timeOffset="127311.0643">23657 6496 991,'0'0'70,"0"0"-32,0 0 30,82-60-51,-37 38-17,3 0-1,-3-2-71,-2-3-73,-7-1-253</inkml:trace>
  <inkml:trace contextRef="#ctx0" brushRef="#br0" timeOffset="127459.7614">24193 6052 1069,'0'0'121,"0"0"-76,0 0-21,0 0-23,0 0-1,-26 110-38,10-61-194,0 4-317</inkml:trace>
  <inkml:trace contextRef="#ctx0" brushRef="#br0" timeOffset="127597.8435">24051 6694 1122,'0'0'25,"-52"99"9,21-43-17,-5 9-17,-5 5-104,-2 1-534</inkml:trace>
  <inkml:trace contextRef="#ctx0" brushRef="#br0" timeOffset="129169.3822">24263 6228 664,'0'0'62,"0"0"-1,0 0-20,-12-96 2,-1 67-7,-4-7-28,-2-3-4,-7-3 7,-5-2 7,-8 3-18,-7 3-1,-5 6-7,-12 3 7,-12 5-11,-15 5-2,-13 5 9,-13 5 0,-14 6-1,-13 3-6,-6 0 1,-6 17 11,-5 10 0,2 5 2,-4 8 6,7 3-7,0 3 7,3-1-1,10 1 15,9 2 9,8 4-13,13 8-3,6 6 14,11 7-23,13 8 2,11 2-6,12 0-1,7 5 1,8-4-1,6 4-1,8 1 0,10 2 0,9 1-1,11-1-1,0-7 2,25-2 1,18-4-1,11-3 3,14-7 3,13-9 0,12-10 0,15-7 9,19-9 14,21-12 17,24-8-23,20-13 5,20 0-19,7-14-3,0-12-6,1-4 2,-5-6 4,-2-9 2,-4-13 1,-6-15-9,-11-15 1,-16-13 2,-21-22 0,-28-10 2,-30-8-3,-32 0 1,-39 11-1,-26 13-1,-45 15 0,-40 16-1,-26 19-2,-22 17-20,-6 15 7,-4 15-9,6 9 10,14 9 3,22 2-4,22 2 13,22 11 2,19 1-45,16 0-19,15 2 44,7 0-20,0 0-59,13-1-42,5-3-76,-3-6-113</inkml:trace>
  <inkml:trace contextRef="#ctx0" brushRef="#br0" timeOffset="130672.659">10169 2019 514,'0'0'24,"-30"-73"-4,12 28 35,-6-4 9,-3 2 36,-3 3-69,-4 7 4,-8 10-3,-10 7-5,-11 12-24,-16 8-3,-10 14-7,-10 29-7,-4 20 14,-1 22-2,10 23 1,18 21 2,18 17 3,20 20 0,24 2 0,14-6 10,25-11-6,42-27-8,29-22 2,29-27-2,34-34-1,13-33-33,12-24 13,-1-43-68,-10-29-60,-10-15 91,-22-12 58,-24-19 58,-22-7 34,-32-11 29,-27 0-33,-29 7-41,-10 5-22,-43 16-19,-30 20-6,-33 25-2,-18 32-9,-15 33-69,-5 19-61,4 45-74,4 25-28</inkml:trace>
  <inkml:trace contextRef="#ctx0" brushRef="#br0" timeOffset="140059.3417">4932 10858 198,'0'0'50,"121"-1"90,-41-10-60,13-3 107,13-1-62,19-3 11,11-3-44,7-6-14,6-6-37,-1-6-10,-2-5-6,1-5-8,-9-6 3,-3-2-5,-7 1-4,-7-2-5,-8-1-4,-7-5-2,-6-6-2,-11-4-3,-11 0 3,-12-3 2,-17 0 0,-15-1-2,-12 2 2,-11 0 0,-5-1 1,-6-5 1,0-5 0,0-3 3,-1-3-3,-13-2-1,-1-2-1,0-6 10,-3-3-1,5-7-2,-2-4-5,3-4 4,6-9-4,-3-1-1,3-4-1,-1 0 1,-4 5-1,1-2 2,-5-1-2,-6-2 1,0-6 0,-6-4-1,-1 0 0,-5 0 0,-7 4 0,4 1-2,-4-1 2,-5-3-2,-1-3 2,-8 2-7,2 2 7,1 8-8,3 6 4,5 8 4,10 4 0,6 6-7,10 3 2,9 2 3,8 1 2,3 3-6,24 3 6,9 8 0,16 5-4,12 2-4,9 4 8,8 1-6,5 3 1,5 2 9,5 3-4,7 7 0,1 0-2,-1 3 2,-3 5 0,-9 1 6,-12 4-6,-12 3 3,-7 7 6,-9 7-7,-7 6-2,-8 8 5,-14 6-2,-8 6-3,-6 2 0,-4 2 7,-3 3-6,1-1 2,-1 1-1,-1 1 1,0 0-2,0 0-1,0 0 0,0 0 0,0 0-1,0 0-4,0-3-6,0-3-6,0-1-30,-13-2-15,-7-4 0,-6 0 21,-10-3-14,-7 1 18,-4 0 18,-3 0 10,-1 1 8,6 1 1,5 1 16,10 3 10,9 4-18,12 2 39,8 3-22,1 0-1,9 0-17,22 0-7,24 0 1,17 0 0,16 0 3,7-3-4,-1-7-2,-6-4-3,-7 0 3,-14 0-2,-12 2 1,-19 8 2,-19 4 1,-16 24-14,-1 35 14,-17 30 19,-20 30 2,-3 12-15,-3 2-6,7-6 0,9-17-26,9-11-117,9-16-287</inkml:trace>
  <inkml:trace contextRef="#ctx0" brushRef="#br0" timeOffset="156941.6189">1809 11761 695,'0'0'139,"0"0"-43,-89-38-24,71 33 15,12 2-23,3 3-2,3 7-43,0 28-19,19 19 0,14 15 0,9 3 5,4-6-5,-4-5 11,-9-10-9,-11-9-2,-4-11-1,-3-10-3,-6-11 1,0-10-47,-2 0 1,1-23 44,-2-12-1,-3-11-49,-2-9 32,1-1-26,1 6 12,10 9 37,4 17 1,5 16 11,0 8-6,-2 18-12,-7 14 12,-5 9-5,-8 3 22,0 1 5,-5 0-1,-11-5-9,-1-7-14,-2-7-4,2-12-25,1-10-16,4-4-26,2-21-63,5-14-215</inkml:trace>
  <inkml:trace contextRef="#ctx0" brushRef="#br0" timeOffset="157239.3894">2124 11896 342,'0'0'184,"0"0"-80,0 0 28,48 87-67,-35-73-30,-2-4 2,2-9-10,-1-1-3,3-7-2,-3-17 2,3-4 0,-5-3-6,-7 0 13,-3 4-17,0 4-9,-13 5 5,-10 6 12,-2 3 7,-2 9-24,5 0-5,7 23-1,7 12-10,7 6-6,1-2-30,1-5-36,13-8-22,7-11-193,-3-12-51</inkml:trace>
  <inkml:trace contextRef="#ctx0" brushRef="#br0" timeOffset="157549.218">2297 11788 566,'0'0'192,"0"0"-84,0 0-73,0 0-31,0 0-1,0 0 7,63 92 8,-44-75-11,4-7 3,-3-5-3,0-5 2,1 0-6,-6-22 18,0-15-11,-8-8 8,-7-3 23,0 2-16,-7 1-19,-17 9 1,-9 6 18,2 9-1,-2 11-9,3 10-15,6 8-7,9 28-8,2 9-14,10 9-2,3-5-4,0-6-10,0-14-29,16-15-114,1-14-113</inkml:trace>
  <inkml:trace contextRef="#ctx0" brushRef="#br0" timeOffset="158649.2383">2358 11278 931,'0'0'95,"0"0"-45,0 0-27,5 100-4,16-44 21,7 2 1,2-3-8,3-6-11,-3-9-8,-2-14 2,0-10-11,1-12-4,-1-4 1,-3-13-2,-5-17-1,1-7-13,-12-4-17,-8 0-87,-1 1 118,-6 1 0,-12-1-10,-6 5 3,2 8 7,4 10 0,5 12 2,7 5 16,1 8-14,2 22-4,3 9 0,0 7 12,14-1 14,8-6-9,3-5 2,2-10-18,4-8 0,2-11 4,0-5 8,0-3-5,-2-21-4,2-5-4,-6-9-13,0-3-25,-12 0-7,-12 0 45,-3 3 0,0 4 3,-15 7 0,-3 5 8,1 9-4,3 9 15,0 4 2,4 7-20,1 20-4,1 6 0,5 4 3,3-2 3,0-7 3,0-6 0,5-9-8,4-8-1,-3-5 0,7 0 4,-5-5 4,-1-15 2,-2-6-10,-4 0-30,-1-3-21,0 4 13,-1 8 17,-4 7 7,2 9-13,3 1 17,0 9-4,0 13 11,6 0 3,6-3 20,0-7-1,1-5-14,-2-7-1,-2 0-1,-3-2-3,4-17 0,-5-3-7,-5-4-40,0 1-14,0 1 9,0 5 40,0 8 9,0 8-21,0 3 20,10 7 4,6 12 7,-2 2 15,1-1 21,-6-4-14,-2-3-6,-2-6-2,-5-1 2,0-6-13,0 0 8,0 0-1,0-4 5,-9-12-22,-5-5-4,-2-4-23,2-1-13,3 3 14,6 8 8,5 7-18,0 8 34,8 0 4,5 0 6,-1 0 11,3 0-7,-3 0-3,0-7-3,1-7 0,-5-2-6,-2-2-7,1 1-5,-3 5 12,1 6 0,7 6 4,4 0-1,8 8 0,2 11 24,2 6-16,0 2-4,-1-2-7,6 7-30,0-3-270,-9-8 90</inkml:trace>
  <inkml:trace contextRef="#ctx0" brushRef="#br0" timeOffset="159825.3419">617 9753 9,'0'0'612,"0"0"-420,0 0-58,0 0-16,0 0-35,0 0-47,0 0-35,-28 39 0,44 7 0,2 2-1,0-3-6,-3-5-29,0-7-49,-6-3-11,-3-7-70,-6-8-109,0-5-248</inkml:trace>
  <inkml:trace contextRef="#ctx0" brushRef="#br0" timeOffset="160139.2272">150 9868 670,'0'0'111,"-47"-109"-18,39 49-65,8 0 13,6-4-23,21-2-1,12 7 1,1 12-13,0 26-5,1 21-23,-4 33-73,-3 24-5,-6 18-13,-8 13 20,-7 5 16,-10 5 38,-3 1 40,0-5 48,0-10 22,0-9 38,0-14-13,2-18-59,16-14-10,12-16-17,14-13-8,14-7 11,8-32-2,9-17-5,-2-13-5,-9-6-36,-13 0-176,-8 6-202</inkml:trace>
  <inkml:trace contextRef="#ctx0" brushRef="#br0" timeOffset="160465.1259">986 9726 493,'0'0'39,"0"0"21,33 106 43,-16-69 5,-3-5-46,2-5-24,-5-5-3,-4-8-19,-2-6-4,-5-6-11,0-2 5,0 0 7,0-22-13,-12-10-14,-9-12-32,-2-8-18,-5-6 4,1 0-6,2 7 66,10 11 27,11 11 39,4 15-30,8 14-5,15 9-30,10 20 10,7 9 7,-4-1-5,-5-3-3,-4-5-3,-2-9-5,-2-7-2,-1-13-27,-1 0-59,-6-21-218</inkml:trace>
  <inkml:trace contextRef="#ctx0" brushRef="#br0" timeOffset="160630.4385">1069 9297 816,'0'0'77,"0"0"12,0 0-55,8 74-29,20-13-1,2 3-2,1-6-1,-4-8-1,1-12-7,-8-7-47,1-8-58,-12-8-232</inkml:trace>
  <inkml:trace contextRef="#ctx0" brushRef="#br0" timeOffset="160809.0584">1072 9635 536,'0'0'29,"0"0"-9,0 0 75,0 0-41,96-13-33,-65-12-1,-1-9-7,0-7-13,-5-3-1,-8 2-128,-7 5-121</inkml:trace>
  <inkml:trace contextRef="#ctx0" brushRef="#br0" timeOffset="162239.1293">1301 9297 332,'0'0'111,"0"0"-10,0 0-28,25 78-15,-9-67-12,-2-7-26,-2-4-9,1-1 10,2-20 2,-2-4-10,-2-5-9,-5-1-1,-6 3-3,0 2-25,0 2-32,-6 3 34,-11 2 14,-5 3 9,3 10 59,1 6-33,0 9 14,6 21-28,0 7 18,6 10 30,6 2-25,0 2-2,6-8-9,12-12-14,4-10-4,4-13 0,4-8-5,1 0 7,2-21-6,2-14-2,-3-10-17,-4-8-12,-1-3 8,-12 1-17,-6 3-4,-9 5-59,0 9 47,-9 11 54,0 13 66,-1 13 23,4 1-55,-2 18-30,5 10-2,0 3 3,0 0 4,3-6 0,0-8-9,0-6 8,0-7-6,0-4 0,0 0-1,0 0 2,0-4-2,3-13-1,0-3-2,0-1-17,0 7 4,-1 5 15,4 8-3,4 1-10,5 15-6,9 14 15,4 7 4,8 4 1,9-2 1,7 0-2,8-1 1,-4-2-1,-9 2 0,-16-1 0,-7 4 0,-15 0-7,-9 0 7,0 0 2,-15-7 0,-9-10 24,3-9 1,-3-9 17,0-5 6,-7-10-3,-5-22-15,-7-10 1,6-11-5,2-13-28,10-1-1,10 1-28,8 2-16,7 6 20,0 2 8,5 2-13,6 2 12,3 6 0,-4 3-8,-3 8 15,-5 4-2,-1 5 5,-1 5 8,0 8 3,0 7 17,0 3 10,0 1 9,-1 2 5,-2 0-14,1 0-19,1 0-1,1 0-10,0 9 0,0 2-4,0 0-5,7 0 9,4-5 2,2-3-2,4-3 0,-1 0 9,9-10 4,-8-10-1,5-6-7,-8-5-1,-7-2 1,-6 4-2,-1 3-3,-6 3-6,-19 4-3,0 3 9,-2 7 5,2 9-1,5 0-4,-1 16-3,5 17-1,7 8 1,9 9 3,0 6 0,16-3 4,10-8-3,9-8-1,6-11 3,-2-12 2,-2-10 0,-4-4-2,-5-10 5,-4-23-2,1-13 1,-7-11-7,-3-6-10,-12 1 5,-3-1-9,-6 6-21,-18 5 29,2 12 2,4 16 4,6 14 5,8 10-2,4 13-3,0 17-13,0 6 12,0-1 0,11-2-3,3-10 0,4-10-3,-3-10-5,1-3 8,1-7-11,-4-15-25,-4-6-4,-3-5 34,-3 2 10,-3 4 2,0 10 39,0 9 6,0 8 24,9 0-37,6 24-30,15 13 3,10 6 6,12 3-8,8-6-3,7-10-2,0-12-169,3-15-698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5-11-30T05:57:54.2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4116 1594 501,'0'0'134,"0"0"49,0 0-64,0 0-9,0 0-29,0 0-29,0 0-5,0-69-7,0 61 3,-3-1-19,-6 1 0,-3 2-13,-3 2-11,0 1 0,-4 3 2,2 0-2,-2 18 6,2 15-6,1 13-4,4 12 0,5 6 3,7-5 1,0-4 1,7-8 2,13-8-6,5-8 2,5-8 1,6-10 3,1-8-3,3-5-22,5 0-43,-6-14-31,4-10-98,-6-4-204</inkml:trace>
  <inkml:trace contextRef="#ctx0" brushRef="#br0" timeOffset="259.5768">4434 1366 884,'0'0'74,"0"0"89,0 0-48,0 0-37,0 0-17,0 0-20,-30-58-41,30 85-1,1 21 1,10 17 0,4 11 3,-3 0-3,1-4 2,2-11-4,6-12 0,4-8-12,6-9-58,5-9-34,8-9-99,2-8-121,-3-6-314</inkml:trace>
  <inkml:trace contextRef="#ctx0" brushRef="#br0" timeOffset="1176.3389">4907 1530 844,'0'0'49,"0"0"52,0 0 27,-72-78-64,53 77-16,-4 1-39,-2 18 4,-2 20-11,0 14 1,5 7 5,10 0-2,7-6-3,5-10-3,0-8-1,14-10-6,11-10 7,2-6 0,6-9 1,0 0-1,-2-15-6,0-10 2,-7-6-36,-6-4 0,-6-3 15,-6-3-30,-6-7 33,0-2 10,0 8 12,0 11 0,-3 17 13,0 11 45,0 3-8,-3 18-36,0 18-7,3 15-3,3 1 14,0-1 11,13-10-28,6-12 4,3-6-3,0-7 0,5-8 6,-3-8-4,1 0-2,1-11 3,-1-16 0,-3-7 0,-4-6-5,-6-5-2,-3-8 2,-7-2-2,-1 3 2,-1 13 0,0 15 1,2 14 0,-2 10-1,0 0-6,1 22-14,7 13 17,5 14 3,2 6 2,3 2 0,0-5 0,1-6 3,-1-8 2,-6-8 1,2-7-3,-6-7 1,-3-7-4,-4-5 0,1-4 1,-2 0-2,0-1 13,0-18 0,-2-6-9,-1-6-5,3-7-20,0-4 8,0-5 3,5-4-6,4 1 0,1 1-7,2 7 20,-3 10-3,-3 8 3,-2 8 4,-4 8 2,0 5 7,0 3 6,0 0-6,0 3-11,0 12-2,8 8 1,9 5 2,3 4-1,4 4 5,0 2 3,-6 0 8,6-2 5,-9-7 2,0-2-14,-8-6-2,-4-3-5,-3-2-2,0-4-18,-3 0-49,-12-5-106,0-2-266</inkml:trace>
  <inkml:trace contextRef="#ctx0" brushRef="#br0" timeOffset="15406.5961">6546 1230 620,'0'0'86,"0"0"-14,0 0 29,0 0-39,0 0 0,0 0 3,0 0-16,18-60 3,-18 60-15,0 0-9,0 0-14,0 0-7,0 0-7,-7 7 3,-11 5 0,-2 7 10,-8-1-4,-3-1-8,1-1-1,0-6 4,8-2-4,5-2 0,1-5 2,5 0-2,4-1 0,1 0 1,3 0 4,0 0-5,0-2 1,0-5 0,3 1 1,-2 0-1,2 3 5,-1 3 0,1 0-4,0 0 1,0 0-3,0 0-2,0 0-2,0 2 2,0 13-5,3 15 6,12 14 1,4 13 0,-1 12 3,2 2-1,-3-4 0,-3-7 2,-2-10-1,-3-7 3,-2-7 0,1-11-6,-5-7 3,1-8-6,1-4 6,-4-6-3,-1 0 0,2 0-3,-1-3-5,-1-11-29,0-7-69,0-4-59,0 0-125,-6 1-199</inkml:trace>
  <inkml:trace contextRef="#ctx0" brushRef="#br0" timeOffset="15585.6902">6412 1635 634,'0'0'120,"0"0"-24,0 0 6,0 0-32,0 0-19,0 0 3,0 0 5,51-27-20,-17 10-26,-1 2-13,1-1-6,-4 1-109,-2 0-67,1-1-153</inkml:trace>
  <inkml:trace contextRef="#ctx0" brushRef="#br0" timeOffset="15740.8982">6752 1389 721,'0'0'103,"0"0"-44,0 0 19,-1 85-41,1-39-5,0-4-19,1-1-6,4-6-7,3-4-5,-3-7-98,4-8-197</inkml:trace>
  <inkml:trace contextRef="#ctx0" brushRef="#br0" timeOffset="15938.1251">6712 1276 953,'0'0'63,"0"0"37,0 0-6,0 0-63,0 0-31,0 0-11,-8-15-69,28 27-38,7-1-108,-8-1-246</inkml:trace>
  <inkml:trace contextRef="#ctx0" brushRef="#br0" timeOffset="16348.2824">6855 1194 204,'0'0'620,"0"0"-505,0 0-28,0 0-51,0 0-36,0 0-1,12 116 1,7-48 6,-5 5 2,-5-4 5,1-8-2,-4-9-1,0-16 0,-1-9 0,-2-14-9,0-8 1,-2-5-2,-1-7 21,3-17-6,-3-10-14,1-7-1,-1-4-2,0-4-10,3 2 0,5 11-24,7 9 16,6 15 1,4 12 9,2 0 9,0 24-2,-6 9 3,-2 3 3,-7 4-1,-6-2 3,-6-1 19,0-4 16,-18-4-28,-4-2-5,-2-4-5,0-9-2,6-7-17,3-7-64,8-3-14,4-18-174,3-9-201</inkml:trace>
  <inkml:trace contextRef="#ctx0" brushRef="#br0" timeOffset="16663.9878">7188 1487 421,'0'0'82,"0"0"44,27 84 17,-11-61-51,1-9-27,3-5-33,7-6 10,0-3 10,3-4-9,-2-16-9,-5-7-18,-4-4-4,-5-5-3,-7 1 2,-7 2 6,0-2-1,-10 7 4,-12 3-7,-4 5 2,-4 10-15,0 7 1,2 3-2,2 6 1,6 15-14,6 3-19,6 4-50,7-1-44,1-2-56,0-9-192</inkml:trace>
  <inkml:trace contextRef="#ctx0" brushRef="#br0" timeOffset="17054.2396">7507 1333 651,'0'0'37,"0"0"-17,0 0 86,30 106-57,-17-64-13,2-2 1,-3-5 0,-4-8 0,-1-7 11,-6-9-27,1-4-9,-2-5 2,0-2-1,0-2 7,0-15 24,-2-10-43,-5-6-1,1-13-17,2-4-1,2-2 10,2 6 7,0 11-6,3 11-3,13 11 8,4 11 4,4 2 3,0 9-5,1 15 0,-2 9 3,-3 2-2,1 2 0,-3-2-1,0-1 0,4-7-17,-4-7-106,3-9-106,-3-10-174</inkml:trace>
  <inkml:trace contextRef="#ctx0" brushRef="#br0" timeOffset="17467.0348">7971 1327 582,'0'0'134,"0"0"7,0 0-49,0 0-44,0 0-28,0 0-13,-88-18-2,67 45-5,8 10 6,1 5 3,6 5 7,6-4-9,0-7-1,6-8-1,9-10 2,1-8-3,2-8 3,3-2-6,-3-6 15,4-14-14,-4-7-2,-3-4-50,-2-6 4,-7 0 12,-3-2 13,-3 1 17,0 9 2,0 7 2,0 11 16,0 8 15,-1 3 1,-1 16-30,2 14-1,0 9 11,0 3 2,0-1-7,8-4-5,1-7-1,9-8-1,2-7-9,3-6-69,5-6-31,-2-3-273</inkml:trace>
  <inkml:trace contextRef="#ctx0" brushRef="#br0" timeOffset="17749.1075">8353 1194 559,'0'0'78,"0"0"24,0 0 3,0 0-49,-92 52 5,73-18 3,3 6-18,6 9-27,5 0 3,5-4-4,0-4-9,11-10-6,6-8-3,5-11 0,0-6-15,3-6-55,-1-2-46,-1-14-109,0-5-131</inkml:trace>
  <inkml:trace contextRef="#ctx0" brushRef="#br0" timeOffset="17998.2498">8554 1244 330,'0'0'209,"0"0"-113,0 0 42,0 0-61,0 0-38,0 0-7,-79 10 4,60 16 14,1 6-13,6 6 20,5 4-14,7 2-20,0-3-16,0-6-5,13-5 2,4-6-1,3-10-3,4-7-29,1-7-36,4 0-61,8-3-91,5-11-281</inkml:trace>
  <inkml:trace contextRef="#ctx0" brushRef="#br0" timeOffset="18249.8217">8850 1256 764,'0'0'70,"0"0"-10,0 0 61,0 0-101,0 0-17,0 0-3,-8 79 10,8-36 0,0 1-4,0-3-3,0-4-1,3-10-4,2-9-53,-2-11-130,6-7-226</inkml:trace>
  <inkml:trace contextRef="#ctx0" brushRef="#br0" timeOffset="18519.2835">8836 1056 681,'0'0'64,"0"0"52,0 0-37,0 0-18,0 0-61,0 0 1,0 0 1,-31-7 12,10 23-3,-4-5 1,-2-5-6,0-4-5,3-2 6,3 0-5,8-13 6,3-2-4,4 1 5,4 3-9,2 0 0,0 3-13,5 4-51,12 1-113,4 3-541</inkml:trace>
  <inkml:trace contextRef="#ctx0" brushRef="#br0" timeOffset="18919.1152">9141 1068 714,'0'0'121,"0"0"-31,0 0 36,0 0-12,0 0-70,0 0-34,-12 4-10,12 39 0,16 9 3,-2 0-1,-3 0 4,0-6-6,-2-1-5,0-8-7,0-7-41,-2-7-73,-5-13-11,-2-10-228</inkml:trace>
  <inkml:trace contextRef="#ctx0" brushRef="#br0" timeOffset="19117.8774">8974 973 871,'0'0'77,"-8"-77"1,14 47-4,24 6-49,13 3-25,7 8-2,3 9-4,-1 4 6,-7 19-51,-12 18-67,-14 13-122,-19 8-329</inkml:trace>
  <inkml:trace contextRef="#ctx0" brushRef="#br0" timeOffset="19268.038">8981 1676 789,'0'0'84,"0"0"41,0 0-49,0 0-23,114 34-18,-49-47-21,8-12-14,2-5-45,-1-6-129,-10-4-318</inkml:trace>
  <inkml:trace contextRef="#ctx0" brushRef="#br0" timeOffset="19468.1597">9644 1081 968,'0'0'51,"0"0"46,0 0-13,0 0-53,-26 82-15,26-26 25,0 5-24,0-1-10,3 1-3,6-4-4,-3-10-4,2-6-28,-4-13-91,-4-8-109,0-11-322</inkml:trace>
  <inkml:trace contextRef="#ctx0" brushRef="#br0" timeOffset="19640.2741">9482 1432 889,'0'0'127,"0"0"-16,0 0 1,0 0-93,0 0-16,0 0-3,105-40-3,-61 25-19,-3 0-33,-7-2-50,-4 2-56,-6 1-91,-5 0-10</inkml:trace>
  <inkml:trace contextRef="#ctx0" brushRef="#br0" timeOffset="20301.7097">9815 1280 295,'0'0'118,"0"0"-2,0 0 48,0 82-55,0-61-30,6-2-22,5-3-8,2-5-5,0-6-19,4-5-3,-1 0-5,2-8 3,2-10-7,-1-6-9,-3-3 2,-1-3-2,-7 1-4,-4 0-6,-4-1 2,0 1 4,-6 6 0,-12 8-4,-6 11 4,-7 4-5,1 12 1,2 14 4,1 11 3,10 8 0,7 6 7,7 2 5,3-3-3,5-7-5,14-7-6,3-12 17,1-9 1,5-11-11,2-4 8,3-2-12,0-18 5,-2-7-9,-1-8-24,-8-1 19,-4-6-7,-9 3-19,-3 3 11,-6 4-3,0 7-4,0 8 26,0 8 1,0 9 10,0 0 5,-6 3-15,3 13 0,3 1 4,0-1 4,0-4 2,0-4-3,8-4-5,5-4 1,2 0 2,1-4-5,-2-10-14,2-3-22,-7-1 6,0-2 15,-1 3 14,-3 4 0,-3 6 1,-2 6 41,0 1 18,0 8-41,0 16-12,-6 9 30,0 3-18,0 1-4,3 0-12,3-3-1,0-1-2,14-3-11,9-4-64,9-9-83,2-9-300</inkml:trace>
  <inkml:trace contextRef="#ctx0" brushRef="#br0" timeOffset="20947.911">10692 1194 754,'0'0'65,"0"0"-27,0 0 56,0 0-25,-107-31-38,72 35 11,-3 17 8,5 5 1,2 9-7,7 4-19,6 3-10,7 1-12,7-5 0,4-5-2,0-6-1,13-8-4,1-9 4,7-8 6,-2-2-6,2-10-14,3-15-11,0-4-32,-2-7-20,-2 3 30,-4-4-18,-4 1-13,-6 1 5,-3 4 36,0 9 34,-3 9 3,0 13 67,0 0-19,0 19-44,-6 18 15,1 7 12,5 8-14,0 3-12,2-2-3,16-6-4,1-10 1,4-9-9,-3-12 4,0-10-6,1-6-156,1-12 127,3-17 55,-5-12-14,1-6 6,-8-5-3,-3-3 3,-5-2 37,-2 0-37,-3 0 35,0 8 26,0 11 9,0 15 32,-3 15-21,0 8-37,-7 5-47,1 25-3,1 15-3,2 9 2,6 4 0,0-1-25,0 0-25,0-5-43,0-7-53,0-10-179</inkml:trace>
  <inkml:trace contextRef="#ctx0" brushRef="#br0" timeOffset="21361.5767">10609 1462 692,'0'0'288,"0"0"-255,0-78 53,16 57-29,6 3-53,4-1-4,-2 3-6,3 2-1,1 2 7,-1 2-1,-2 6 1,-1 4 6,-6 0-6,-2 8-2,-4 15-1,-1 8 3,4 6 3,-2 0-2,5 2 2,1-7 5,2-7-3,3-7 2,0-13 3,3-5 4,1 0 17,-2-18-6,1-9-12,-2-7 3,-4-4-14,-5-3 10,-4 0 3,-9 2 16,-3 1 4,0 5-19,-24 8-7,-10 6-6,-7 14-6,-3 5 2,2 0-38,-1 18-44,10 7-69,2 2-128</inkml:trace>
  <inkml:trace contextRef="#ctx0" brushRef="#br0" timeOffset="21918.0986">11435 1250 826,'0'0'106,"0"0"-11,0 0 9,0 0-87,0 0-14,0 0-3,105 30 0,-73 7-1,-5 10-1,-10 3 2,-11-4 2,-6-4 1,0-10 4,-2-10-3,-11-11 2,-6-9 5,-4-2 7,1-18 10,2-16-17,8-12-4,9-6 8,3-5 6,11-3 1,16 4-22,7 5-3,5 10-82,4 11-203</inkml:trace>
  <inkml:trace contextRef="#ctx0" brushRef="#br0" timeOffset="59151.6438">12784 1894 261,'0'0'48,"0"0"-18,0 0 51,0 0-14,0 0 22,0 0-56,0 0 22,18 11-2,-12-11-16,0 1-11,0 1 22,0-1-28,1 0 5,1 1 1,1-2-1,4 1-7,2-1-2,6 0 3,4 0 6,3 0-6,5 0 3,8-4-11,5-3 2,8-3 1,4-2-2,2-1-1,-2 0 5,-3 1-16,-1 3 1,1 2 0,-1 1 0,-1 2-1,-2 1 2,0 0-1,-2-1-1,-3 0 0,2-2 0,0-2 1,1-4 1,-1 1-2,4-2 0,-2 0 0,-2 1 2,0 1 0,-2-2-2,2 0 2,3 2-4,0-2 5,1-1-6,1 0 5,-5-1-5,0-1 6,-3 0-5,1 1 2,2 2 0,4 1 0,1 2 1,3 1-1,1 2 0,-2 2 0,0-3 0,0 4 0,-4-2 1,-2 1-1,-4-1 0,-5-1 0,-6 0 0,-4 0 1,-6 1-1,-6 2 2,-5-1 0,-4 2 1,-3 0 6,-3 0 14,-1 2-3,-1 1-3,-1 0 5,0 0-8,0 0-8,0 0 5,2-1-1,-2 1-3,0 0-2,0 0-4,0 0 4,0 0-2,0 0-2,0 0 2,0 0-3,0 0 2,0 0-1,0 0 0,0 0 2,0 0-1,0 0-1,0 0 0,0 0-1,0 0 0,0 0-1,0 0 1,0 0 4,0 0-2,0 0 0,0 0-1,0 0 1,0 0-1,0 0-1,0 0 1,0 0 1,0 0-2,0 0 0,0 0 1,0 0-2,0 0 1,0 0 0,0 0 2,0 0-2,0 0 0,0 0 1,0 0 0,0 0-1,0 0-1,0 0 1,0 0-1,0 0 1,0 0 1,0 0-1,0 0 1,0 0-1,0 0 0,0 0 1,0 0 0,0 0-1,0 0 1,0 0-1,0 0 1,0 0-2,0 0 1,0 0 0,0 0 1,0 0-1,0 0 0,0 0-1,0 0 1,0 0 0,0 0 1,0 0-1,0 0-2,0 0 2,0 0 1,0 0-1,0 0-2,0 0 2,0 0 0,0 0 0,0 0-3,0 0 1,0 0-1,0 0 2,0 0-5,0 0-10,0 0-22,0 0-46,0 0-103,0-9-237</inkml:trace>
  <inkml:trace contextRef="#ctx0" brushRef="#br0" timeOffset="59917.8435">16980 814 1030,'0'0'43,"0"0"9,0 0-17,0 0-12,8 117-6,9-52-3,0 1-1,-1-2-6,0-6-3,-4-5-3,0-6-2,-3-6-17,-5-13-58,-4-12-112,0-16-230</inkml:trace>
  <inkml:trace contextRef="#ctx0" brushRef="#br0" timeOffset="60103.9169">16760 794 911,'0'0'10,"0"0"-3,57-85 24,-8 56-19,6 5-9,0 6 2,-7 13-5,-14 5-20,-14 22-77,-19 20-188,-1 12-187</inkml:trace>
  <inkml:trace contextRef="#ctx0" brushRef="#br0" timeOffset="60257.9635">16712 1391 816,'0'0'28,"0"0"9,0 0 52,75 73-39,-5-73-24,18-11-6,8-20-20,1-13-5,-8-5-50,-10-2-83,-13 2-301</inkml:trace>
  <inkml:trace contextRef="#ctx0" brushRef="#br0" timeOffset="60428.0687">17463 859 971,'0'0'72,"0"0"6,0 0-17,0 0-37,-14 89-11,14-37 6,9 0-12,3-3-2,3-6-10,-4-3-23,-4-3-87,-7-4-75,0-6-334</inkml:trace>
  <inkml:trace contextRef="#ctx0" brushRef="#br0" timeOffset="60578.6989">17297 1213 486,'0'0'426,"0"0"-421,0 0-2,78-90 2,-28 61-5,1-1-1,-3 4-51,-11 4-183,-8 2-34</inkml:trace>
  <inkml:trace contextRef="#ctx0" brushRef="#br0" timeOffset="61741.8114">17626 1002 498,'0'0'130,"0"0"5,0 77-19,14-55-47,6-6-15,5-5-24,3-5 5,5-6-16,2 0-8,-1-11 1,0-9-12,-10-5-3,-3-2-17,-10-1-21,-6 0-23,-5 1 21,0 0 23,-13 5 5,-12 3-22,-8 9 37,-8 10 7,-3 4-1,-1 26 8,1 9 18,5 11 11,12 2 9,13-1-6,13-3-8,1-6-16,26-9-11,9-9 9,7-11 10,5-12-23,1-1-4,3-20 3,-2-11 8,-3-6-14,-3-2-19,-8-1 17,-13 1-72,-8 1 0,-13 0 21,-1 5-5,-1 9 23,-11 12 34,0 12 1,1 0 16,3 23-11,1 10 12,7 0 3,0-6 4,7-5-21,12-8 0,5-8-1,-1-6 2,-1 0-4,1-12-6,-2-8-51,-4-4-13,-3 1-86,-6 0-56,-4 4 114,-4 7 57,0 7 41,0 5 60,0 7 31,-3 18-29,3 7 57,0 3-10,3 2-36,17-6-51,5-4-16,6-7 0,7-9 2,4-5 12,1-6-10,0 0-6,5-16 0,-2-7 0,-5-2-1,-9-3-1,-8-1 0,-12 0-1,-8-3-2,-4 2 1,-1 2 0,-21 4 3,-10 11 9,-7 12-7,-4 1 2,1 17 19,5 11 12,9 8-11,8 3-10,14-3 18,6-3-10,3-9-24,18-6 11,2-8-7,4-9 4,-1-1 2,3-3-7,-2-14-4,-5-2-12,-4-4-28,-3-1-19,-8 0-7,-4 2 16,-1 1-4,-2 5 21,0 9 32,0 7 1,0 3 20,-3 18-9,0 7 25,3 1-4,0 1 5,0-4-21,13-7-6,7-6-4,3-7 2,3-6 8,3 0 17,4-17-18,-1-5-9,-4-5-6,-5-6-19,-6 0 4,-8-7 14,-2-1 1,-7-3-10,0 2 10,0 6 8,0 11 30,-3 11 27,1 13-15,0 1-28,-1 18-22,2 14-9,1 11 9,0 2 2,0 3-2,6-3-9,7-4-19,-2-3-31,-2-7-65,-5-4 36,-4-6-121,0-10-440</inkml:trace>
  <inkml:trace contextRef="#ctx0" brushRef="#br0" timeOffset="62111.675">18733 1062 667,'0'0'135,"0"0"-26,0 0-48,8-92-28,9 73-28,5 1-5,2 4 0,2-1 2,0 5 1,1 5 9,-5 3 17,-5 2 10,-2 0-7,-6 17-26,-2 6 3,2 2 2,-1 2-8,1-1 8,5-3-1,1-5 1,6-2-3,1-7-4,1-5 5,1-4 1,0 0 1,-4-3-8,-1-10 4,-6-4 0,-4-1 6,-5-1-11,-1-3 0,-3 4-2,0 4 2,0 4-2,-3 4-2,-9 5-6,-4 1-28,-8 0-64,-2 8-107,-3 3-341</inkml:trace>
  <inkml:trace contextRef="#ctx0" brushRef="#br0" timeOffset="64128.474">18777 985 245,'0'0'42,"0"0"-18,0 0 3,0 0-8,0 0 18,0 0 29,0 0-17,0-44-17,0 40 4,0 0-2,0-1 0,0 3 0,0-3-4,0 1-17,0 1-13,0 0 0,0 2-3,0 1-42,0 0-56,0 0-36,0 0 1</inkml:trace>
  <inkml:trace contextRef="#ctx0" brushRef="#br0" timeOffset="65238.0739">18850 990 389,'0'0'0,"0"0"-31,0 0 31,0 0 5,0 0-2,0 0-3,-27 0-2,27 0 1,7 0-13,3-4 9,0-2 4,1 2-11,2 0-24,1 0 1,-1 1-17,-1-2-68</inkml:trace>
  <inkml:trace contextRef="#ctx0" brushRef="#br0" timeOffset="65648.0615">19008 876 31,'0'0'88,"0"0"9,0 0-5,0 0-13,0 0-11,0 0-11,-6-17 14,5 14-5,1 2-7,0-1-23,0 0 8,0 0 2,0 1-15,0-1-17,0 2-14,0 0-7,0 0-46,0 0-55,0 3-1,3 7-5,6 3-265</inkml:trace>
  <inkml:trace contextRef="#ctx0" brushRef="#br0" timeOffset="66413.8977">19499 896 730,'0'0'101,"0"0"-77,0 0 10,-97-54-14,67 46-20,1 5-4,0 3 4,1 0 0,0 10 0,1 12 8,4 9 12,4 8-6,5 0 7,7 2 3,6-8-15,1-7 3,0-6 3,8-7-13,11-9 5,3-4-4,3 0 9,0-20-12,-2-7-33,-5-7-60,-6-2-58,-8-5-34,-4 1-5,0-1 65,-6 2 125,-10 3 7,-2 11 7,3 11 94,-1 13 12,2 1-26,1 22 14,4 16-23,3 12-5,6 4-34,0-3-24,9-5 23,13-11-14,8-10-19,4-13 23,7-12-15,6 0-7,-2-23-13,0-12-6,-8-10-57,-12-7-8,-8-5 24,-11-5-1,-6-3 2,0-3 18,0 6 27,-6 16 1,0 17 22,3 21 21,1 8 7,2 31-31,0 17-16,0 14 19,0 6 16,0 1-30,8-4 4,-2-4 12,0-9-5,0-11-4,-3-12-2,0-12-10,0-11-3,0-6-25,1-7 1,4-19-29,1-9-17,-2-9-65,-1-3 49,-1-2-111,6 7-16</inkml:trace>
  <inkml:trace contextRef="#ctx0" brushRef="#br0" timeOffset="66581.6225">19804 827 472,'0'0'231,"58"83"-56,-46-35-102,-8 0-18,-4-5 38,0-4-11,-13-6-32,-9-3-17,-7-6-24,-1-5-5,-1-11-4,7-8-25,2-1-29,4-23-69,7-13-59,7-14-162</inkml:trace>
  <inkml:trace contextRef="#ctx0" brushRef="#br0" timeOffset="67022.3143">19917 562 889,'0'0'43,"0"0"-22,0 0 110,0 115-46,0-57-38,0 1-3,0-5-10,6-6-24,11-7-2,5-12-5,3-6-3,3-10 1,4-7 3,1-6-3,2 0-2,3-15-6,0-8 1,-3-3-15,-5-5 16,-9-1 5,-4-3 0,-9 0-21,-8-2-10,0 4 4,-5 1 13,-15 10-2,-5 6 11,-1 11 5,-3 5 4,1 5 2,0 22 10,1 10 3,9 5-4,6 4 1,12-3 3,0-3-8,19-8 4,11-5-8,5-9-6,3-8 6,1-7-7,0-3-2,-3 0-10,-3-16-51,-7-2-99,-4-3-171</inkml:trace>
  <inkml:trace contextRef="#ctx0" brushRef="#br0" timeOffset="68019.8341">21914 549 737,'0'0'117,"0"0"-47,0 0 49,0 0-30,0 0-37,0 0-14,16-48-9,-16 48-20,-11 12 1,-5 15 0,-11 10-4,-6 4-3,-3 1-1,0-3 2,4-4-3,3-6-1,4-7 0,8-6 0,4-4-1,7-8 0,6-3-3,0-1 0,0 0 2,0 0-5,6 0 3,13 0 4,11 0 4,9 15-4,10 11 0,5 6-5,1 5 5,2 1 0,-2-2 0,-5-7-100,-6-9-209</inkml:trace>
  <inkml:trace contextRef="#ctx0" brushRef="#br0" timeOffset="68483.2188">22764 769 1045,'0'0'57,"0"0"-44,0 0 64,0 0-5,0 0-69,0 0-3,-27 45-2,37 7 2,1 5 3,-1-1-3,-4-8-30,0-6-64,-5-9-55,-1-15-122,0-11-387</inkml:trace>
  <inkml:trace contextRef="#ctx0" brushRef="#br0" timeOffset="68795.2558">22502 623 937,'0'0'10,"-20"-108"25,20 60 1,10 11-21,23 13-15,10 13-7,4 11-2,-3 1 7,-11 29-34,-16 18-41,-17 21-84,-20 17 3,-34 16 28,-16 4 34,-9-3 96,7-12 18,16-10 143,20-18 74,24-9-114,12-12-57,40-8-27,23-13-10,23-17-9,14-4-18,8-29-47,2-12-110,-10-6-121,-10-2 24</inkml:trace>
  <inkml:trace contextRef="#ctx0" brushRef="#br0" timeOffset="69136.218">23217 920 473,'0'0'305,"-50"72"-252,28-33 21,5-4-19,6-5 3,4-7-31,4-8-2,1-5-1,2-7-14,0-3-3,0 0 1,0-6-8,0-14-4,0-9-58,0-7 14,0-3-16,0-5 21,0 5 24,6 4 19,11 10 24,3 14 0,6 11-8,1 6 35,0 25 21,-7 11-7,-4 6-31,-2 0-26,0-5 3,1-9-3,1-9-6,3-8-1,1-10-1,1-7-48,1 0-52,2-24-75,-4-6-188</inkml:trace>
  <inkml:trace contextRef="#ctx0" brushRef="#br0" timeOffset="69300.0361">23530 752 729,'0'0'161,"0"0"-44,0 0-3,0 0-73,0 0-27,5 100 17,3-46-18,2-4-8,-1-3-5,-3-6-26,-3-9-57,-3-6-26,0-11-86,-6-8-184</inkml:trace>
  <inkml:trace contextRef="#ctx0" brushRef="#br0" timeOffset="70337.8306">23345 976 866,'0'0'27,"0"0"-5,0 0-22,99 4 22,-44-2-17,3-2-5,2 0-3,-2-14 1,-1-6-4,-3-2-13,-5-4 19,-7 2 1,-11-1 8,-10-1-7,-11 2-1,-8 1-1,-2 3 0,-5 3 3,-18 7-3,-9 7-1,-4 3 1,-3 7 4,4 16 26,3 7 17,10 7-22,13 3 9,9-4-13,0-3-12,9-7 7,10-7-3,1-8 1,5-6-6,4-5 0,5-6-7,9-18-1,0-6-27,1-4 17,-6 0 6,-8 1 1,-13 0-4,-13 8-27,-4 5-26,-7 9 49,-20 11-8,-6 0-5,-3 15 2,3 8 12,7 1 6,3 3-3,10-5-26,7-1-89,6-2 6,0-5 13,0 2 103,13 2 3,3 10 36,1 9 80,1 15-38,1 13 10,-1 15-6,0 13-3,-6-1-35,-3-6-30,-4-14 28,-5-18-42,0-12 0,0-14-5,-11-14 6,0-11-4,0-3 11,3-13-3,5-16-8,3-12-27,0-11 6,8-12 3,8-11 8,1-12 6,2-3 1,5-1 2,2 4 2,7 8-1,3 4 12,0 6 16,-5 12-8,-5 14-4,-13 14 0,-8 12-12,-5 10 0,-5 7 11,-16 0-15,-9 19-5,-7 19 5,1 10 0,4 7 11,8 0 0,12-2-2,12-6-4,0-9 2,17-8-4,11-12-1,6-10 2,0-8-4,8-3-46,5-23 41,3-8-38,3-5-43,-8-5 36,-5 0 15,-10 2 5,-13 7-6,-10 8-32,-4 12 68,-3 13 49,0 2 9,-3 18-48,-6 16 11,0 8 21,5 7 0,4-2-23,1-5-14,19-6-5,5-11-16,1-7-90,-1-9-37,-1-9-675</inkml:trace>
  <inkml:trace contextRef="#ctx0" brushRef="#br0" timeOffset="70818.0657">24620 559 971,'0'0'44,"0"0"-29,0 0 46,0 0-39,0 0-18,49 77 13,-7-42-3,5-2-2,0-8-3,-1-6-1,-7-7-1,-11-6-2,-7-3-2,-11-3-1,-7 0 1,-3 0 3,0 0 0,0 1-6,-16 6 11,-8 10-11,-6 12 0,-4 8 1,-1 9-1,4 4-12,7 0-115,8-5-24,10-5-232</inkml:trace>
  <inkml:trace contextRef="#ctx0" brushRef="#br0" timeOffset="71465.1886">25433 524 852,'0'0'69,"0"0"-21,0 0 53,0 0 1,0 0-74,0 0-25,-90-66 4,54 66-6,2 10-1,6 9 0,8 0 0,8 5-7,5-1-51,7 0 0,0 0 0,3 0 0,12 1 12,4 0 10,1-2-48,0 3-4,-2-1-8,-7-2 37,-8 2 57,-3-1 2,-2 0 7,-15-3 4,-3-3 20,1-1 15,5-5-1,4-4-13,8-1 13,2-2-4,2 1 0,13 2-8,0 5 12,1 10-24,-5 10 2,-5 4-8,-5 7 21,-1 1-5,0 1-10,0 1-10,-7-1-11,-4 2-59,-5-8-143,-2-6-275</inkml:trace>
  <inkml:trace contextRef="#ctx0" brushRef="#br0" timeOffset="72448.0913">12929 852 956,'0'0'31,"0"0"1,0 0-30,0 0-2,0 0 0,7 106 0,12-61-8,3-4-22,-2-6-12,-3-4-94,-8-7-100,-9-7-10</inkml:trace>
  <inkml:trace contextRef="#ctx0" brushRef="#br0" timeOffset="73560.261">12660 969 844,'0'0'49,"-42"-80"-3,36 39-15,6-3-5,15-1-14,20 1 9,4 7-10,4 12 0,-9 15-11,-6 10-1,-11 27-22,-10 27-3,-7 19 3,-1 14 5,-22 7-6,-5-4 9,6-8 3,5-12 10,7-10 2,10-13 10,0-10 2,21-13-5,12-13-4,7-11 1,12-10 1,5-20 1,7-14-6,0-1-4,-4-1-1,-10 3-68,-14 6-96,-11 1 41,-11 4 114,-9 10-34,-5 9 48,0 12 35,0 1 118,0 12-54,1 14-72,9 5 24,1-2 1,-1 0-31,-2-8-1,-1-6-13,-2-5-2,-2-6 2,0-4-7,-3 0-3,1-15-24,-1-12-7,0-5-32,0-5-31,0-3 53,0 0-2,0-1 14,0 8 32,0 11 21,0 12 7,6 10 6,9 6-10,7 19 13,4 3 57,7 1-33,1-7-39,3-6-12,-1-7 2,-2-6-6,-1-3 7,-3-4-13,-5-13-35,-4-5-50,-9-4-72,-6 2 13,-6 4 22,0 8 8,0 6 114,-3 6 10,2 4 34,1 14 69,0 3 15,6-2-52,11-6-20,6-6-8,1-7-23,7 0 1,2-14-9,-3-9-17,-2-4-71,-5-1-77,-10 0 4,-4 4 13,-9 3 42,0 8 62,0 10 27,0 3 19,0 24 54,0 17 111,0 14-38,15 13-3,9 4-79,4 5-41,2 1-22,-5-5 18,-1-9-17,-4-13 29,-6-18-25,-3-14 7,-5-11-6,-6-8-3,0-10 6,0-20-10,0-19-15,-14-13-16,-6-8-20,-7-8-6,-5-2-36,1-2-87,1-4 25,8 1-4,16 13 159,6 20 17,21 24 41,18 20 62,8 8-8,1 26 4,-8 14-6,-10 8-32,-15 2-15,-9 1-30,-6-3-17,0-5-16,-12-8 0,-1-11-34,2-10-45,5-13-128,2-1-197</inkml:trace>
  <inkml:trace contextRef="#ctx0" brushRef="#br0" timeOffset="74690.5485">14252 583 664,'0'0'107,"21"107"-21,-2-48 3,11-1-18,3-6 18,6-8-56,2-13-18,-2-10-5,2-11-7,-3-10-3,-3 0 0,-3-19-3,-3-10-27,-8-8-17,0-5 15,-12-3-10,-6-2 16,-3-1 5,-3 6-8,-15 8 25,-3 11 3,-1 15 1,0 8 6,0 10-3,0 24 4,5 9 22,4 8 12,9 0-4,4-3 5,1-6-27,18-11 4,3-8-10,3-10 1,3-9-7,2-4 1,1-4-4,1-17-10,-3-8-50,-3-3-24,-11-2-19,-7-2-85,-8 4 34,0 6 6,0 8 78,0 11 70,-1 7 178,1 10-55,0 16 24,0 5-37,6 0-42,-1-6-17,-1-5-10,-1-7-21,2-6-5,-1-5-8,-3-2-6,2 0-1,-3-7-25,2-11-41,-1-6-13,1-3-69,-1 5-21,1 5 101,1 9 61,3 8 7,3 0 30,1 11 120,1 5-18,5 1-66,-1-4-22,6-4-2,1-6-3,1-3-15,2 0-7,-1-9-12,-2-5 3,-5-2-6,-3 1-4,-1-2-29,-7 0 10,-2 3 11,-1 1-10,-3 6 8,0 4 8,0 3-2,0 0 3,0 0-3,0 10 5,0 0 2,0-1 6,1-1 4,7-1-2,1-1 8,0-3 13,1-2-1,-2 1-8,-4-2-7,2 0-5,-3 0-8,1 0 1,-1 0-4,-1 0 1,1-5-11,-2-2-4,-1-3 3,0 0-5,0 0-1,0 0 18,-13 2 1,-2 0-3,-4 2 3,5 2 2,0 4-2,0 0 3,3 3-2,0 15 5,5 6-4,6 6 5,0 0-3,0 0-4,13-6 0,5-4 0,0-7-5,-2-5 5,-1-2-9,-4-5-12,-1-1-16,-1 0-36,0 0 9,-1-8-12,-4-2 20,1-1 23,-3 1-29,-2 0 8,0 3 23,0 1-7,0 2-111</inkml:trace>
  <inkml:trace contextRef="#ctx0" brushRef="#br0" timeOffset="75636.3973">15404 665 778,'0'0'88,"0"0"-28,0 0 33,0 0-42,0 0-21,0 0-2,-3-42-17,3 42-3,3 0-8,3 0 0,4 0 0,2 0 1,-1-1 0,4-5 0,-3-1 0,-2-4-1,-3 1-6,-4-2-5,-3-2-22,0 1-7,-19 0 23,-4 4-7,-5 8 18,0 1 2,1 6 3,5 19 1,8 10 10,11 9 23,3 5 10,15-3-18,14-8-15,0-9-3,3-9-5,-2-8-1,-1-11-1,1-1-4,-3-14-37,0-12 22,-6-6-27,-2 0-10,-7-1 6,-3 2 0,-6 4 31,-3 4 8,0 8 11,0 8 2,0 7 33,-2 3-13,-1 19-14,-1 8 7,3 4 8,-1-2-4,2-2-6,0-5-7,0-8-2,0-7 3,6-7 0,5-3 3,1-3 4,4-17 0,-3-9-14,2-7-36,-4-4-18,-4-3-22,-4-6 42,0-2 33,-3 2 1,0 8 32,0 15 10,0 17-12,0 9-3,0 20 2,6 22-21,6 11 23,4 5 13,4-4-35,4-5 2,-1-8 2,-3-7-10,-2-8-3,-7-7-71,-3-9 59,-8-9-76,0-1-102,0-4-194</inkml:trace>
  <inkml:trace contextRef="#ctx0" brushRef="#br0" timeOffset="75801.8218">15608 635 500,'0'0'534,"0"0"-492,0 0 16,0 0-28,0 0-5,109 4-24,-61-4-1,-3-9-61,-4-8-49,-5-4-116,-8-2-236</inkml:trace>
  <inkml:trace contextRef="#ctx0" brushRef="#br0" timeOffset="75932.1055">16041 434 1121,'0'0'75,"0"0"-20,0 0 3,0 0-34,0 0-24,0 0-47,-15 3-210</inkml:trace>
  <inkml:trace contextRef="#ctx0" brushRef="#br0" timeOffset="77621.0269">12787 924 739,'0'0'132,"0"0"-58,0 0 23,0 0 5,0 0-34,0 0-45,0 0-10,-55 110 16,46-31 4,6 4 8,3-3-15,6-13-8,22-9-18,11-13 4,7-15 4,2-16-6,3-13-2,-4-1 0,-3-15-27,-8-12-46,-8-11-41,-9-4-59,-10-2-132,-9-1-295</inkml:trace>
  <inkml:trace contextRef="#ctx0" brushRef="#br0" timeOffset="77877.9105">12906 1048 731,'0'0'143,"0"0"-78,0 0 62,0 0-43,0 0-57,0 0-5,-13 55 8,13-11 9,0 1-6,6-7-21,15-7-12,4-7 1,4-10-6,5-10 5,6-4-19,-3-4-39,-4-17-38,-9-4-149,-13-5-256</inkml:trace>
  <inkml:trace contextRef="#ctx0" brushRef="#br0" timeOffset="78248.1564">12783 475 613,'0'0'340,"0"0"-319,0 0 24,0 0-9,0 0-15,0 0 17,53 15-7,-45 12-18,-8 5-4,-2-1-1,-20-3-3,-6-7-5,-4-7 0,1-8-14,1-6-19,2 0 13,2-20 5,4-6 6,7-4 9,6-3 9,8 1 5,1 1 2,1 5-16,23 9 0,7 9-6,10 6-1,6 2-19,3 12-68,-3 5-172,-5 4-360</inkml:trace>
  <inkml:trace contextRef="#ctx0" brushRef="#br0" timeOffset="96677.9334">5083 3976 669,'0'0'145,"0"0"-56,0 0 10,0 0-17,0 0-39,0 0-14,0 0-5,-21-7-9,21 9-6,0 10-6,-3 5 4,3 4 10,0-1 5,0-1-12,0-7-5,-2-2 1,2-5-5,0-4 3,0-1-4,0 0 1,0 0-1,0 0 0,-1 0-15,-2-7 8,-3-10-22,0-3-5,-1-1 23,-1 0 4,2 2 7,3 5 3,0 6 5,1 3 13,2 5 5,0 3-15,0 27-11,11 18 5,11 14 8,-2 9-4,2-4-8,-1-3-1,-6-8 1,0-9-2,-2-9-12,-1-10-57,-1-11-77,-2-11-75,-2-6-202</inkml:trace>
  <inkml:trace contextRef="#ctx0" brushRef="#br0" timeOffset="96913.2594">5129 3976 486,'0'0'104,"0"-100"47,15 65-23,9 11-38,4 11-41,2 13-1,-2 2-1,-2 24 17,-7 11-27,-7 10-20,-12 3-5,0 2-2,-18-2-8,-12-5-2,-6-5-18,2-9-22,4-12-58,3-9-39,8-10-84,10 0-138</inkml:trace>
  <inkml:trace contextRef="#ctx0" brushRef="#br0" timeOffset="97315.1029">5581 3902 723,'0'0'128,"0"0"-64,0 0 23,2-94-28,-2 70-17,0 4-2,-8 5-15,-3 7-3,1 2-17,1 6 0,3 0-5,3 11-1,3 12-5,3 4 0,18 2-1,6 1 7,0 0 0,0 1 0,-5 1 3,-7 1-4,-5 2 4,-7-3-1,-3-1 22,0 0-10,-16-3 3,-9-2-8,-4-3-6,-6-8 0,6-8-1,2-7-2,5 0-19,10-14-38,11-14-102,1-5-201</inkml:trace>
  <inkml:trace contextRef="#ctx0" brushRef="#br0" timeOffset="97638.0507">5884 3817 881,'0'0'124,"0"0"-89,0 0 24,0 0-9,40 86 6,-11-47-16,0 1-14,1-2-7,0-4 6,-5-6 6,-1-5-18,-7-8-5,-6-7 2,-3-5-7,-5-3-1,0 0 5,-3-8 1,0-17-1,0-11-1,0-9-6,0-7 1,0-6-1,0-3-5,3 3-21,3 9-23,7 11-18,8 12-132,10 11-95,4 11-238</inkml:trace>
  <inkml:trace contextRef="#ctx0" brushRef="#br0" timeOffset="98269.435">6486 3734 834,'0'0'45,"0"0"3,0 0 41,11 89-35,-2-50-2,1 1-2,-2-4-6,-2-2-6,0-6-13,-3-4-5,-3-8-2,0-6-7,0-8 0,0-2-9,0 0 8,0-17-7,-6-8-3,-2-7-23,2-7-4,3-4 5,3-5 5,0 3 3,0 6 6,6 14-20,8 17 6,5 8 19,2 8 3,0 22 1,1 7 8,-5 3 12,1 3 1,4 6 0,-2-4 2,-1-5 3,-3-8-23,-10-13 1,-4-9-1,-1-6-3,-1-4 0,0 0 3,0-1 9,0-18-13,0-7-7,0-6-4,0-7-7,0-7 2,0-4 8,0-1-15,5 4 11,5 9 11,5 11-22,5 17 22,0 10 1,0 9 10,-1 22 14,-4 10-6,0 4-12,-2 0-1,-11-2 1,-2-3-6,0 0 0,-2-4-107,2 2-273</inkml:trace>
  <inkml:trace contextRef="#ctx0" brushRef="#br0" timeOffset="98869.6307">7652 3403 660,'0'0'144,"0"0"-38,0 0 2,0 0 10,0 0-58,0 0-22,-39-8-25,14 46 0,-8 24 11,2 23-3,1 16-5,10 4 12,7-5-18,13-13-3,0-15-2,28-12-5,14-14-5,15-15-28,17-14-47,7-14-89,1-3-246</inkml:trace>
  <inkml:trace contextRef="#ctx0" brushRef="#br0" timeOffset="99303.1337">8250 3296 754,'0'0'110,"0"0"-20,0 0 24,0 0-16,0 0-54,82-54-3,-28 57-9,7 26 1,0 17-9,-4 16 5,-8 13-14,-12 13 7,-13 3-10,-13-2-8,-11-10-3,-2-14-1,-17-13-31,-5-11-63,-3-7-62,-3-9-164</inkml:trace>
  <inkml:trace contextRef="#ctx0" brushRef="#br0" timeOffset="100977.0205">9235 3182 973,'0'0'30,"0"0"36,0 0 15,-82-20-36,47 38-34,-2 9-9,4 5 3,6-2-4,10-1 1,9-4-2,8-3-3,0 0-2,5-2 4,11-4-1,-1 0-7,0-5-7,-2-1 4,-4 0-2,0-1 12,-3-1-6,-6-1-22,3-1 7,-3-1 8,5-1-1,-2-1 1,0 0-20,4 0 7,-1 1 18,0 3 10,3 6 1,3 8 5,-2 11 5,-1 15 15,0 12 20,-8 8 17,-1 2 3,0 0-32,-14-2-2,-3-2-8,-2-4-22,-2 0-2,1-5-53,0-3-179,-4-10-766</inkml:trace>
  <inkml:trace contextRef="#ctx0" brushRef="#br0" timeOffset="101612.5125">7073 5232 831,'0'0'69,"0"0"26,0 0-4,0 0-19,0 0-44,0 0-27,-7 49 2,20 4 9,0 9 33,-1 0-9,-3-6-18,-4-6 1,-4-8-9,1-9-5,-2-8-1,0-7-4,0-8-3,0-6-29,6-4-56,4-3-118,2-15-23,1-7-313</inkml:trace>
  <inkml:trace contextRef="#ctx0" brushRef="#br0" timeOffset="101884.3433">6977 5038 880,'0'0'33,"0"0"72,0 0-20,0 0-68,0 0-17,0 0-20,-10-13-35,28 24-12,0 3-153,0 2-363</inkml:trace>
  <inkml:trace contextRef="#ctx0" brushRef="#br0" timeOffset="102271.9336">7300 5525 767,'0'0'52,"0"0"15,22 89 36,-16-67-12,0-4-52,0-5-1,-3-6-13,0-3-13,-2-3-4,-1-1 1,0 0 2,0-12 4,0-9-13,-7-9-2,1-7-1,6-7-1,0-3 2,0-5 3,0 8 2,0 7-2,16 13-6,2 17 6,6 7-4,3 17 1,4 24 0,-1 8 7,-2 2-3,-4 1-4,-3-5-5,0-9-19,3-7-39,1-13-77,-2-13-90,2-5-238</inkml:trace>
  <inkml:trace contextRef="#ctx0" brushRef="#br0" timeOffset="102449.2693">7723 5181 911,'0'0'52,"0"0"-12,0 0 0,-3 110 24,11-53-43,1-6-19,-3-4-2,3-7-21,-5-6-94,1-9-122,-4-10-471</inkml:trace>
  <inkml:trace contextRef="#ctx0" brushRef="#br0" timeOffset="102608.1527">7610 5502 894,'0'0'128,"0"0"-86,0 0 58,0 0-74,0 0-20,88-27-6,-24 6-6,8-5-130,5-3-17,3-1-168</inkml:trace>
  <inkml:trace contextRef="#ctx0" brushRef="#br0" timeOffset="102996.2501">8450 5204 585,'0'0'288,"-15"85"-242,15-39 73,0 1-12,0-4-54,0-4 2,0-8-25,6-8-11,-1-7-9,-2-9-6,0-6-1,-3-1 0,0-5-2,0-16-1,0-10-20,0-6-3,0-7-23,0-4 0,1-4 3,9 4 17,7 7 4,5 10 21,5 13-11,1 13 12,-1 5 22,0 13 11,-3 16 5,-2 6-5,-1 3-17,-4 0 3,-3-2-12,-6 0-7,-3-4 1,-4-2-1,-1-4-79,0-5-106,0-9-403</inkml:trace>
  <inkml:trace contextRef="#ctx0" brushRef="#br0" timeOffset="103233.025">9129 5018 1155,'0'0'40,"0"0"-36,0 0 21,0 0-22,0 0-3,0 0-50,19 25-93,-16-4-185</inkml:trace>
  <inkml:trace contextRef="#ctx0" brushRef="#br0" timeOffset="103434.8436">9242 5464 1250,'0'0'19,"-25"97"-5,13-39 55,-1 1-50,-1 5-18,0-1-1,-6 2-102,-4-4-466</inkml:trace>
  <inkml:trace contextRef="#ctx0" brushRef="#br0" timeOffset="106185.2094">7255 1961 703,'0'0'73,"0"0"-22,0 0 31,0 0-21,0 0-35,0 0-1,0 0-11,-49 30-1,68-23-3,23-3 10,22-4 7,27 0-2,18-18 6,6-9-6,3-3 0,-4-2-15,-4 1-3,-8 4-4,-14 3-6,-24 9-10,-28 6-15,-25 8-50,-11 1-75,-24 3-47,-22 9-60</inkml:trace>
  <inkml:trace contextRef="#ctx0" brushRef="#br0" timeOffset="106458.3645">7149 2215 920,'0'0'53,"0"0"-40,0 0 63,0 0-47,116-18 3,-16-10 32,24-9-24,18-6-23,4-3-3,2-1-4,-8 2 0,-12 3-10,-16 5-1,-24 7-19,-25 11-48,-24 9-20,-27 5-102,-12 3-113,-8 2 55</inkml:trace>
  <inkml:trace contextRef="#ctx0" brushRef="#br0" timeOffset="112108.3329">6531 6804 474,'0'0'169,"0"0"-57,0 0 17,0 0-20,0 0-22,0 0-17,0 0-8,-1-55-24,1 40-24,0 1-3,0 1-3,-9 1-8,-9 3 1,1 1-1,-3 4 0,-4 4 0,0 0 0,1 2 0,1 17-1,3 10 1,5 9 0,10 7-1,4 7-1,0 9-1,12 7 3,4 4 1,-1-2 0,1-4-1,-2-9 0,-1-12 0,-4-10-16,-3-10-97,-4-8-55,-2-11-119</inkml:trace>
  <inkml:trace contextRef="#ctx0" brushRef="#br0" timeOffset="112298.2701">6184 7243 98,'0'0'750,"0"0"-636,0 0-33,0 0-35,0 0-30,0 0 4,119-79-3,-49 46-13,5 1 0,5 5-4,1 5-83,-5 3-200,4 5-200</inkml:trace>
  <inkml:trace contextRef="#ctx0" brushRef="#br0" timeOffset="112612.9245">7300 6876 803,'0'0'139,"0"0"-38,0 0 37,0 0-36,0 0-42,0 0-16,-29-54-35,29 72-9,0 18-4,8 15 4,4 1 0,-3 2 0,-2-6-28,2-5-43,-5-4-41,-4-13-112,0-7-239</inkml:trace>
  <inkml:trace contextRef="#ctx0" brushRef="#br0" timeOffset="112788.083">7028 6902 869,'0'0'36,"-28"-98"17,28 47 9,10 3-4,24 6-42,10 10-13,5 10-1,-1 21-2,-4 7-13,-9 34-83,-17 23-33,-14 13-247</inkml:trace>
  <inkml:trace contextRef="#ctx0" brushRef="#br0" timeOffset="112907.9056">7080 7513 744,'0'0'29,"0"0"-10,99-5 66,-27-29-85,11-12-44,8-9-283</inkml:trace>
  <inkml:trace contextRef="#ctx0" brushRef="#br0" timeOffset="114228.1052">8739 6717 738,'0'0'81,"0"0"-30,0 0-32,0 0 5,5 86-6,10-39 13,0 3 10,0-3-18,-5-5-1,-4-3 0,0-7 4,-3-7-1,-1-10-4,-2-8-5,0-4-1,0-3 4,0-4 1,0-16 9,0-9-22,-8-5-7,5-3 0,0-2-3,0-5 4,0 0-3,3-1 0,0 5 1,0 8-9,12 8 0,10 7 10,-2 7 0,7 10 3,-2 0-3,2 12 0,-3 14 0,-2 8 1,2 3 6,-2-2-5,2-5-2,-1-6 0,1-7 1,1-9 0,2-5-2,1-3-9,0-2-4,1-13-19,-7-3 5,-4-5-9,-4-2 26,-7-3 7,-4-1 4,-3-1-2,0 0 3,-3 0-1,-10 0 1,-1 5 1,-1 4 19,2 9-6,-2 8 5,3 4-2,-6 13-16,0 18-1,3 11 4,6 9 5,9 0 8,0-3-8,2-9-8,15-7 5,5-9-7,4-9 0,4-8 2,5-6-2,3 0 0,1-16 0,0-6-14,-9-5-18,-8-4-36,-7-3 21,-9 2-27,-2-1 39,-4 3 20,0 3 11,-4 5 4,-3 10 0,-1 5 1,5 7 12,0 0 5,-2 0-13,0 5 8,0 5 11,4 0-2,-1-3 4,2-4-12,0 0 1,0-2 1,0-1-8,0 0-5,0 0 2,0 0-3,0 0-2,0 0-1,0 0-69,0 0-54,0 0-264</inkml:trace>
  <inkml:trace contextRef="#ctx0" brushRef="#br0" timeOffset="115574.3508">9154 6717 357,'0'0'47,"0"0"-22,0 0-15,0 0 4,0 0 13,0 0 12,84-6 9,-78 2 19,0 0 10,1-4 1,-3 0 3,1-5-18,-2-1-23,2-1 11,-2-5 0,-3-1 4,0-1-18,0 3 6,-19 1-18,-9 5-4,-10 4-14,-7 9-7,-4 0 1,1 19-1,3 11-2,9 10 0,11 11 2,11 14 3,14 14-2,5 11 5,23 8 7,8-1-10,0-7 3,-2-7-2,-4-12-1,-3-7-3,-6-11 0,-9-12-1,-5-10-23,-7-13-47,0-13-115,0-5-135</inkml:trace>
  <inkml:trace contextRef="#ctx0" brushRef="#br0" timeOffset="115785.199">8890 7206 755,'0'0'118,"0"0"-24,0 0 20,0 0-57,0 0-45,0 0 7,117-86 2,-55 58-5,8 1-11,0 2 9,1 5-14,-6 2-53,-5 0-94,-8-1-120,-13-2-177</inkml:trace>
  <inkml:trace contextRef="#ctx0" brushRef="#br0" timeOffset="116088.1103">9536 6664 433,'0'0'256,"0"0"-145,-73-86-1,42 60-38,-2 2-29,-3 4-13,0 8 14,2 8-9,1 4-15,3 0-7,3 21 0,2 12-8,11 13 7,4 16 7,9 9 6,1 7-14,1 2 3,15 2-1,0-3-6,1-6-1,-3-9-4,2-13-1,-1-13-1,0-9-3,-3-10-30,-4-8-56,-8-8-87,0-3-132</inkml:trace>
  <inkml:trace contextRef="#ctx0" brushRef="#br0" timeOffset="116274.4745">8936 7127 784,'0'0'108,"0"0"-38,0 0 6,0 0-57,82-32-5,-21 12 5,10-7-6,9-1-9,1 0-4,-1 0-38,-9 3-138,-13 3-371</inkml:trace>
  <inkml:trace contextRef="#ctx0" brushRef="#br0" timeOffset="116762.9766">9369 6722 570,'0'0'86,"0"0"10,0 0 13,-89-79-59,60 71-24,-2 5-18,-2 3-4,0 2 3,5 20 1,4 12-2,6 12 15,10 12 1,8 13-2,2 11 2,18 5-18,5 5 3,0-6 0,2-7-6,0-10 1,-6-5-2,0-8 0,-11-9-57,-7-11-88,-3-14-125</inkml:trace>
  <inkml:trace contextRef="#ctx0" brushRef="#br0" timeOffset="116939.991">8902 7309 36,'0'0'792,"0"0"-685,0 0-67,0 0 3,80-87-23,-17 57-5,15-2-13,16 2 0,7 3-2,1 6-74,-10 4-242</inkml:trace>
  <inkml:trace contextRef="#ctx0" brushRef="#br0" timeOffset="117168.1615">9957 6896 844,'0'0'81,"0"0"-26,0 0 33,0 0-61,86-65-26,-50 51-1,0 0-25,1 3-90,-7 2-188</inkml:trace>
  <inkml:trace contextRef="#ctx0" brushRef="#br0" timeOffset="117330.0588">10079 7063 1099,'0'0'27,"0"0"-17,0 0 75,0 0-81,0 0-4,115-50-137,-48 9-438</inkml:trace>
  <inkml:trace contextRef="#ctx0" brushRef="#br0" timeOffset="118947.5119">10912 6714 421,'0'0'450,"0"0"-397,0 0-44,22 86 32,-10-28-2,1 1 30,-4-4-23,-4-7-24,-5-4-8,0-11-1,0-7-6,0-10-2,0-12 0,-5-4 0,-5-13 3,-2-21-7,0-12-1,6-8-6,6-4 3,0 0-14,3 5 13,9 8-2,7 12-10,5 16 16,3 13 1,3 4-1,-3 15-1,3 11 1,-5-1 0,0-2 4,1-8 3,2-4 2,6-8-1,1-3-4,2 0 6,-4-17-4,1-3-6,-7-7 0,-8-3 2,-7-2 0,-10-2-1,-2 0 1,0-1 0,-17 3-4,-5 6 0,-2 9 2,0 13 0,-1 4-6,1 29 6,5 19 1,5 13 0,13 5 5,1-2-2,6-11 1,16-10-1,3-14-4,7-12 2,0-11-4,6-6 4,1-6 3,4-18-2,-6-7-3,-6-7 0,-5-3-12,-13-3-18,-4 1 13,-9-1-3,0 6-1,0 8 7,-4 12 9,-1 13-1,4 5 6,1 19 0,0 10 3,0 4 10,4-2-1,4-7-4,5-7-4,-1-8 8,4-7-12,1-2 5,2-3-4,-2-12 3,1-6-4,-8-1-8,-7 1-12,-3 4-9,0 6 11,0 7 8,0 4-3,0 14-22,7 11 35,6 8 1,6-4 2,5-2-1,6-7-2,4-7 0,-1-7 2,-1-6 0,-5 0 2,-6-16-3,-3-7 1,-4-4-2,-6-2 7,-5-5-2,-3-3 11,0-2 16,-1-2 0,-14 0-23,-3 3-5,2 8-4,4 10 0,6 12-51,6 8-41,0 1-265</inkml:trace>
  <inkml:trace contextRef="#ctx0" brushRef="#br0" timeOffset="119378.0369">12848 6152 1144,'0'0'17,"0"0"-4,0 0 34,0 0-21,0 0-21,0 0-5,-70 3 1,37 20-1,-3-1 0,-1-1 4,3-2-4,6-5-1,6-4 1,6-5-2,9-2-7,5-3-3,2 0 0,0 0-28,5 0 33,5 3 5,2 15 0,2 13 2,-1 13 0,-1 10 2,-3 8 1,4 0-2,-4-4-1,-1-6 0,0-7 0,0-7-5,1-10-83,-1-8-45,-1-11-138,-4-9-302</inkml:trace>
  <inkml:trace contextRef="#ctx0" brushRef="#br0" timeOffset="119528.1892">12681 6638 826,'0'0'124,"0"0"-41,0 0-17,0 0-58,0 0-6,112-63-2,-58 42-39,-2 0-93,-7 0-205,-5 0-163</inkml:trace>
  <inkml:trace contextRef="#ctx0" brushRef="#br0" timeOffset="119701.8041">13190 6314 699,'0'0'304,"0"0"-232,0 0 2,0 0-3,-18 116-32,16-67-17,2 0-11,0-5-4,0-5-3,0-8-4,8-7 0,-2-9-55,-2-8-118,-2-7-98</inkml:trace>
  <inkml:trace contextRef="#ctx0" brushRef="#br0" timeOffset="119878.1365">13046 6218 327,'0'0'652,"0"0"-590,16-76 35,15 58-50,9 4-36,8 4-10,1 9-1,-9 1-57,-8 18-184,-16 13-436</inkml:trace>
  <inkml:trace contextRef="#ctx0" brushRef="#br0" timeOffset="120044.0567">13048 6783 805,'0'0'297,"0"0"-292,0 0 24,0 0-14,139-30-15,-65 9-44,9 0-106,5 0 71</inkml:trace>
  <inkml:trace contextRef="#ctx0" brushRef="#br0" timeOffset="120338.172">13984 5908 771,'0'0'315,"0"0"-303,0 0-6,-90 73 5,68-5 18,2 15-10,2 10 10,6 2-5,8-5 0,4-9-9,13-15-9,22-12 2,11-15-6,6-13-2,8-15-6,0-11-53,-2 0-63,-8-19-55,-8-9-190</inkml:trace>
  <inkml:trace contextRef="#ctx0" brushRef="#br0" timeOffset="120701.4966">14379 6179 279,'0'0'624,"0"0"-596,0 0 45,-19 114 34,14-61-53,5-2-20,0-4-7,0-9-2,5-7-5,1-8-1,-1-10-10,-2-8-9,-1-5 6,-2 0-1,0-18-2,0-10-3,0-9-21,0-4-26,0-5 18,0-5-2,7 0 7,10 3 13,5 9-9,10 12 16,-1 12 4,3 15 0,-4 2 4,-3 26 13,-5 11 7,-3 8-8,0 1-9,-3-1-6,-3-7-1,2-4-6,-4-8-81,-4-10-82,2-9-243</inkml:trace>
  <inkml:trace contextRef="#ctx0" brushRef="#br0" timeOffset="120997.9121">14805 5860 1091,'0'0'27,"0"0"6,0 0 18,0 0-21,101 48-29,-52-10 21,-6 7-10,-6 14-10,-7 8 0,-7 8 1,-10 4 1,-7 0 1,-6-6-5,-3-8 0,-15-13-39,-3-14 22,3-11-112,2-13-41,5-12-313</inkml:trace>
  <inkml:trace contextRef="#ctx0" brushRef="#br0" timeOffset="121328.348">15493 5821 964,'0'0'17,"0"0"42,0 0 66,0 0-58,0 0-53,0 0-14,23-62-12,-14 89-59,-3 9-124,-5 5-319</inkml:trace>
  <inkml:trace contextRef="#ctx0" brushRef="#br0" timeOffset="121548.2995">15590 6235 902,'0'0'334,"0"0"-319,0 0 4,-32 82 37,19-31-28,-3 11-24,-2 6-4,-6 5-7,-4 6-69,-8-2-242</inkml:trace>
  <inkml:trace contextRef="#ctx0" brushRef="#br0" timeOffset="130653.8116">8080 8683 634,'0'0'91,"0"0"15,19-90-29,-1 47 2,-4-3-20,-4 3-5,-7 0-26,-3 6-8,0 1-11,-13 4-2,-10 4-6,-3 8 10,-2 7-9,3 13 8,-2 0-10,8 34-4,5 16 3,8 18-7,6 10 7,0 3 0,17-4-1,7-5 2,3-6-1,-2-4-24,-5-4-48,-9-4-30,-11-5-52,0-7-86,-28-7-5</inkml:trace>
  <inkml:trace contextRef="#ctx0" brushRef="#br0" timeOffset="131046.9917">7731 9038 643,'0'0'83,"0"0"17,-24-99-52,24 60-28,9-3-6,15-1-6,13 2-6,5 0-2,6 7 1,1 10 8,1 16 15,-3 8-16,-4 19-5,-9 23 1,-7 5 3,-6 2 3,-5-5-1,-2-5 4,4-10-3,-3-6-10,9-9 6,-2-7-1,6-7-2,-1 0 2,-1-21 3,-2-10-4,-7-7-4,-6-5 3,-8 0 3,-3-1-5,0 3 7,-18 4-3,-8 6 6,0 12-4,-3 10-4,1 9-3,6 10-4,-1 18-16,10 6-14,5 3-8,8-2-56,0-5-152,14-6-202</inkml:trace>
  <inkml:trace contextRef="#ctx0" brushRef="#br0" timeOffset="131351.7602">8562 8599 869,'0'0'37,"0"0"-27,0 0 21,58 73 8,-34-29-16,-6 4-11,1-3-5,-8-5-4,-5-8 3,-5-9-5,-1-10-1,0-9-1,-1-4-1,-10-4 2,1-16-20,-2-7-15,3-3 16,3-2 10,0-1 4,0 1-12,6 2-19,0 3-96,7 6-111,16 5-150</inkml:trace>
  <inkml:trace contextRef="#ctx0" brushRef="#br0" timeOffset="131708.0728">9290 8314 400,'0'0'326,"0"0"-295,-36-81 29,29 68 29,1 7-28,-3 6-8,-3 10 0,-2 26-37,-3 21 7,0 15 17,2 7-16,12 3-9,3-3-6,0-6-7,15-8 2,13-13-4,11-11-7,13-13-41,4-13-81,2-13-114,-6-2-373</inkml:trace>
  <inkml:trace contextRef="#ctx0" brushRef="#br0" timeOffset="133162.1656">10069 8351 613,'0'0'175,"0"0"-139,0 0 38,0 0-20,0 0-28,-11 87-13,29-32 14,6-4-10,4-5 29,2-9-29,6-10-10,3-10-6,2-13 2,1-4-3,-1-17-14,-5-15-20,-8-5-11,-10-4 9,-11 0 5,-7 3 11,0 0 19,-7 4 1,-4 9 3,1 9 1,5 13 2,2 3 12,3 20-5,0 11-6,0 6 17,0 0-9,0-4 0,2-6-6,-1-5-6,-1-10 2,0-5 1,0-7-2,0 0 1,0-8-5,0-16-36,0-5-15,0-3 43,2-2 0,4-3 3,7 3 5,1 4 0,8 10 1,8 15 8,7 5 34,8 23 25,-2 17-32,-5 5-4,-10 2-23,-9-7-3,-8-4-6,-10-8-9,-1-6-87,-12-6-42,-19-10-335</inkml:trace>
  <inkml:trace contextRef="#ctx0" brushRef="#br0" timeOffset="133418.3481">10172 8051 765,'0'0'85,"0"0"-51,0 0 38,0 0-23,0 77-28,-9-66-7,-2-4-9,-2-4-4,1-3-1,-1 0-3,2-14-16,3-4-4,7-4-14,1 1-2,0-2-11,15 5-44,10 4-176,7 7-85</inkml:trace>
  <inkml:trace contextRef="#ctx0" brushRef="#br0" timeOffset="133609.6692">10846 8178 846,'0'0'83,"9"107"-26,3-51 18,3-4-7,9-10-47,1-9-14,8-8-7,-2-7-27,-4-5-91,-3-9-153</inkml:trace>
  <inkml:trace contextRef="#ctx0" brushRef="#br0" timeOffset="133768.1692">10889 8434 1047,'0'0'0,"0"0"-13,0 0 10,147-86-71,-61 46-171,4-3-381</inkml:trace>
  <inkml:trace contextRef="#ctx0" brushRef="#br0" timeOffset="134397.8734">12022 8025 978,'0'0'38,"0"0"-7,0 0 0,-8 73 0,14-26-13,7 4-14,-2-1 15,-3-2-8,-5-6 9,-3-9-4,0-7-6,0-11 7,-2-7-15,-4-8 9,-3 0-10,4-14-2,1-14-10,0-9-15,4-5 1,0-3 13,4 0 9,5-1 3,3 5 2,0 1-1,1 10 2,2 13 1,2 16 6,3 2 2,3 29 9,1 11-1,0 6-12,-4 6-5,-3-1-3,-1-2-15,1-5-41,-1-8-77,-4-8-110,0-9-430</inkml:trace>
  <inkml:trace contextRef="#ctx0" brushRef="#br0" timeOffset="134677.8973">12927 8353 818,'0'0'143,"0"0"-86,0 0 48,0 0-21,0 0-47,0 0-18,-7 36-9,-4-32-3,4-2-7,-2-2 0,-1 0-2,2 0-28,2-13-66,1-4-102,1-3-197</inkml:trace>
  <inkml:trace contextRef="#ctx0" brushRef="#br0" timeOffset="134967.8863">12812 7846 723,'0'0'236,"0"0"-197,0 0 17,0 0 51,0 0-64,0 0-37,-29 63 4,12-57-4,-2-4-6,1-2-14,1 0-7,3-11-7,3-5-13,5 0 14,6-2 18,0 3 4,1 3-24,15 3 10,6 6-40,0 3-58,2 0-290</inkml:trace>
  <inkml:trace contextRef="#ctx0" brushRef="#br0" timeOffset="136618.0484">13990 7936 545,'0'0'101,"0"0"-3,0 0-14,0 0-13,0 0-32,34-80-7,-27 60 10,-4-2 4,-3 0 0,0 1-14,-10 0-17,-4 1-6,-6 4 4,0 6-8,-2 9-3,-1 1 0,1 17-1,4 15-1,3 15 0,8 8 5,5 7-4,2-1 3,0-5-2,9-7 1,3-6-3,-1-5-3,-4-3-4,0-7-39,-4-4-77,-3-9 28,0-8-193,0-7-63</inkml:trace>
  <inkml:trace contextRef="#ctx0" brushRef="#br0" timeOffset="136798.2763">13785 8138 30,'0'0'593,"0"0"-444,0 0-64,0 0-6,0 0-56,0 0-16,40-41-4,-4 34 0,9-3-3,4 0 0,6-3-12,-1-1-42,-6 0-30,-5-3-212</inkml:trace>
  <inkml:trace contextRef="#ctx0" brushRef="#br0" timeOffset="137028.0798">14321 7641 835,'0'0'15,"0"0"28,0 0 12,0 0-16,0 0 6,94 47-1,-52 2-3,-2 13 5,-6 13-12,-9 5-6,-14 5 0,-11 1-24,-3-1-4,-25-6-35,-8-6-71,-10-14-52,-2-12-194</inkml:trace>
  <inkml:trace contextRef="#ctx0" brushRef="#br0" timeOffset="137927.8414">11376 9501 987,'0'0'23,"-39"-73"52,24 41-25,-1 10-29,2 9-10,-1 9-7,2 4-1,-4 11-3,5 23-4,1 13-5,11 8-4,0 1 11,14 1 0,18-5 0,4-6 0,4-5 1,3-4 1,-6-6 1,-11-6-1,-13-3 0,-13-4-1,-3-1 1,-27-5 3,-10-2-1,0-6-4,-2-4-4,11-1-18,7-19-27,10-8-38,14-6-88,0-5-63,9-2-140</inkml:trace>
  <inkml:trace contextRef="#ctx0" brushRef="#br0" timeOffset="138213.9656">11474 9671 558,'0'0'120,"27"75"-17,-6-35 24,1-5-61,6-7-19,5-8-12,6-8 30,10-12-35,11 0-17,1-17 31,2-16-32,-5-9-12,-12-8 5,-11 1-3,-13 2-1,-14 6 1,-8 7-2,-14 8-1,-22 8-3,-10 10-10,-9 8-25,-2 24-35,8 17-3,6 7-8,10 3-20,13-5-147,9-5-208</inkml:trace>
  <inkml:trace contextRef="#ctx0" brushRef="#br0" timeOffset="138417.9732">12156 9622 870,'0'0'22,"13"103"13,5-22 73,0 10-39,3 6-51,-6-2-7,-3-8 0,-2-12-11,-2-18-49,1-16-24,-3-20-32,-3-15-93,-3-6-65,0-22-144</inkml:trace>
  <inkml:trace contextRef="#ctx0" brushRef="#br0" timeOffset="138614.6404">12293 9557 662,'0'0'132,"0"0"10,78 109-37,-66-51-10,-11 3-49,-1-2-15,-12-3-24,-13-6-7,0-10-72,2-11-107,5-14-237</inkml:trace>
  <inkml:trace contextRef="#ctx0" brushRef="#br0" timeOffset="138911.5916">12906 9310 847,'0'0'6,"0"0"15,-86-4 52,61 25-17,2 17-16,-1 13 5,5 12 2,4 8-10,7 0-10,8-3 0,0-10-17,20-6-8,14-13-2,9-9-13,4-12-51,5-10-70,0-8-136,2 0-186</inkml:trace>
  <inkml:trace contextRef="#ctx0" brushRef="#br0" timeOffset="139477.8844">13248 9508 738,'0'0'114,"0"0"-53,0 0 27,0 0-10,0 0-26,0 0-16,-27-32-12,27 32-11,0 5-7,0 13 5,0 9 4,9 7 1,0 4-5,0 3-4,0-1-4,0-2 4,-3-6-6,0-5 1,-2-9 1,-2-9-3,-2-9-1,0 0 1,0-7 4,0-16-1,0-7-3,0-2-10,0-3-5,0-2 4,0-1-3,3 0-2,9-4-4,3 0-4,6 7 24,4 10-2,5 12 2,2 13 0,6 13 15,-2 21-2,-3 9-9,-2 5-4,-7 2-24,-4-2-74,-4-3-67,-6-7-236</inkml:trace>
  <inkml:trace contextRef="#ctx0" brushRef="#br0" timeOffset="140057.8546">13940 9097 808,'0'0'83,"0"0"13,0 0-19,0 0-34,90-19-4,-36 48 5,4 15-14,-5 15 4,-8 17-8,-12 10-3,-15 5-15,-17-4-4,-1-8-4,-25-11-5,-9-10-17,-5-10-68,3-13-75,5-9 35,7-14-188</inkml:trace>
  <inkml:trace contextRef="#ctx0" brushRef="#br0" timeOffset="140277.8765">14756 9125 1202,'0'0'1,"0"0"5,0 0-6,0 0 0,0 0 0,0 0-157,-25 36-250</inkml:trace>
  <inkml:trace contextRef="#ctx0" brushRef="#br0" timeOffset="140490.079">14686 9660 1300,'0'0'1,"-55"112"10,28-40-9,0 4-2,1 5-18,-3 0-192,-8-3-542</inkml:trace>
  <inkml:trace contextRef="#ctx0" brushRef="#br0" timeOffset="147928.264">6576 10800 1078,'0'0'0,"0"0"8,-9-77 8,9 57 16,6 9-8,6 11-7,5 2-10,3 37 1,7 22 14,3 17 6,-5 4-10,2-7-16,0-14 0,7-15 0,4-15 0,-1-9-2,-1-14 0,-3-8-4,-5 0 1,-7-10 3,-9-4 0,-12 3 7,0 3-3,-2 7-3,-14 1 1,-5 19 5,2 16-7,4 8-1,0 5 0,7-1 1,2-5 0,0-4-4,-2-2 1,-9-3-2,-5-1 1,-11-1-6,-3-5 2,2-6-31,1-7 26,6-10-48,9-3-51,3-10-160</inkml:trace>
  <inkml:trace contextRef="#ctx0" brushRef="#br0" timeOffset="148096.143">6630 11773 771,'0'0'259,"0"0"-259,0 0-142,101-125-429</inkml:trace>
  <inkml:trace contextRef="#ctx0" brushRef="#br0" timeOffset="151428.1771">21856 3875 340,'0'0'10,"0"0"-4,0 0 46,-43-74 62,34 56 10,3 2 18,0 1-55,-1 5-16,4 3-25,2 6 6,-1 1 3,2 4-36,0 27-19,2 17 1,11 14 8,0 4 7,-2-2 3,1-3-10,-5-8 2,-1-6-10,-3-11 4,-1-9-3,2-7-1,-4-10 1,0-5-1,1-5 1,-1 0-1,0 0 7,0-9-5,0-14-3,0-7-16,0-5 16,0 0 3,0-2-2,2 5 0,1 3 1,3 9-2,5 7-1,3 3-1,1 6 2,2-1 0,-7 4 5,-4 1-3,-4 0-2,-2 0-1,0 0 1,0 1 0,0 6 0,0-2-12,-8-4-4,-1-1-3,0 0-2,-6-6 7,0-11-5,-6-7 1,-1-4 6,0-7 12,-1-6 6,1-10-5,3-1 17,5-5-4,7 8-4,5 8-3,2 13 3,8 13-10,17 9-1,11 6 0,9 0-2,2 8 3,0 8 2,-7 2 1,-12 5 1,-11 4-2,-13 5 4,-4 6-6,-9 1-4,-19 1-25,-10-5-22,-2-7-30,-1-8-48,2-8-104,4-10-121</inkml:trace>
  <inkml:trace contextRef="#ctx0" brushRef="#br0" timeOffset="152146.7183">22262 3481 805,'0'0'103,"0"0"-65,0 0-23,-43 94-2,37-41 19,6 0-13,0-4 18,13-8-23,9-9 5,6-10-17,3-9 1,2-10-3,2-3-2,-2-10-27,-4-18-32,-7-8 7,-2-4 5,-8-2 38,-5 5-6,-4 3 17,-3 8 9,0 9-1,0 9 31,0 8-13,0 8-10,1 26-14,10 14 11,5 7 0,2-4 0,8-9-10,5-12-2,5-15 1,1-13-2,3-2 0,-4-23-17,-6-22-28,-9-7-118,-6-8-32,-11 1 106,-4 5 89,-1-3 0,-20 2 31,-2 4 17,1 11 45,6 19 0,8 20 1,5 4-36,3 32-56,0 14-2,0 9 13,0 3-11,0-1 0,0-3 3,0-6-5,0-13 7,0-13-5,0-12-1,0-13-1,0 0-5,0-20-36,12-10-11,5-8 4,2-1-22,-1 2-23,3 5 66,7 7 27,5 12 10,1 13 39,-2 0 56,-12 21-55,-9 11-20,-11 5 15,0 5-23,-18 0-7,-6-5-15,-4-4-9,1-9-47,3-8-140,3-14-36</inkml:trace>
  <inkml:trace contextRef="#ctx0" brushRef="#br0" timeOffset="152491.788">22944 3309 718,'0'0'88,"0"0"-33,39 89 9,-24-28-17,-3 5-14,6-2-6,4-3 1,7-4-13,11-12-12,1-14-1,4-16-2,1-15-47,-5-2-16,-5-27-81,-9-7-86,-11-7 51,-10-3 120,-6-1 59,0 2 128,-12 5-35,-3 12 62,4 13-36,8 15-37,3 6-36,0 24-38,2 12 12,5 4-8,1-2-7,-2-4-5,3-5-35,0-11-92,-2-8-292</inkml:trace>
  <inkml:trace contextRef="#ctx0" brushRef="#br0" timeOffset="152658.3081">23269 3262 952,'0'0'10,"0"0"-10,20 72-5,8-29-104,4 0-170,5 0-265</inkml:trace>
  <inkml:trace contextRef="#ctx0" brushRef="#br0" timeOffset="152891.0572">23780 3385 878,'0'0'47,"-85"55"10,44-11 2,8 5-25,8 2 4,13-1-14,9 0-13,3-6-6,11-8-5,17-6-4,9-11-80,8-8-42,0-11-126,2 0-336</inkml:trace>
  <inkml:trace contextRef="#ctx0" brushRef="#br0" timeOffset="153400.1467">24587 3325 726,'0'0'57,"0"0"42,-6-74-2,3 65-23,3 9-10,0 0-43,0 30-16,0 14-2,0 14 16,0 2-3,0 1-12,0-4 1,0-7-2,0-3 0,0-8-2,0-12 1,0-11-2,0-9-3,4-7-17,8-7-11,3-19-7,10-8 32,5-2-22,0 0-12,1 7-4,4 4 18,5 9 6,5 12-13,-3 4 33,-8 17 0,-12 14 30,-14 5-11,-8 3 11,-3 0-6,-21-4-5,-4-4-19,-2-7-10,3-11-64,6-9-110,9-4-263</inkml:trace>
  <inkml:trace contextRef="#ctx0" brushRef="#br0" timeOffset="153677.7872">25092 3537 433,'0'0'298,"0"0"-262,22 92 100,-6-69-49,6-9-35,6-9-20,5-5-13,2-3-10,-1-17-9,-4-7-2,-5-5-39,-8 0 19,-9 0 5,-8-2 14,0 0 0,-19 3-1,-11 10 4,-6 11 0,-5 10-24,2 12-14,5 18-37,8 6-80,13-3-129</inkml:trace>
  <inkml:trace contextRef="#ctx0" brushRef="#br0" timeOffset="154028.1772">25488 3510 862,'0'0'31,"0"0"17,-13 98 18,13-63-15,11-4-5,12-10-24,2-8 0,4-9-2,-1-4-15,-1-4 2,-2-16 0,2-5-6,-5 0-2,-1-4 0,-7 1 1,-6-1 1,-8 0 0,0 2 1,-16 6 8,-15 6-8,-10 12 4,-5 3-6,-3 9-6,3 16 4,5 3-6,9 5-47,9-1-66,10-5-111</inkml:trace>
  <inkml:trace contextRef="#ctx0" brushRef="#br0" timeOffset="155377.8097">25901 3206 1003,'0'0'10,"0"0"2,0 0 10,0 0-7,-30 86-3,30-37 5,0 2 1,6-2-2,14-5-1,2-7-9,4-6-1,3-9-3,7-8-4,1-8-5,4-6-53,-2-6 30,-1-13-11,-2-6-6,-3-5 29,-3-1 18,-7-3 0,-7-3 4,-6 1-2,-8 2 8,-2 4 6,0 9 8,-12 8 9,-11 12-4,-5 1 16,-6 11-42,-2 20-1,3 6-2,9 8 3,10-1 6,13-3-9,1-5-2,15-7 2,18-7 0,10-7 1,6-8 5,7-7-6,0 0-4,1-7-9,-2-14-18,-3-2-1,-3-6 20,-4-2 10,-6-1 2,-11-1 2,-11 2 2,-8 3 2,-9 2 2,0 7 9,-14 5-4,-17 6-5,-8 8 4,-7 0-6,0 11 19,3 12-7,8 10 2,11 5-8,11-1-6,11-3 2,2-6-8,5-6 0,17-6 6,3-9-4,8-7 5,2 0-7,4-10-4,-1-11-41,-3-6-27,-7-1 3,-7-2-27,-9 2-88,-6 1 23,-6 5 41,0 6 120,0 9 14,-11 7 120,-1 6-75,-1 19 44,4 6-39,5 0-34,4-2-1,0-8-6,9-9-10,10-5 6,3-7 4,2 0-22,3-5-1,3-15-28,-3-4-55,-4-2-97,-2 0-27,-7-2 37,-2 2-136,-5 6 306,-4 9 137,-3 8 90,0 3-39,0 13-90,-4 14 22,-8 7-26,3 1-21,3-1-24,1-6-3,1-6 11,1-5 3,2-4-31,1-7-9,0-3-10,0-3 1,0-2-3,0-15-8,0-7-30,0-4-51,0-7-27,3-2 55,4-2 20,2 3 15,1 13 10,7 10 4,2 13 4,2 0 2,1 16 27,-5 6 4,-2 0 6,-6 1-18,0-2 21,-2-4-12,-4-3-3,0-6-9,-3-3-2,0-4-9,0-1-2,0 0 1,0 0-6,0-13-20,0-5-102,0-4 120,6-4-40,3-1 39,1 5 3,1 7 7,5 12 23,-1 3 1,1 8-4,-2 13 24,-6 4-28,-4 1-5,-4 0-11,0-6-7,0-3-4,0-5-61,-1-5-141,-5-4-345</inkml:trace>
  <inkml:trace contextRef="#ctx0" brushRef="#br0" timeOffset="157129.451">27689 2878 487,'0'0'274,"0"0"-187,-27-83-4,24 68-4,1 8-9,1 5-2,1 2-48,0 16-20,1 26-10,14 21 10,0 15 15,-3 5 4,-2-4-11,-2-5 16,-4-9-18,1-13 6,-4-10-12,-1-13 4,0-14 0,0-8-4,0-7 4,0 0-1,0-13-1,0-13-2,0-11-18,0-3 2,4-4 11,6 0-6,0 1-8,5 6 14,2 9-6,2 15-5,6 12 14,5 1-6,1 20 6,-2 9 2,-2 5 1,-5-1-1,0-2-5,4-6-42,5-5-20,3-7-18,8-9-33,0-4-66,1-1 28,-7-15 10,-8-5 51,-5-3 95,-10-1 106,-2-2 44,-6-2 31,-5 1-34,0 1-54,0-1-30,-14 5-12,-6 4 2,-7 9-23,-6 10-4,-3 0-12,-6 25-9,1 13 3,8 10 5,8 0-5,12-3-5,13-6 10,0-8-13,7-9 1,14-6-4,4-9 6,7-7-6,1 0-13,1-13-35,-1-9-37,-6-5 22,-7-3-11,-6-4 31,-4-2 19,-4-4 20,-6 3-2,0 9 2,0 11 7,0 11 17,-1 6 13,-2 20-26,0 16-3,3 7 25,0 1 1,0-6-8,15-7-1,9-8 9,4-9 18,2-8 5,-1-6-17,3-5-14,1-19-15,1-7-4,-3-5-37,-2-4 17,-7-5 14,-8 0 5,-7-6-8,-7 1 4,0 4-4,0 11 6,-6 13 2,0 16-9,-2 6-29,1 15 11,3 20 22,1 12 4,3 5 0,0 3 0,13 0 1,4-5 1,0-4 26,0-6 5,-1-5-14,-2-9-4,0-4-10,0-7-3,2-9-48,1-6-147,5 0-310</inkml:trace>
  <inkml:trace contextRef="#ctx0" brushRef="#br0" timeOffset="157801.8215">29216 2878 1135,'0'0'14,"0"0"-14,0 0 0,-47 95 3,47-34 14,0-1-6,9-2 2,1-5-6,-3-12 5,-4-5-5,-1-12-5,-2-9 2,0-6 0,0-9-3,0 0 5,-5-11-1,-7-16-5,2-9-22,3-3 3,2-5 3,5-2 16,-2 0 0,2 4 4,0 7-4,5 11 0,13 17-3,3 7-7,6 14 7,3 20-5,2 5 4,3 4 4,1-4 9,5-8-9,1-5 21,3-11-7,0-8-10,-2-7 5,-2 0-9,-3-12 0,-4-11-1,-4-5-1,-5-5-16,-4-2 14,-9-5 2,-6-5-10,-6-1 6,0-2 4,-7 6 2,-14 8 6,-7 14-4,-4 14-2,-2 6-3,-2 24 2,-1 18-3,2 17 4,10 5 1,10 4 0,15-6-2,4-7 3,25-11 0,7-10-2,1-11 1,2-11-1,3-9-11,4-3-52,3-10-38,0-15-82,-1-8-13,-9-3 113,-6-6-37,-8-1-285</inkml:trace>
  <inkml:trace contextRef="#ctx0" brushRef="#br0" timeOffset="158008.151">30025 2939 370,'0'0'154,"0"0"99,0 0-89,0 0-88,0 0 24,0 0-44,-22-68-22,22 74-34,0 22 4,13 12-4,3 8 5,5 1-4,3-2 2,4-5 1,4-8 1,-1-4-2,3-8-1,-1-7-2,-3-5-9,-3-7-68,-6-3-79,-5-3-76,-8-15-52</inkml:trace>
  <inkml:trace contextRef="#ctx0" brushRef="#br0" timeOffset="158148.1162">30279 2969 779,'0'0'95,"0"0"-30,0 0-24,-100 14 9,65 28-15,-1 9-17,-2 1-16,5 2-2,6-5-15,6-5-105,5-9-164</inkml:trace>
  <inkml:trace contextRef="#ctx0" brushRef="#br0" timeOffset="158408.2277">30619 2784 1182,'0'0'8,"0"0"-8,0 0-19,-44 103 19,38-35 27,5 1-16,1-7 1,1-9-2,11-7-10,2-10-5,-1-9-82,-2-9-126,-4-10-343</inkml:trace>
  <inkml:trace contextRef="#ctx0" brushRef="#br0" timeOffset="158577.9609">30493 3066 1106,'0'0'71,"0"0"-50,0 0 25,0 0-40,0 0 3,93 0-9,-38 0-21,3-2-144,-4-10-135</inkml:trace>
  <inkml:trace contextRef="#ctx0" brushRef="#br0" timeOffset="158845.4146">31080 2603 891,'0'0'105,"0"0"-68,0 0 52,-80 60-40,42-10 11,-1 12-22,2 5-16,7 0-4,12-2-12,14-7-4,4-7-1,14-7-1,16-11-4,8-7-25,8-9-52,8-11-117,4-6-195</inkml:trace>
  <inkml:trace contextRef="#ctx0" brushRef="#br0" timeOffset="159107.8326">31526 2544 991,'0'0'4,"0"0"6,0 0-5,0 0-2,0 0-3,76 117 5,-54-49-4,-11 8 11,-11 1 4,-5 0 4,-20-6 48,-5-12-37,0-14-22,5-11-2,5-10-3,3-9-4,5-9-56,1-6-102,4-1-191</inkml:trace>
  <inkml:trace contextRef="#ctx0" brushRef="#br0" timeOffset="159600.5221">32211 2509 1007,'0'0'54,"0"0"20,-2-81 16,-16 66-34,-3 6-37,-3 7-8,2 2-9,0 11-2,5 20-18,4 13 14,5 9 3,8 5-4,0 0-17,0-3-8,12-5 1,-4-7-5,-1-2-1,-4-7-14,-3-6 33,0-5 0,-1-8-45,-16-5-5,-8-9 21,-5-1-35,2 0 62,2-15 18,4-1 3,9-1 8,5 5 28,8 2-1,0 4 29,3 6-39,14 0-17,2 10-11,-4 23 9,-6 12 17,-9 14 23,0 10 31,-21 3-12,-1 3-37,0-2-16,3 1-13,7-1-4,5-2-65,4-8-148,-2-11-374</inkml:trace>
  <inkml:trace contextRef="#ctx0" brushRef="#br0" timeOffset="163528.3328">25264 4927 404,'0'0'98,"0"0"9,0 0 23,-3-73-36,3 50-26,-1 1-16,-2-1 9,-3 2 6,-2 4-8,-4 4-25,-6 8-15,-10 5 2,-12 17-6,-8 27-12,-7 19-2,4 12-1,15 4 2,18-5-2,18-10 0,6-12-2,29-16 0,14-16-7,9-15 8,8-5-18,1-18-70,-5-13-38,-8-6-57,-10-2-109,-12-3 66,-6 3 84,-10 1 83,-4 1 60,-6 9 82,-3 10-19,-3 13 40,0 5 56,0 20-80,0 12 65,0 8-43,0-2-33,0-4-25,0-7-2,15-9-21,6-8 32,4-10-29,2 0-11,1-11-1,1-12-8,-6-4-3,-3-5-28,-7-2 10,-10-4 7,-3-3 3,-10 0 4,-17 2-6,-9 9 8,-2 16-9,-4 14-9,0 12 1,5 24 3,8 7 1,11 3-45,10-4-159,8-9-110</inkml:trace>
  <inkml:trace contextRef="#ctx0" brushRef="#br0" timeOffset="164294.1511">25816 4807 919,'0'0'44,"0"0"-30,0 0 28,-28 112 5,28-65-10,16-8-4,6-8-17,7-10-11,0-10 2,4-9-7,2-2-18,-2-10-29,-2-12-19,-4-8-32,-5-1-21,-5-3 61,-8 0 52,-6 0 6,-3 2 23,0 2 11,-2 9-5,-5 8 39,-1 13-13,0 3-10,-2 26-27,6 14 9,4 5 8,0-4 4,10-8-24,16-10-8,7-8-3,2-11 14,7-7-2,-3 0-11,-2-13-5,-5-9-50,-7-6-31,-6-5 6,-7-4-7,-7-2-4,-5-4 42,0 3 35,0 4 9,0 12 9,-5 11 6,1 13 15,2 0 12,1 23-38,-1 16 8,-1 3 3,2 2 14,1-4-6,0-7-7,0-6 3,0-9 6,0-7 1,0-5-1,0-6-17,0 0 6,-6-6 9,1-12-23,2-6-12,2-4-29,1-6-6,-2-7 15,2-3 1,0-1-6,0 7-11,8 13-29,11 12 45,3 13 32,0 3 11,-2 27 47,-3 13-4,-5 5-8,-3 3-15,2-3-6,5-10 13,3-7 2,5-9-18,4-6-22,5-8-15,-2-8-111,-4 0-216</inkml:trace>
  <inkml:trace contextRef="#ctx0" brushRef="#br0" timeOffset="164701.6051">26781 4594 933,'0'0'20,"0"0"-10,0 0 65,0 0-33,0 0-31,0 0-1,-1 29 15,1 20 2,0 11-4,0 6-1,1-3-11,14-7-6,11-10-2,5-13-1,9-7-4,8-12-4,-3-8-66,-4-6-92,-9-4-306</inkml:trace>
  <inkml:trace contextRef="#ctx0" brushRef="#br0" timeOffset="164861.876">26795 4830 967,'0'0'86,"0"0"-27,0 0-23,0 0-36,92-25-20,-29 12-127,3-4-331</inkml:trace>
  <inkml:trace contextRef="#ctx0" brushRef="#br0" timeOffset="166328.2799">27560 4609 551,'0'0'188,"0"0"-96,0 0-18,0 0-29,0 0-16,0 0-15,2-5 0,-2 5-9,0 0 0,0 0 0,0 0-3,0 0-2,0 0 0,0 0-2,0 0 4,0 0-1,0 0 2,0 0-3,0-1 6,0-2-1,1 0 4,1-2 0,-1-1 7,1 0 10,-1-1-3,1-2 9,-2 1-8,0-2-5,1 3-8,-1 2 8,2 2-4,-2 3 4,0 0-2,0 0-9,0 7-7,-12 19-1,-9 13 1,-7 9 1,-4 1 0,1-1-1,3-4 1,3-8-1,5-9-1,4-7 2,3-9 0,6-5 1,1-3 0,0-3 5,0 0-2,-1-13-1,-1-5-5,-1-3 0,3 1-2,2 3-1,4 6-2,0 5 2,0 3 2,0 3 0,16 0-3,7 5 2,5 9 1,2 1 1,1 2 0,-3-3 2,1 2-2,-1-3 0,-1-5 0,-2-1-17,-1-2-46,3-5-92,-2 0-78,-1 0-475</inkml:trace>
  <inkml:trace contextRef="#ctx0" brushRef="#br0" timeOffset="167368.0512">28178 4474 553,'0'0'158,"0"0"-58,0 0 16,0 0-29,0 0-21,0 0-26,-6-10-29,6 33-9,0 10 0,0 9 14,0 5 6,3-1-11,-3 1 10,3 0-10,-3-3 6,1-6-9,-1-8-1,2-13-2,-1-7 1,-1-6-4,2-4 5,-2 0-1,1 0 3,1-14-2,-1-11-2,1-5-5,0-5-5,2-1-1,-1 2 0,-2-2-6,2 0 8,-1-1-1,2-3-1,4 3-3,3 2 7,6 6-4,7 11-2,6 10 3,6 8 3,1 1 2,3 23 0,-3 7 3,-4 2 20,-6 0-12,-7 0 5,-7-2-6,-7-4-7,-2-2-1,-2-3-2,1-6-8,0 1-35,3-3-77,0-5-94,1-6-384</inkml:trace>
  <inkml:trace contextRef="#ctx0" brushRef="#br0" timeOffset="167827.932">28831 4432 947,'0'0'49,"0"0"-15,0 0 72,0 0-40,0 0-54,0 0-12,-1-18-3,5 19-14,5 13-66,0 5-58,-3 0-216</inkml:trace>
  <inkml:trace contextRef="#ctx0" brushRef="#br0" timeOffset="168068.0342">28973 4784 1190,'0'0'16,"0"0"-10,-19 80-6,13-30 4,0 7-4,-3 4-19,-3-2-257</inkml:trace>
  <inkml:trace contextRef="#ctx0" brushRef="#br0" timeOffset="170521.4789">21930 5843 574,'0'0'84,"0"0"5,0 0-7,0 0-6,0 0-11,0 0 2,10-48-32,6 9-13,4-7-12,-2-4 0,0-3-6,-8 7-2,-4 6-2,-6 8 2,0 7 1,-10 6 3,-8 8 1,1 6-2,1 5 10,2 12-12,5 15-3,5 8-3,4 0 2,0-3 0,12-10-3,8-10 1,5-5-3,0-7-8,0 0 8,2-7 6,-6-6-9,-1-1-4,-8 2-1,-4 8-6,-5 3 17,2 1-1,3 8-12,5 16 12,5 3 4,4 0 1,5-3-1,3-6 0,0-8 5,1-6-5,0-4 2,-1 0-5,0-13 5,0-6-2,-4-7 1,-1-4 2,-3-2-3,-6-2 0,-5-1-1,-8 1 3,-3 3-2,0 1 0,-14 7 0,-7 7-1,-1 10-2,-2 6 3,2 16 0,1 19-3,3 10 3,9 6 3,9 0 4,0-8 0,9-7-1,15-9-3,7-9-2,4-8 0,2-10-1,-1 0 0,-1-9-14,-2-12-7,-1-5 7,-7-4 12,-7-1-33,-6-3 2,-6 1 17,-5 0 10,-1 1 3,0 3 2,0 5 2,0 10 6,0 5 5,0 9 6,0 0-15,0 6-3,0 15 0,3 6 5,3 3 18,1-2-11,0-6-2,-1-4-9,0-5 1,-3-6-2,-3-2 0,0-5-2,0 0-5,0-5-4,0-12-19,-3-5 0,-5-2-1,2-4 14,-1-1 5,-1-1 12,1-2 0,-2 0 14,-1 3 18,4 7 0,-1 9 2,4 13-1,3 5-22,0 27-9,3 15-2,10 9 1,0 1 0,-1-5-2,-1-7-1,-1-6-62,-4-7-58,-2-10-189</inkml:trace>
  <inkml:trace contextRef="#ctx0" brushRef="#br0" timeOffset="170678.0675">22716 5517 606,'0'0'69,"0"0"-34,0 0-8,119-92-27,-70 64-4,-3-1-33,-8 0-89,-8 4-121</inkml:trace>
  <inkml:trace contextRef="#ctx0" brushRef="#br0" timeOffset="171629.2922">23004 5297 407,'0'0'132,"-9"72"-26,9-34-9,0-6-6,10-3-40,5-9-7,5-6-27,0-7-14,4-6 2,2-1-1,4-3-1,1-13-3,-1-9-9,-5-2-51,-4-1 7,-6-1 9,-5 0 25,-5 5 16,-5 5 3,0 8 11,0 6 22,0 5 17,0 15-38,0 12 4,4 7 25,7-2-16,7-6-4,5-6 3,3-9-9,4-5 16,4-6-25,-3-4-1,-1-18-5,-4-6-9,-6-5-35,-5-2 7,-9-1 7,-6 2 10,0 0 9,-11 2 3,-8 2 6,0 6 2,3 10 16,-1 13 2,8 1-2,3 21-16,2 10 10,4 2 4,0-4 8,9-7 5,9-7-16,1-8-3,0-6-3,1-1-1,-2-3-4,-2-12-9,-1-4-24,-3 0 2,0-1 10,-6 4 8,0 5 5,-1 7-3,1 4-2,1 1 7,3 15 6,2 1 4,6-2 18,4-4 4,4-5-16,4-6-6,4 0 0,5-6-4,-5-10-23,-3-7-38,-5-1-47,-11-3-109,-8 1 66,-7 0 59,0 2 92,-3 3 56,-10 4 61,0 4 19,4 9-2,4 4-43,3 13-58,2 18-13,0 7 9,0 3-1,11-2-1,5-2-14,1-6 20,1-6-19,-5-6-8,-3-8-6,-4-4 0,-3-7-4,-3 0-24,0-7 0,0-13-15,-3-7-17,-4-2-21,-3-6 26,1-5 34,0-1 21,-2-3 8,5 5 5,6 6 10,0 12 12,23 14-18,13 7-7,4 7 34,3 16 10,-6 2-8,-7 2-7,-5-2-31,-6 1-4,-5-1-4,-3 0-35,-4-2-112,-1 0-145</inkml:trace>
  <inkml:trace contextRef="#ctx0" brushRef="#br0" timeOffset="172553.9628">22852 5957 1094,'0'0'31,"0"0"-31,0 0-2,0 0 1,0 0 2,0 0 2,86 61 18,-69 4 0,-6-2-17,-9-6 12,-2-9-13,0-8-2,0-10 1,0-8 2,-2-9-3,2-8-2,0-2-5,0-1-23,9 0 26,17 7 1,11 14 2,15 17 0,8 12-12,0 10 11,-8-1-4,-14-5 5,-16-5-18,-16-3 1,-6-8 16,-17-4 1,-19-4 2,-14-6 4,-11-5-2,-1 3 3,19 11 6,1-6-13,17-9-649,4-16 649,-3-13-117,14-24-164</inkml:trace>
  <inkml:trace contextRef="#ctx0" brushRef="#br0" timeOffset="174778.262">26293 5623 699,'0'0'56,"0"0"16,0 0-26,0 0-10,0 0-15,29-75-3,-5 65 1,4 6 8,-4 4-9,-5 8-15,-8 25 2,-10 9-1,-1 9-2,-9 0-1,-13-3 1,-2-7-3,5-8 1,2-10 0,8-7 0,5-8 2,4-6-2,0-2-1,19-3-11,21-14 8,17-4 4,13-2-59,11-1-89,12 0-48,11-2 106,0 0-86</inkml:trace>
  <inkml:trace contextRef="#ctx0" brushRef="#br0" timeOffset="175139.2919">27693 5462 395,'0'0'684,"0"0"-670,0 0-14,0 0 6,0 0 1,-94 70-1,73-35-3,-1-2-2,-2-2 2,-1-5-3,2-6 0,7-6 1,1-6-1,9-5-5,3-3 5,3 0-3,0-2-10,19-5 0,11 6 13,9 1 0,11 6 1,10 9 0,3 2-2,2-4 0,-3-4-17,-8-5-126,-7-4-204</inkml:trace>
  <inkml:trace contextRef="#ctx0" brushRef="#br0" timeOffset="175477.8186">28069 5479 922,'0'0'24,"0"0"-18,-24 89 37,24-55 13,0-2-21,0-6-3,0-7 0,0-6-7,0-6-11,0-6-9,0-1 1,0 0 8,0-18-2,0-4-12,-2-8-21,1-4 5,1-2-3,0-3-3,4 6 0,15 4 15,6 12 1,8 14 6,6 3 7,1 19 0,-3 15 6,-7 11-13,-8 7-10,-10 2-128,-7-4-268</inkml:trace>
  <inkml:trace contextRef="#ctx0" brushRef="#br0" timeOffset="176032.53">29069 5651 583,'0'0'110,"0"0"13,0 0-48,0 0-27,0 0-10,0 0-7,0-11-5,-2 11-8,2 0 3,-2 0 2,2 0-2,-1 0 4,-4 0-3,0 0-5,-3 0-17,-1 0-16,-4 0-73,-8 4-69,-8 2-451</inkml:trace>
  <inkml:trace contextRef="#ctx0" brushRef="#br0" timeOffset="176558.3023">28059 5372 953,'0'0'8,"0"0"0,0 0 30,0 0 14,0 0-44,0 0-6,-14 63 7,18-3 26,-2 2-1,-2-3-10,0-4-13,0-11-5,-3-9 0,-9-10-2,5-8 0,1-8-3,1-8-2,2-1-5,2-11-3,1-16-74,0-5 59,3 0-8,16 6 25,8 8 5,7 8 2,8 4 11,1 3-1,-1 0-4,-3-1-4,-11-3-2,-5-3-8,-9-4 0,-6 0-10,-6 0 14,-2 5 4,0 8 18,-14 1 19,1 14-2,-1 24-12,8 15-4,6 8-3,0 6-12,14-1-4,17-2-124,10-10 74,11-12-358</inkml:trace>
  <inkml:trace contextRef="#ctx0" brushRef="#br0" timeOffset="176899.0179">29203 5570 866,'0'0'132,"0"0"-100,0 0 40,0 0-10,0 0-31,0 0 3,0 0-2,63 9-10,-41-9-1,5-7 9,9-17-2,10-11-7,11-13-14,12-10 2,8-10-9,5-5-9,-6 1-40,-6 12-23,-10 17-168,-10 20-443</inkml:trace>
  <inkml:trace contextRef="#ctx0" brushRef="#br0" timeOffset="178127.949">26617 6459 214,'0'0'489,"0"0"-367,0 0-28,0 0-23,0 0-17,0 0 3,-10-23-20,10 26-17,0 19-7,-2 10 0,1 8 0,-2 4 5,0-2-1,-3 0-1,3-3-5,-3-4-3,2-6-4,-1-4-3,0-5 0,1-9 4,0-6-5,-1-2 1,2-3 2,-1 0-3,1 0 0,-2 0 1,1-7 4,1 0-5,-1 2 0,4 0 0,0 1-4,0 0 0,0-2 4,5-1-2,15 1 2,10-1 0,5 1 1,7-2 1,0-2-2,-3 0 0,-5 1-1,-9-1-1,-7 0-13,-9 3-10,-4-2 17,-5 2 8,0-1-6,-2-1 6,-7 1 5,-1 2-4,-2 2 11,1 4-1,1 0 4,-2 8 3,1 18-14,4 9 3,1 7 2,3 2-5,3 1-1,0-2-3,3-3-42,18-3-40,6-9-171</inkml:trace>
  <inkml:trace contextRef="#ctx0" brushRef="#br0" timeOffset="178554.9922">27912 6417 1026,'0'0'24,"0"0"-14,0 0 32,0 0-10,-113 44-22,68-7-3,0 3-7,-1-1 3,4-5 3,5-6-5,6-7 3,8-8-4,13-6 0,4-4 1,6-3 0,0 0 4,2-9-5,15-5 0,9 4 0,5 7 3,3 3 0,5 13-3,3 15 0,-2 6 7,-2 1-6,-3-2-1,-2-6-25,-1-8-69,-3-6-61,-3-10-233</inkml:trace>
  <inkml:trace contextRef="#ctx0" brushRef="#br0" timeOffset="178941.6787">28196 6515 888,'0'0'106,"0"0"-74,0 0 49,-4 97-3,-7-50-36,0-2-10,0-3-8,2-6-9,-1-5-9,-1-10-1,2-6-3,1-8-2,2-7-11,3 0 1,3 0-6,0-13-6,2-1-6,16-1 9,10 0-49,3-2 68,2-3 7,2-2-7,-3-1-7,-6 0-18,-6 2 1,-7 4 9,-7 6 11,-6 6 4,0 5 21,0 2 11,-8 22-19,-4 13 17,-1 14 7,5 6-19,2 4-17,3-5-1,3-9-92,0-7 44,3-7-296</inkml:trace>
  <inkml:trace contextRef="#ctx0" brushRef="#br0" timeOffset="179302.4786">29098 6452 896,'0'0'82,"0"0"-48,0 0 27,0 0 24,120 116-35,-62-62-10,3 0-9,0-6-10,-7-6-21,-8-9-3,-10-11-61,-11-11-117,-13-9-141</inkml:trace>
  <inkml:trace contextRef="#ctx0" brushRef="#br0" timeOffset="179454.9295">29401 6515 872,'0'0'124,"-104"79"-61,29 7-4,-14 18-24,-10 15-35,-2 2-26,2-4-53,5-2-500</inkml:trace>
  <inkml:trace contextRef="#ctx0" brushRef="#br0" timeOffset="181860.4022">24826 5739 616,'0'0'57,"0"0"16,0 0-33,-32-105-9,29 64 8,0-10-11,-1-9 6,-7-9-26,1-8 13,-7-6 48,-1-2-63,2 1-1,0-4 14,1-1 5,3 3 6,0 4 4,2 8 5,2 6-15,2 6-14,3 8 5,3 12 0,0 8-10,0 9-4,11 6 2,-1 6-3,3 1-6,-2 4 6,4 2 0,3 2 0,1 1 0,6 0-1,7-1 0,5 1 1,12-1 0,8-1-1,14-2 0,10-1-1,12-3 2,12 0-1,8-1 1,10 2 0,7 5 3,0 0-3,4 4-4,0 1-17,-4 0-8,-1 0 0,-6 0 14,-2 1-6,-5 4 18,1 0 1,-1-2 2,1-1 2,-7-2-2,-5 0-3,-10 0-1,-4-5 8,-3-5-2,-6-1 1,-6 0 2,-2-2 9,-5 1-1,-5-1 1,-2 2-12,-6 2 4,-5 2-6,-5 1 0,-7 2 1,-6 1-1,-8 0 0,-1 2 0,-6-2-1,0 1 1,-4 1-2,-1 0 0,-1-1 2,1 2 0,-1 0 0,-1 0-1,0 0 1,-3 0-1,-3 0-1,-4 0-7,1 0-4,-1 0 11,4 0-1,2 2 1,0 0-1,4 0 3,5-1 0,1 1 2,0-2-2,0 0 2,1 0-1,-6 0 0,1 0 3,-2-5-1,-2 0 0,2 1 1,-3-2 1,1 1 1,0 0-1,-2 1-3,-1 2 3,-3 0-3,-1 2-2,-2 0-7,0 15 7,0 16 5,0 16-1,-3 12 0,-5 7-1,2 6-3,5 1 0,1-3-6,0-1-5,0-3-1,10 1 8,6-6 3,1-4-5,4-6 4,-1-7 0,-1-4-4,-4-8 5,-2-4 0,-7-4-5,-4-4-3,-2-3 3,0-2-6,-6-2 0,-12 0 11,-6 0 1,-10-1 1,-8 1 0,-7 4-1,-10 1-5,-11 5-27,-10 0-21,-13 3-14,-4-2-22,-10 0 10,-8 1-24,-9 0 59,-13 0 34,-14 1 10,-9 0 24,-17 3-8,-9-3-11,-6 4 6,-4-2 88,5 0-80,9-1 36,11 0-13,9 0 27,16-4-46,12 4 0,14-1-21,19-2 2,13 0-1,10 0 3,11-2-6,6-2-1,5-3-2,7-3-19,4-7 7,5-2 5,6-5 8,6 0 2,7-3 4,3-7 2,6 0 2,4 1-3,4 1-5,4 1-17,0 0-51,15-3-175,13-1-38</inkml:trace>
  <inkml:trace contextRef="#ctx0" brushRef="#br0" timeOffset="182278.2485">26047 5263 969,'0'0'14,"0"0"6,0 0-4,0 0-16,0 0-2,0 0-51,24 13-38,37-13-174,9 0-227</inkml:trace>
  <inkml:trace contextRef="#ctx0" brushRef="#br0" timeOffset="182557.8953">28130 4991 941,'0'0'45,"0"0"-27,0 0-14,0 0 19,0 0-12,0 0-11,2 4-17,-5 4-62,-18 2-70,-11-1-252</inkml:trace>
  <inkml:trace contextRef="#ctx0" brushRef="#br0" timeOffset="182778.1585">26155 5175 428,'0'0'612,"0"0"-612,0 0-35,0 0-29,0 0 29,0 0 21,165 0-107,-59 0-180</inkml:trace>
  <inkml:trace contextRef="#ctx0" brushRef="#br0" timeOffset="182974.2714">27914 4960 964,'0'0'43,"0"0"-23,0 0-16,0 0 11,0 0-15,0 0-1,-9-1-93,-19 13-156</inkml:trace>
  <inkml:trace contextRef="#ctx0" brushRef="#br0" timeOffset="183168.1471">26431 5156 1101,'0'0'0,"0"0"-57,0 0-58,107 0 103,-7 0-13,24-2-270</inkml:trace>
  <inkml:trace contextRef="#ctx0" brushRef="#br0" timeOffset="183342.1331">27965 4968 1080,'0'0'15,"0"0"-15,0 0-73,0 0-27,0 0-120,110-9-458</inkml:trace>
  <inkml:trace contextRef="#ctx0" brushRef="#br0" timeOffset="184388.1373">30817 5177 1101,'0'0'22,"0"0"15,0 0 11,0 0 34,0 0-17,0 0-52,-54-52-13,54 91-10,11 20 10,1 9 0,-5 1-2,-1-4-35,-6-9-53,0-14-107,-4-14-204</inkml:trace>
  <inkml:trace contextRef="#ctx0" brushRef="#br0" timeOffset="184567.8885">30414 5131 838,'0'0'362,"-8"-83"-359,16 45-3,28 5 5,17 5-5,19 8-4,16 8-23,2 12-106,-11 6-90,-13 18-289</inkml:trace>
  <inkml:trace contextRef="#ctx0" brushRef="#br0" timeOffset="185271.4685">30948 6402 784,'0'0'82,"0"0"-18,0 0 33,0 0 32,27-86-38,-28 70-53,-17-2-24,-6 1 1,-4 4 1,-5 3-16,-4 9-4,1 1 1,1 7 3,7 22 0,6 12-3,8 16 2,8 5 1,6 7 1,0-1 0,0 0 0,8-6-1,4-7-3,-1-7 3,2-10-51,-4-10-60,-6-11-89,-3-10-197</inkml:trace>
  <inkml:trace contextRef="#ctx0" brushRef="#br0" timeOffset="185428.2044">30605 6760 767,'0'0'160,"0"0"-96,0 0 64,0 0-45,0 0-69,0 0-14,100-76-1,-22 63-62,10 1-92,5-1-165,-5 2-214</inkml:trace>
  <inkml:trace contextRef="#ctx0" brushRef="#br0" timeOffset="185528.244">31486 6619 857,'0'0'112,"0"0"-71,0 0-11,0 0-30,0 0-257</inkml:trace>
  <inkml:trace contextRef="#ctx0" brushRef="#br0" timeOffset="186863.7653">25513 2750 949,'0'0'17,"0"0"-5,0 0-3,0 0-9,0 0 22,51 79 17,-24-59-1,-3-7 13,-2-9-1,4-4-5,3-17-5,11-29 5,11-27-20,12-23-11,10-11-9,3-3-5,0 7-13,-4 16-47,-8 13-186,-6 19-310</inkml:trace>
  <inkml:trace contextRef="#ctx0" brushRef="#br0" timeOffset="199681.5818">21998 8753 846,'0'0'71,"0"0"-2,0 0-24,0 0-23,-6 122 8,18-41 5,3 1-8,0 2-15,1-5-6,-2-2 3,-1-9-9,-5-16-6,-4-11-72,-1-20-38,-3-12-47,0-9-153</inkml:trace>
  <inkml:trace contextRef="#ctx0" brushRef="#br0" timeOffset="199904.9694">22103 8746 480,'0'0'140,"55"-75"7,-15 57-36,2 15-41,2 3-17,-3 28 5,-13 15-2,-14 10-28,-14 4-14,-2-3-6,-24 0-3,-7-9-5,1-8-8,4-10-48,11-13-66,11-14-64,6 0-147</inkml:trace>
  <inkml:trace contextRef="#ctx0" brushRef="#br0" timeOffset="200608.1892">22564 8623 541,'0'0'375,"0"0"-302,0 0 0,0 0 17,-6 105-55,4-61-5,2-1-11,0-8-3,12-8-4,5-9-6,8-9-6,5-9 2,4-3-5,2-20-29,-5-5-60,-7-4-23,-6-1 33,-9-1 47,-4-1 24,-5 2 11,0 7 5,0 11 15,0 12 3,0 3 8,0 22-11,0 13 4,0 8 16,0-4-21,7-6-4,8-9-12,0-10 12,6-9-13,4-5 0,2 0 16,0-21-11,-8-7 0,-6-5-7,-5-1-14,-7-6 4,-1-4 10,0-3 1,0 0-1,-7 4 3,-1 14 0,4 13 10,3 16-10,1 9-3,0 24-3,0 16 3,0 2 1,3 3 4,1-4-4,0-5-1,-1-9 4,0-6 3,-1-10 4,1-9 3,-1-10-12,2-1 6,5-10-7,0-10 4,1-9-5,-1-3-23,3-2-5,-1 1 6,5 5 6,4 11 8,5 12-19,0 5 21,-6 14 6,-7 14 15,-7 6-1,-5 1 7,0-1 8,-12-1-9,-10-4-11,-4-2-4,0-6-5,1-7-1,5-7-88,3-7-35,8-3-135,8-19-437</inkml:trace>
  <inkml:trace contextRef="#ctx0" brushRef="#br0" timeOffset="200963.8799">23173 8459 827,'0'0'90,"0"0"-48,0 0 25,1 97 23,-1-49-46,10-2-14,2-7-3,8-7-13,2-11-13,1-12 6,2-7-7,2-2 0,-2-11-11,-4-13-41,-2-6 12,-2-2 13,-8-2 21,-3-2 3,-2 3 2,-1 8 1,-1 11 10,-1 14 10,-1 4 12,0 26-27,0 14 10,0 6 11,3 0-5,1-6-13,4-6-4,1-10-2,3-8-2,-2-9 0,-1-8-76,-3-3-132,0-14-346</inkml:trace>
  <inkml:trace contextRef="#ctx0" brushRef="#br0" timeOffset="201109.0277">23446 8336 785,'0'0'97,"0"0"7,0 0-16,0 0-41,0 0-47,0 0-1,-2 19-62,7 16-110,14-3-443</inkml:trace>
  <inkml:trace contextRef="#ctx0" brushRef="#br0" timeOffset="201348.2579">24018 8379 1055,'0'0'16,"0"0"1,-80-7 52,52 28-46,2 13-14,1 8 2,4 6-2,6 2-5,6-7 5,9-4-7,0-10-2,12-8-2,12-7 2,7-8-18,6-6-74,1 0-104,4-7-365</inkml:trace>
  <inkml:trace contextRef="#ctx0" brushRef="#br0" timeOffset="202072.2589">25051 8272 767,'0'0'114,"0"0"-20,0 0 29,0 0-37,0 0-76,0 0-8,9 60 1,1 8 1,-4 0 1,-1-3-3,-5-8-2,0-8-7,0-13-51,0-10-53,-6-12-26,-6-11-177,-3-3-105</inkml:trace>
  <inkml:trace contextRef="#ctx0" brushRef="#br0" timeOffset="202341.6924">24900 8451 467,'0'0'102,"-45"-123"46,33 54-32,11-2-33,1 4-32,16 6-41,19 16 8,9 15-11,4 19 11,-2 11-11,-10 15-7,-11 41-1,-17 23 1,-8 19 1,-14 13-1,-17 4 2,-6-6-1,6-10 3,11-15 2,11-20 19,9-17 6,14-13-18,23-14-9,17-12 0,11-8-4,9-15-34,3-17-79,-4-9-164,-10-7-99</inkml:trace>
  <inkml:trace contextRef="#ctx0" brushRef="#br0" timeOffset="202814.1435">25558 8683 529,'0'0'131,"-5"85"-41,2-45 35,2-8-40,1-5-29,-2-6-18,0-8-2,2-6-6,-3-7-8,0 0-11,-2-15-2,-1-14-9,5-7-16,1-10-3,0-6-12,0-7 10,1 1-7,8 10 8,4 14-2,3 20 6,4 14 16,3 17 5,-4 17 34,3 8 0,-1-1-18,0-3-13,5-6-5,5-8 0,2-12 1,-2-6-8,-1-6-13,-6-5-68,-3-15-58,-6-9-34,-5-8 50,-1-5 68,-5-9 41,-1-7 18,-3 1 59,0 4 81,0 15 15,0 18-49,0 20-4,0 5-31,0 32-59,0 10 0,2 8-2,0 1-7,-2-6-2,0-6-1,0-6-18,0-8-73,0-9-56,-4-7-187</inkml:trace>
  <inkml:trace contextRef="#ctx0" brushRef="#br0" timeOffset="203888.2107">25685 8590 846,'0'0'87,"0"0"-16,0 0-20,0 0-44,0 0-1,124-1-6,-74 1 6,-3 0-4,0-11 0,-2-10-2,0-6 1,0-7 4,1-1-5,-7-2 0,-8-1 0,-10 3-3,-11-2-2,-4 3 4,-6 9 1,0 9 0,-1 12 1,-17 4 17,-2 15-14,-3 14 4,-1 6 8,7 3-6,7 0 1,9-4-1,1-4-10,8-8 0,18-8 0,5-7 2,8-7 0,4 0 2,5-7-4,1-12-1,-1-10-15,-6-5 0,-5-5 6,-5-4 10,-10 0 4,-9 3 9,-12 10-10,-1 10 4,-8 11-7,-13 9-2,-9 2-6,0 16 8,0 4-5,3 1 2,5 0 1,5-2-9,4-3-27,6-4 3,4-1 14,3 0-3,0 2 0,0 12 6,10 11 16,5 21 0,3 16 4,4 13-1,5 10 53,3 8-17,-5-6 5,-4-7-10,-3-11-29,-10-15 15,-5-18-17,-3-15 1,-2-19-4,-10-15 1,1-7 1,3-28-2,5-13-18,3-14 5,0-7 11,0-6 3,16-1-2,4 0-17,7-1-14,5 6-17,6 0 10,3 4 15,1 1 25,-1 7 1,-3 9 11,-5 4 19,-6 10-3,-12 7-6,-9 12-5,-6 12 12,-5 5-4,-21 11-24,-7 19-6,-5 7 6,7 9 4,6 3 15,11 1 0,11-4-15,3-5 1,12-9-1,13-7-4,8-11 2,2-10 1,1-4-1,5-4-2,3-19 0,2-8-7,-2-5-9,-5-9 3,-9 1-2,-11-3 8,-6 0-3,-10 6-1,-3 8 8,0 10 3,0 14 13,-8 9-3,-3 10-1,-2 22 11,3 10-2,2 9-2,3 4-5,5-2-7,0-3 1,16-8-1,6-8 4,1-9-2,3-9-6,1-8-10,2-8-105,-1 0-301</inkml:trace>
  <inkml:trace contextRef="#ctx0" brushRef="#br0" timeOffset="204834.0976">28167 8333 829,'0'0'71,"0"0"-1,0 0 18,0 0-64,0 0-22,0 77 1,9-22 10,-1 0 5,-2-5-2,0-7-4,-3-9-4,-2-7 2,-1-10 1,0-9 3,0-5-9,0-3 5,0-4 0,0-19-7,0-9-3,0-7-20,5-4-6,7-5 16,4-3 2,1 2 5,3 5-3,3 13-6,1 15-13,1 16 15,0 3 7,1 27 6,-4 11-3,-4 7 3,-3 1-3,-3-1 0,-3-7-6,3-6-15,-2-6-7,1-10-54,2-6-133,1-8-290</inkml:trace>
  <inkml:trace contextRef="#ctx0" brushRef="#br0" timeOffset="205238.0961">28623 8420 796,'0'0'86,"0"0"-61,0 0 17,0 0 3,0 0-21,0 0-1,44 69-10,-19-69-6,4 0-1,-3-6 1,0-12-3,-3-5 1,-7-1 0,-7-1-3,-5 0-2,-4-5 4,0 0-4,-1-1-5,-17 1 0,-5 4 3,-5 8 1,-5 8-5,-2 10 3,-1 7 3,0 24 1,3 13 10,5 7 14,6 6-4,13 1-11,9-6-3,1-5-1,23-9-3,7-7-1,7-10-2,5-9 0,8-8 0,2-4-25,-1-3-40,-8-17-123,-11-7-454</inkml:trace>
  <inkml:trace contextRef="#ctx0" brushRef="#br0" timeOffset="205430.0858">28904 8242 938,'0'0'72,"0"0"-4,0 0 16,0 0-63,0 0-16,35 90 3,-6-44 3,4-4-8,3-3 0,-1-5 0,-3-7-2,-3-6-1,-10-5-28,-5-8-97,-5-5-109,-5-3-243</inkml:trace>
  <inkml:trace contextRef="#ctx0" brushRef="#br0" timeOffset="205600.5929">29156 8310 72,'0'0'709,"0"0"-592,0 0-41,-113 33 7,73 9-36,0 7-24,2 2-17,6 2-6,3-3-3,8-5-88,8-11-88,7-10-285</inkml:trace>
  <inkml:trace contextRef="#ctx0" brushRef="#br0" timeOffset="205841.1475">29393 8217 500,'0'0'664,"0"0"-654,0 0-8,-25 83 43,25-25-8,11 1-22,8-2-8,2-7-4,-3-9-1,-1-9-4,-6-7-51,-5-11-116,-6-8-169</inkml:trace>
  <inkml:trace contextRef="#ctx0" brushRef="#br0" timeOffset="206017.9677">29313 8475 898,'0'0'128,"0"0"-18,0 0-33,0 0-66,0 0-3,96-23-1,-40 13-7,4-1-37,-3-2-68,-9-2-21,-8-2-84,-3-1-142</inkml:trace>
  <inkml:trace contextRef="#ctx0" brushRef="#br0" timeOffset="206224.2065">29873 8149 658,'0'0'181,"0"0"-75,0 0-25,0 0 8,0 0-24,-100 111-11,76-50-24,3 4-2,9-2-11,6-2-11,4-7-2,2-11-2,7-8-2,16-7-6,12-9-26,10-5-69,5-9-15,2-5-197</inkml:trace>
  <inkml:trace contextRef="#ctx0" brushRef="#br0" timeOffset="206458.8114">30159 8050 928,'0'0'32,"0"0"-28,0 0 12,0 0 7,90 116 9,-66-50-12,-9 3 22,-11 3-3,-4 0-6,-19-1-20,-14-6-12,-6-7 1,-1-14-2,5-6-124,7-14-28,8-12-162</inkml:trace>
  <inkml:trace contextRef="#ctx0" brushRef="#br0" timeOffset="206977.9046">30873 7939 1051,'0'0'27,"0"0"-1,0 0 44,0 0-34,-86-54-22,56 57-12,0 16-2,1 9 2,5 1-3,8 5 1,8 1-2,5 0-3,3-3 4,0-4 1,0-5-39,9-3-1,4-4-17,1-3 3,-2-3-11,-5 0-11,1-1-24,-7-2 43,-1-1 11,0-1-22,0-2 47,0 0 21,0-1 3,0-1 13,0 3 39,0 1-8,13 3 14,1 4 13,2 4-28,-5 11 5,-4 11 18,-3 13 31,-4 10-30,0 4-17,-8-1-16,-7-6-3,-3-5-14,4-8-9,7-7-11,7-4-5,0-12-100,7-8-309</inkml:trace>
  <inkml:trace contextRef="#ctx0" brushRef="#br0" timeOffset="212642.7103">23877 11966 407,'0'0'222,"0"0"-101,0 0-17,0 0-4,0 0-41,0 0-18,55-107-1,-25 50-12,-4 2-18,-10 3-10,-9 4 1,-7 7-1,-3 10 3,-17 14-2,-3 14 1,-1 3 8,3 24-7,5 9 2,6 5 1,10-3-5,0-6-1,13-8 2,13-8-2,4-4 0,3-3 2,3-1-2,-2 7 2,0 5-2,-8 8-10,-5 9 7,-4 6 3,-6-3 0,0-1-1,0-8 0,0-6 1,1-7-6,6-10-8,4-5-5,1 0 4,6-7 13,1-13-14,2-6-6,-3-7 13,-5-1 7,-6-2 2,-7-1 3,-10-1-3,-1 3-2,0 4 2,-14 10 1,-2 11 9,-2 10 9,-3 11 0,-2 18-3,0 11 10,7 5 0,5 2-4,7-2 0,4-7-10,0-8-1,18-8-5,4-9 4,2-6-4,1-6-4,2-1 1,2-3-2,-3-14 0,-2-1-1,-6-1-38,-5 2-19,-5 2 23,-5 7-5,-3 2-2,0 2 4,0 2-12,0 2-26,-5 0-74,-2 0-93</inkml:trace>
  <inkml:trace contextRef="#ctx0" brushRef="#br0" timeOffset="213054.4471">24175 11735 854,'0'0'11,"-16"-105"32,10 57 5,-5 12 5,-4 13 19,-6 14-42,-4 9-5,-2 7 9,0 25-17,5 8-1,8 10-7,13 3-9,1-1 3,22 0 3,16-5-5,8-3-2,5-3 1,-2-3-5,-10-4-4,-11-3 1,-14-4 1,-14-4-3,-3-1 10,-29-5 0,-10-3 3,-13-2-5,-4-5 2,-1-4-7,8-3-13,14 0-8,15-9-25,15-12-16,8-9-67,5-8-165,21-3-75</inkml:trace>
  <inkml:trace contextRef="#ctx0" brushRef="#br0" timeOffset="213788.0051">24251 11874 494,'0'0'218,"0"0"-110,26 109-10,-18-67-18,1-6-44,5-7-10,4-7-11,4-7-10,4-10-3,5-5 6,0-2-8,2-18-3,-9-7-14,-8-2 5,-5-6 5,-7 1 0,-4-4 7,0 7 0,0 11 0,0 8 2,-3 12 8,0 7 5,3 21-5,0 9 5,0 1 20,11-3-18,5-5-10,5-9-5,1-7 1,7-7-2,-1-7 2,3 0-3,-2-12 0,-2-8-11,-5-4-19,-7-2-20,-2 0 17,-5 6 15,-4 6 18,1 10 0,-1 4 0,2 7 0,-2 13 13,1 2 4,-4 0 11,-1 0-6,2-5 6,-2-7-16,0-3-8,0-4-2,0-3-2,0 0 0,0-12-10,0-7-17,0-6 2,0-6 12,5-1 6,4 1-4,4 7-2,3 9-8,5 9 18,1 6 3,4 0 11,-7 0 14,-1 10-6,-7-2-13,-7-2-6,-1-4 1,-3-2-1,0 0-7,0 0-8,0-5 10,0-10 2,3-4-10,4-4 6,-1 1 6,5 2-3,-1 5 4,2 8 2,2 7 25,2 0 5,2 15 24,-1 9-33,-1 1-12,0 5-10,4-2-2,1-1-33,3-4-62,1-8-48,2-3-293</inkml:trace>
  <inkml:trace contextRef="#ctx0" brushRef="#br0" timeOffset="213947.9225">25555 11704 722,'0'0'358,"0"0"-323,0 0-13,0 0-22,0 0-70,79-28-95,-66 41-352</inkml:trace>
  <inkml:trace contextRef="#ctx0" brushRef="#br0" timeOffset="214078.0577">25543 11916 613,'0'0'198,"0"0"-144,0 0 32,0 0-41,0 0-45,100 19-21,-28-19-22,14 0 16,2-3-362</inkml:trace>
  <inkml:trace contextRef="#ctx0" brushRef="#br0" timeOffset="214608.0758">26407 11457 802,'0'0'213,"-127"3"-166,68 29 36,9 13-17,14 8-34,14 3-10,16-6-3,6-7-13,6-8-4,15-8 0,1-11-2,5-10 0,-1-6-5,-1-1-15,-1-20-32,-5-7-54,0-5-18,-3-3 37,-2-1-27,-2 6 75,-1 7 39,-5 11 36,1 13 55,1 4-19,3 25-29,3 4 3,4 1-21,3-4-21,7-6 1,4-9-5,2-5 0,0-10-26,-1 0-25,-6-5-8,-5-15-8,-3-4 40,-5-6 23,-2-4 4,-3-2 0,-3-5 3,1 3 28,1 7 27,-4 12 7,1 13 31,-2 6-2,1 16-60,4 15-8,0 8-4,3 4-16,-3-2-1,-1-1-5,-3-7-46,-4 0-62,0-3-61,-5-8-106,-9-4-108</inkml:trace>
  <inkml:trace contextRef="#ctx0" brushRef="#br0" timeOffset="215057.7892">26643 11794 625,'0'0'169,"0"0"-98,0 0-19,77-96-49,-35 60-3,3-4-31,4-10-7,2-2 1,-8 1 16,-9 9 15,-11 11 2,-14 14 4,-6 11 12,-3 6 63,0 10-29,-8 22-30,-4 14 44,0 3 0,3 2-14,0-3-1,2-7-15,-2-7-7,-2-6-13,0-8-6,3-6-3,2-7-1,3-7-12,2 0-18,1-6-6,0-15-41,10-9-7,9-6-10,4-4-54,1 3-74,3 11-51,1 16 237,0 10 36,-2 8 182,-6 20 130,-11 8-104,-4 0-63,-5 3-35,-1-7-40,-16-4-6,1-2-25,-4-6-18,2-5-19,1-4-2,1-5-46,0-6-78,7 0-227</inkml:trace>
  <inkml:trace contextRef="#ctx0" brushRef="#br0" timeOffset="215249.471">27874 11380 1222,'0'0'35,"0"0"-31,0 0-4,0 0-89,0 0-226</inkml:trace>
  <inkml:trace contextRef="#ctx0" brushRef="#br0" timeOffset="215382.0382">27802 11881 1091,'0'0'32,"-46"113"-27,22-53-5,-2-4-19,-5-2-513</inkml:trace>
  <inkml:trace contextRef="#ctx0" brushRef="#br0" timeOffset="215902.6392">25482 12887 897,'0'0'12,"-103"-38"7,49 38-16,8 6 12,4 28 6,14 11 7,12 5-3,11 2-13,5-7-7,8-10 0,14-11-5,6-11 1,3-12 0,2-1-2,-3-13 1,-5-10-3,-2-3 3,-7-2 3,-4 4 10,-4 8 4,-5 6 15,-3 10-7,0 0-15,1 23-10,2 12 0,3 3 0,3 0-14,7-5-61,4-7-27,8-10-46,4-7-289</inkml:trace>
  <inkml:trace contextRef="#ctx0" brushRef="#br0" timeOffset="216037.8464">25831 12937 803,'0'0'59,"0"0"-38,0 0-21,0 0-65,94-53-239</inkml:trace>
  <inkml:trace contextRef="#ctx0" brushRef="#br0" timeOffset="216167.9448">25925 13185 621,'0'0'146,"0"0"-73,0 0-1,0 0-44,100 13-28,-42-40-58,0-7-288</inkml:trace>
  <inkml:trace contextRef="#ctx0" brushRef="#br0" timeOffset="216509.4585">26458 12769 910,'0'0'73,"-21"103"2,12-49 13,0-4-28,3-2-5,0-6-28,2-6-2,-1-6-9,2-9-10,2-10-5,1-7-1,0-4 0,0 0-7,16-20-9,5-10 2,1-10-6,0 3-6,1 6-7,2 15 24,2 15 3,2 1 6,-6 20 30,-5 10 8,-7 5-10,-11 0 0,0 0-7,-21 1-19,-9-2-2,-9-1-30,-7 4-66,-3-2-180,-3 1-636</inkml:trace>
  <inkml:trace contextRef="#ctx0" brushRef="#br0" timeOffset="216988.0154">25410 14211 1048,'0'0'27,"0"0"7,0 0 35,-15 96-26,29-61-21,1-5-11,-2-6-2,-2-6-7,-4-5 0,-3-7 1,1-3-2,-2-3-1,5 0 0,6-9 9,6-8-9,8 1-12,5 5-6,1 8-4,2 3 16,-3 7 6,-9 16 2,-8 5 7,-13 0 0,-3-1-1,-10-3 3,-19-4 2,-7-6 1,-5-3-8,0-4-6,4-5-2,9-2-16,10 0-26,14-16-73,4-7-91,9-10-260</inkml:trace>
  <inkml:trace contextRef="#ctx0" brushRef="#br0" timeOffset="217130.1653">26073 14228 1067,'0'0'99,"0"0"-75,0 0 3,0 0-27,0 0-14,82 8-147,-67 1-314</inkml:trace>
  <inkml:trace contextRef="#ctx0" brushRef="#br0" timeOffset="217270.0346">26141 14472 897,'0'0'50,"0"0"6,0 0-45,135-8-11,-62-6-83,-2-2-75,-3-2-76</inkml:trace>
  <inkml:trace contextRef="#ctx0" brushRef="#br0" timeOffset="217498.1844">26696 14053 883,'0'0'46,"0"0"-11,0 0 42,0 0-7,-37 107-4,37-65-17,4 1-14,10-5-17,1-4-6,-3-7-11,-3-5 3,3-5-8,0-6-6,2-4-29,3-5-81,2-2-135,-1-5-48</inkml:trace>
  <inkml:trace contextRef="#ctx0" brushRef="#br0" timeOffset="218178.2482">26920 14183 697,'0'0'199,"0"0"-125,0 0 77,16 73-79,-10-42-32,4-3-16,6-2-6,6-8-9,8-4-3,7-7 2,-1-5-8,0-2-15,-6 0-36,-6-13-61,-11-5 21,-5-3-28,-5-2-5,-3 2 56,0 4 68,0 7 13,0 9 17,0 1 31,0 5-9,0 12 27,0 1-22,0 1-22,10-6-12,4-3 3,3-6-3,5-4-18,3 0 6,2 0-11,-1-7-12,-2-5 10,-7 5-30,-3 3 1,-4 4 6,-3 0-3,2 6 17,-3 12 11,1 2 1,1-1 21,1-3-8,0-3-2,1-5 22,2-5-25,-1-3-9,1 0-16,2-3-28,-2-10 1,3-4-102,-4 1 40,-1-1 61,-1 4 26,-1 6 18,-4 6 60,2 1-2,0 0 8,3 0-3,-2 4-12,5-1-11,2-3 5,1 0-36,2 0-9,0-9-8,-1-4-32,-2-1-11,-2-1 18,-3-1 3,0 4 17,-2 3 9,-1 4 4,-1 5 17,-2 0 6,0 7-5,-2 7 17,-1 1-6,2 2-23,11 0-6,8 3-3,16 1-17,11 0-111,9-7-502</inkml:trace>
  <inkml:trace contextRef="#ctx0" brushRef="#br0" timeOffset="218330.4381">28449 14083 1137,'0'0'102,"0"0"-86,0 0 3,0 0-19,0 0-60,0 0-183,-6 29-339</inkml:trace>
  <inkml:trace contextRef="#ctx0" brushRef="#br0" timeOffset="218448.2687">28358 14458 1044,'0'0'39,"-56"86"-29,18-38-10,-6 4-193</inkml:trace>
  <inkml:trace contextRef="#ctx0" brushRef="#br0" timeOffset="219557.9055">25064 15642 752,'0'0'122,"0"0"-34,0 0 10,0 0-47,0 0-26,-89 90 7,77-36-5,1 10-11,5 0 1,5 1-8,1-7-5,1-11-2,23-12-2,9-16-8,9-10-12,8-9-7,4-10-65,-4-16-24,-6-10-45,-5-3-19,-9-4 60,-6 4 120,-11 4 1,-5 13 44,-8 9 49,0 13 35,0 2-43,0 23-43,0 12 47,0 3-42,0-2-3,8-8-10,9-7-15,1-8 10,0-10-10,3-5-11,-4 0-1,0-21-4,-2-9-4,-5-5 0,-2-3 1,-7-1 1,-1 0-2,0 1 0,-19 3-10,-8 5-10,-4 13 2,-1 13-8,1 4-13,6 18-23,7 11 34,9-1 4,9-1-41,0-5-47,13-8-119,13-6-94</inkml:trace>
  <inkml:trace contextRef="#ctx0" brushRef="#br0" timeOffset="220307.9533">25610 15791 709,'0'0'164,"0"0"-116,0 0 71,0 0-28,30 86-57,-20-59-10,4-5-9,4-7-7,1-5-6,5-7 11,5-3-10,-1 0-3,-1-13-10,-4-4-37,-4-1-25,-8-1-13,-3 7 12,-5 5 27,-3 7 32,0 0 14,1 15 14,4 9 47,5 2-5,2-3-11,6-4-2,5-4-16,6-8-8,7-5-14,1-2-2,1-9-3,-6-11-37,-5 0-8,-7-3 3,-7 2 7,-7-1 17,-3 3 12,-3 5 2,0 6 4,0 8 0,0 0 0,0 12 0,-6 10 36,2 1 5,-1-3 9,1-4-9,-1-8-23,4-4-7,1-4-8,0 0 0,0-1 6,0-15-9,0-4-25,0 0-11,9 1-10,-2 3-4,2 5-11,3 6 6,0 5-2,2 0 53,0 7 4,3 8 9,4-1 16,2-3 7,6-5-4,4-6 2,3 0-14,4-16-11,-2-3-5,-5-5-6,-8-2-12,-8-1-10,-6 0 4,-7 1 23,0 6 1,-4 9 9,0 9 38,0 2 8,0 21-24,-5 15 62,2 7-29,1 7-22,2-1-21,0-3-14,9-4-7,1-5-1,-2-8-7,1 9-42,9 7-88,-6-4-42,-2-7-183</inkml:trace>
  <inkml:trace contextRef="#ctx0" brushRef="#br0" timeOffset="220447.821">26505 16047 838,'0'0'135,"0"0"-62,0 0-2,0 0-50,0 0-21,115-64-40,-70 53-68,1-3-138,3-3-478</inkml:trace>
  <inkml:trace contextRef="#ctx0" brushRef="#br0" timeOffset="220657.947">27121 15706 1039,'0'0'111,"0"0"-74,-5 81 40,5-34-44,5 2-15,5-2-13,-4-2-5,-3-5-5,-3-4-36,0-9-79,0-9-121,0-8-327</inkml:trace>
  <inkml:trace contextRef="#ctx0" brushRef="#br0" timeOffset="220974.0511">27093 16000 1117,'0'0'91,"0"0"-25,0 0-38,0 0-28,0 0-7,111-57-67,-83 40-26,-1-6 30,1-1 6,-4-1 1,0-5-1,-5-1-42,-1 3 49,0 7 50,-2 8 7,-3 10 82,-5 3 40,-5 13-26,-1 16-7,-2 11-4,0 5-30,0 4-8,0-1-29,-3 0-15,0-3-3,-1-5-33,-1-6-81,1-10-100,-1-9-298</inkml:trace>
  <inkml:trace contextRef="#ctx0" brushRef="#br0" timeOffset="221158.3284">27278 15979 747,'0'0'396,"0"0"-342,0 0-9,0 0-27,99-56-18,-57 42-54,1-1-90,-4-2 40,-5-4-136,-7-2-384</inkml:trace>
  <inkml:trace contextRef="#ctx0" brushRef="#br0" timeOffset="221327.8166">27851 15584 1058,'0'0'117,"0"0"-44,0 0-43,0 0-27,0 0-3,-1 91-75,1-58-161,-8 1-321</inkml:trace>
  <inkml:trace contextRef="#ctx0" brushRef="#br0" timeOffset="221478.1251">27836 15954 950,'0'0'161,"0"0"-92,-52 104 1,28-54-55,-5 3-15,-3 1-210</inkml:trace>
  <inkml:trace contextRef="#ctx0" brushRef="#br0" timeOffset="223328.2018">24787 17571 1017,'0'0'118,"0"0"-56,-5-109-28,13 60-15,7-5-19,1-4-2,-5-1-20,-1 1-4,-7 12-12,-3 13-1,0 18 21,-2 15 17,-8 0-3,3 23 0,2 12 4,5 3 5,0-5 3,21-4-2,7-10-3,5-9 0,0 0 2,-2 3-4,-3 12 0,-3 15-1,-6 8 1,-3 5-1,-4 1 1,0-9 7,4-6 5,3-9-7,6-13 4,5-8-2,4-9-3,3 0 1,2-16-3,-2-11-3,-4-5-5,-6-2 4,-6-1-2,-8-3-17,-4-4-13,-3-7-21,-6 0-5,0 8-9,0 11 15,-6 21 53,-6 9 1,0 16 2,-2 23 20,0 9 24,2 4 2,6-2 1,6-1-9,0-10-18,22-6-5,8-11-5,6-9-2,2-12-8,3-1 4,-1-12-7,1-18-14,-5-8-16,-6-6-38,-7-7-5,-6-5-2,-13-8 5,-4 1-15,0 10 70,-9 20 15,2 23 102,1 16-17,3 34-34,-2 17 38,2 9-26,0-2-42,2-5-15,1-7-4,0-7-2,0-6 0,0-13-15,0-9-38,-9-10-22,-5-7 3,-5 0-22,0-7-19,-5-10 23,0-1 39,5 4 51,5 0 14,8 4 104,6 1 31,0 2-44,15-3-57,14-2-33,14-2-15,5-2 0,5-5-54,2-3-17,-7-3 2,-10 6 6,-15 11 13,-8 10 16,-12 10 34,-3 20 61,0 5 62,0 3-42,0-2-36,8-4-21,4-8-19,7-9 5,3-6-10,4-8-28,-1-1-41,1 0-56,-1-11-58,-3-7 18,-4-4 57,-5-1 99,-5 4 9,-5 2 32,-3 9 34,2 8 76,-2 0 9,3 10-95,3 9 29,4 1-39,2 0-11,9-6-22,4-8-4,3-5-4,5-1-5,0 0-28,1-17-25,1-3-15,-6-5 29,-2-3 30,-10-1 8,-7 0-3,-8-2-14,-2 1-51,0 7 20,-14 8 49,4 14 20,1 1-10,2 11 65,2 7 21,5 0-34,0-2-16,0-3-19,0-3-5,6-5 1,7-1-9,2-4-5,2 0-9,-1 2-17,1 5-12,-5 8 15,-1 9 9,-3 5 5,-2 1 2,3-1 19,1-9 5,4-6 3,8-4-15,8-3-9,9-6-5,5-1-10,1 0-80,1-10-56,-4-8-88,-3-6-37,-9-2 97</inkml:trace>
  <inkml:trace contextRef="#ctx0" brushRef="#br0" timeOffset="223608.103">26936 17493 499,'0'0'213,"0"0"-72,0 0-46,0 0-6,0 0-39,0 0-12,0 82-18,10-66-10,0-2 40,3-6-50,-5-6-5,-7-2-60,2-2-43,0-13 6,-1-5 15,2-3-34,2-3-16,2-1 35,4-2 93,4 5 9,1 8 123,2 6 73,0 10-37,-4 0-56,-1 3-19,1 13-36,-2 4-4,2 3-16,3 8-19,4 4-9,8 6-29,11 1-139,9-6-382</inkml:trace>
  <inkml:trace contextRef="#ctx0" brushRef="#br0" timeOffset="224297.8511">28126 17433 855,'0'0'107,"0"0"-40,0 0 25,-80-49-9,54 49-43,-1 16-18,0 17 0,3 7 7,9 11-10,5 3-6,10-5-10,0-5-2,6-9 0,13-8-1,2-10 0,4-7-10,2-9-7,1-1-11,2-1-28,0-16-41,-3-3-22,3-6-5,-6 3-14,-5 4 42,-5 9 96,-10 10 52,2 0 40,-3 10 6,1 9-11,3-5 6,3-1-27,6-3-23,3-5-5,3-5-14,-2 0-21,3 0 5,-4-11-7,-1-6-1,-3-3 3,-2-3 1,-3-2 6,-6-1 1,-4-3-6,0 2-5,-11 2-1,-14 11 1,-5 4-1,-4 10-6,4 3-6,3 18-24,5 8-18,7 4-47,6 0-80,9-4-346</inkml:trace>
  <inkml:trace contextRef="#ctx0" brushRef="#br0" timeOffset="225138.1487">28572 17500 1176,'0'0'84,"0"0"-63,0 0 42,0 0-20,-20 104-36,20-77 7,0-4-14,6-6 2,5-4 1,-2-9-3,1-4-14,5 0-25,2 0-10,0-11-28,0-6-57,-1-2 8,-2-2 43,-4 5 18,-4 6 65,-4 7 31,-2 3 24,0 10-25,0 11 46,0 4-7,0-2-6,0-3-44,9-5-11,4-7-2,0-4-3,4-4-3,-1 0-11,3-11-7,4-5 4,-4-4 13,4-3 1,-3-1-3,0-1 3,1 1 0,-4 4 11,-3 8 28,-6 10 12,-7 2-20,-1 8-16,0 12 1,-3 7 4,-7 0-8,-4-5-5,2-2 0,5-10-7,0-3 2,4-3-2,1-4-11,2 0-10,0-1 4,0-16 0,5-3-15,6-1-34,1-4 6,3-2 34,-1 1 17,0 7 7,-1 6-3,-1 12 0,-1 1-1,-2 7 1,1 9 5,-2 0 5,4-2 5,6-1 19,12-2 15,10-5-8,7-5-3,0-1-33,-9-8-16,-7-14-63,-7-6-42,-5-4-44,-5-5-106,-5 1 180,-5 0 91,-1 9 222,-3 10-45,0 10-21,0 7-12,0 5-98,-12 18 2,-6 9-1,-1 6-18,3 4-18,2-1-8,2-3-3,3-4 0,2-7-16,2-8-36,-1-3-91,0-10-109,2-6-634</inkml:trace>
  <inkml:trace contextRef="#ctx0" brushRef="#br0" timeOffset="225308.1151">29203 17591 1096,'0'0'179,"0"0"-124,0 0 19,0 0-57,0 0-17,103-43-4,-60 39-44,15 4-44,15 0-160,14 0-341</inkml:trace>
  <inkml:trace contextRef="#ctx0" brushRef="#br0" timeOffset="225519.0317">30131 17301 1080,'0'0'90,"0"0"-41,0 0 5,0 0-54,0 0-25,0 0-157,16 64-307</inkml:trace>
  <inkml:trace contextRef="#ctx0" brushRef="#br0" timeOffset="225668.1838">30029 17801 977,'0'0'141,"-56"79"-105,24-34-28,0 4-8,2 1-311</inkml:trace>
  <inkml:trace contextRef="#ctx0" brushRef="#br0" timeOffset="247940.2526">23887 10226 293,'0'0'129,"0"0"-48,0 0 126,0 0-81,0 0-29,0 0-9,0 0-18,0 0-27,-52-87-15,65 55-6,11-6-9,5-10-3,2-4-4,-3 0 2,-9 0-7,-8 4-1,-11 3 0,0 4-6,-12 6 6,-7 8-6,-2 9 6,4 14 0,3 4 0,3 0-4,3 14 3,7 6-4,1 5-6,0-2 8,9-3 3,8-4-2,5-6 1,0-2-1,3-1 2,-2 4 1,-1 7-1,-1 14-1,-6 9 1,0 7 1,-4 1-1,0-4 1,3-8 0,1-9 0,6-8 0,2-10 1,3-9-2,2-1 1,3-5 1,4-18 0,-2-5-3,1-5 1,-4-4 0,-3 0 6,-9 0-6,-7 0-10,-8-1 3,-3 1-3,0 2-3,-10 5 2,-9 10 6,-4 12-1,-2 8 3,1 14 2,-1 22 1,1 10 3,6 8 2,11 1 2,7-4 1,0-8-6,22-9 3,8-11-4,7-8 1,6-11-1,8-4-1,4-5-1,-3-22-14,-5-11-54,-11-7-28,-11-6-30,-9-5-107,-11-5 120,-5-3 104,0 0 10,-8 4 78,-7 12 84,3 17-32,1 21-47,3 10-22,2 33-29,1 20-18,1 15-9,4 5-3,0-4-2,0-6 2,0-8-2,3-9-33,4-6-13,-2-11-69,-2-9-153,-3-13-52</inkml:trace>
  <inkml:trace contextRef="#ctx0" brushRef="#br0" timeOffset="249029.574">24524 9955 659,'0'0'102,"0"0"-25,0 0-40,0 0-29,0 0-3,93-76-5,-55 49 2,0-1-4,-3-2 0,-3 1-10,-7 3-45,-8 5 16,-6 7 29,-6 11 12,-5 3 4,0 23 0,0 15 27,0 7 5,0 2-5,0-7-17,12-6-6,9-7-7,3-8 2,4-10-1,0-6 0,-1-3-2,3-4-2,-3-14-25,-3-5-9,-3-6 15,-6 0 19,-5-3 2,-7-2 1,-3 0 0,0 4 7,0 8 17,-2 9-3,-3 13-1,2 1-8,0 22 1,3 8 1,0 0 0,0-4-2,10-6-1,8-5-5,4-8-3,5-6 5,3-2 2,1-3-7,2-17 1,0-6-4,-5-2 1,-7-1 2,-4-3-2,-13 4-2,-4 0-3,0 3 2,0 3 1,-9 10 4,-1 11-4,-1 1 0,-1 18-1,1 13 1,2 6 1,5-2 6,4-3-1,0-3-3,8-9-2,11-4 2,8-9 0,1-5 0,4-2 0,1-6-3,-1-13-7,0-1-31,-5-3 10,-8-1 1,-6 3 1,-5 7 18,-5 4 5,-3 10 3,0 0 7,0 17 2,-1 9 21,-4 7 6,5-4-10,0 0-14,6-8-5,15-5 1,4-8-3,5-8-2,6 0 3,1-7-4,2-14-4,-6-3-1,-8-5-17,-7 3-15,-6-3 0,-6 4 23,-1 5 12,-1 8 0,-3 12 3,2 0-2,-3 19 4,0 12 8,0 5 12,0 0-1,0-3-9,-7-5 4,3-5 3,-1-7 6,-1-3-9,3-6 1,-2-5-9,1-2-4,1-2 5,3-16-12,0-7-7,0-6-17,0-8-22,9-3 16,6-5 9,3 6 3,6 8 7,1 13-5,2 17 6,-2 3 10,-4 18 7,-6 15 22,-5 8 8,-5 4-24,-5 0-13,0-1 2,0-3-2,3-9-116,9-3-255</inkml:trace>
  <inkml:trace contextRef="#ctx0" brushRef="#br0" timeOffset="250487.9765">27026 9964 441,'0'0'546,"0"0"-524,4-92 29,25 51-8,2-4-27,3-6-8,-1-4-3,-4-4-5,-8-1 4,-7 10-4,-7 10-1,-7 18 1,0 12 0,-2 10 1,-12 4-1,1 20-1,1 10 1,5 1 3,4-1-1,3-6-2,0-7 5,9-5-3,6-7-2,4-3 2,2-6 0,1 0-2,1 0-5,-1 0-12,-2 0-8,-1 0 14,-1 0 2,-3 16 3,-2 2 4,2 4 0,-3-2 2,0-3-1,-3-1 2,0-5-1,0-1 0,-2-4 0,1-2 0,-4-2 1,2-1-1,-2 0 1,-1-1 9,-1 0 29,-1 0 1,-1 0 19,0 0-10,2 0 0,1 0 10,0 0-20,-1 0-10,-1 0 6,-1 0 4,2 0-3,-2 0-5,0 0-3,0 0-9,0 0-4,0 0-9,0 0 2,0 0-4,1 0-3,-1 0 0,3 2-2,4 3 2,1 1-1,-2-3 3,0-2 0,-2-1 0,-2 1 0,1-1-1,0 2 0,0-1-1,-2-1-1,2 2-3,-1-2-1,-1 1-2,-1 0-5,2-1-1,-2 0 2,0 0-4,0 0 1,0 2 1,0-2-2,0 1 2,0-1 4,0 0-1,0 0 0,0 0-3,0 0 2,0 0 5,0 0-2,0 0-1,0 0-2,0 0 4,0 0 3,0 0 1,0 0 0,0 0 2,0 0-2,0 0-12,0 0-4,0 0-4,0-3 2,0-2 7,0-2 1,0-3 4,0-5 5,0-5 3,1-4 0,5-6 1,-1-4-1,-2-4 0,-3-1 0,-2 2 0,-19 2-1,-9 6 0,-10 8-1,-5 9 1,-4 9 1,1 3 0,4 5 4,8 14-3,11 3-1,11 4-3,11 3 1,3 3 2,12-1 0,18-2-1,9-1 0,4-1-1,-1-3 0,-1 0-3,-5-1-2,-8-3 3,-12-1 3,-15-1 0,-1 0-9,-25-1 10,-16-2 4,-11-1 3,-5-2-5,-2-3 6,2-5-8,9-4-1,13 0 1,14-3-21,18-15-31,3-4-80,30-8-85,19-3-146</inkml:trace>
  <inkml:trace contextRef="#ctx0" brushRef="#br0" timeOffset="251358.2501">27877 9474 910,'0'0'6,"0"0"20,-65 117 79,45-61-2,8-4-49,9-9-5,3-9-21,10-10-20,18-9-5,8-8 3,7-7-3,1 0-3,-4-12-4,-3-11-11,-7-4-22,-9-2 6,-5-3 8,-5-4 1,-5 2 0,-4 5 12,-2 7 10,0 12 3,0 10 13,-2 12-2,-7 19 3,1 8 5,5 1-4,3-4 6,0-5-15,15-5-4,17-8 0,5-8 5,11-10-4,2 0-1,-6-11-5,-5-10-6,-11-5-9,-12-3-45,-5-2-7,-7-3 6,-2-3 32,-2 3 17,0 9 12,0 11 0,0 14-1,0 1 2,-9 27 2,-3 9 22,-3 7 29,3-2-14,0-4-5,3-5 2,1-8-1,4-8-14,-1-6-12,3-7-2,2-4 2,0 0-9,0-11 9,0-13-10,10-5-15,5-8 5,0-7-6,0-3 5,4 1 1,-1 9-2,3 14-6,1 16 3,-3 7 14,-2 12 1,-5 19 0,-3 6 0,-6 1 6,-3-1 5,0-5 8,0-3 3,0-6 2,0-6-11,-2-8-5,1-5-2,-1-4-2,1 0 3,1-7 3,0-13-10,0-7-16,7-6-5,10-9 3,4-3 6,1 7 8,-1 8 0,2 18-12,-1 12 11,0 10 5,-4 22 0,0 12 0,-4 7 26,-4-1-12,-4 1 0,0-3-6,-3-5-5,-2-8-3,-1-4-9,0-8-74,0-11-189,0-9-658</inkml:trace>
  <inkml:trace contextRef="#ctx0" brushRef="#br0" timeOffset="251553.9419">29134 9436 1146,'0'0'46,"0"0"-41,0 0 4,0 0-9,0 0-6,0 0-137,0 76-228</inkml:trace>
  <inkml:trace contextRef="#ctx0" brushRef="#br0" timeOffset="251728.1256">29089 9722 586,'0'0'583,"0"0"-563,-71 119 71,44-66-28,0 4-45,2 2-18,-2 0-5,0 1-97,-1 3-277</inkml:trace>
  <inkml:trace contextRef="#ctx0" brushRef="#br0" timeOffset="257552.0995">19311 10274 958,'0'0'26,"0"0"59,0 0-42,0 0-35,21 90 19,-6-21 26,-2 5-18,-5-3-19,-4-10-11,-1-7-5,-3-7-1,4-7-40,-1-8-53,1-12-77,2-18-244</inkml:trace>
  <inkml:trace contextRef="#ctx0" brushRef="#br0" timeOffset="257728.0497">19259 10149 860,'0'0'89,"0"0"-23,0 0-16,0 0-35,0 0-15,0 0-23,27-26-31,9 59-58,5 2-214</inkml:trace>
  <inkml:trace contextRef="#ctx0" brushRef="#br0" timeOffset="257968.2301">19835 10260 962,'0'0'91,"0"0"-11,-21-79-8,6 66-36,-1 9-15,1 4-4,0 14-15,3 24 1,3 17-2,6 13 6,3 3-7,0-1 1,4-8-5,5-8-1,2-11-42,-2-4-48,-6-9-100,-3-5-252</inkml:trace>
  <inkml:trace contextRef="#ctx0" brushRef="#br0" timeOffset="258128.0612">19608 10638 838,'0'0'84,"0"0"-27,0 0-6,0 0-24,112-73-20,-58 51-7,1 3-24,-2 0-88,-1 0-159,-2-2-34</inkml:trace>
  <inkml:trace contextRef="#ctx0" brushRef="#br0" timeOffset="258344.9845">20265 10083 872,'0'0'45,"0"0"10,-87 67 23,57-14-27,2 11-14,8 6-5,6 1-11,9-6-7,5-9-14,12-14 0,18-17-35,12-9-65,6-11-42,5-5-162,1-3 17</inkml:trace>
  <inkml:trace contextRef="#ctx0" brushRef="#br0" timeOffset="258829.5402">20581 10156 847,'0'0'71,"0"0"7,-70 86 8,55-38-26,8-1-33,7-3-8,0-4-11,16-12-1,12-11-7,8-10-8,6-7-30,4-4-47,-4-18-23,-8-4-50,-4-2-53,-8-4 24,-8 3 74,-4-1 67,-8 3 46,-2 6 101,0 9 43,0 6-16,-2 6 52,-5 8-104,1 16-26,1 6 15,5-2-23,0-4-9,3-7-14,15-8-5,2-9 7,2 0 0,0-12-11,0-9-9,-5-5-1,-1-6-4,-5-2 4,-3 1 1,-8-3-1,0 3 0,-4 4-1,-14 5 1,-2 11 0,-6 13 0,0 2-20,-3 26 9,6 9 1,4 1-16,10 0-45,9-7-98,0-7-314</inkml:trace>
  <inkml:trace contextRef="#ctx0" brushRef="#br0" timeOffset="259697.9867">21190 10021 528,'0'0'424,"0"0"-355,0 0 6,0 0-15,-45 99-31,45-62-3,4-6 2,13-8-15,5-11-6,2-4-6,1-8 1,-1 0 4,3-12-6,-3-9-21,-5-3-23,-4-3-10,-6-3 1,-3 0 10,-6 3 7,0 4 35,0 7 0,0 12 2,-6 4 7,-3 23 2,2 15 13,1 6 22,6 1-1,0-6-21,0-8-14,21 0-5,12-4 1,4-7-1,-3-9-4,-6-11-3,-8-4-1,-4-16-55,-5-4 4,-2-3 15,-7 1-16,-2-6 18,0-1 20,0-2-4,0 2 4,-8 8 14,3 11 4,1 14 5,1 1 2,-2 24 8,-3 9 22,-1 0-4,1-3-10,-1-6-4,2-6-6,2-6-10,2-9 0,3-4-2,0 0-2,0-10-19,0-10-26,0-4 4,0-3 20,0-2 18,0-4 4,0 5-1,0 7 1,8 10 3,3 11 4,3 0 6,2 20 9,-1 5-3,5 1 5,-2-3-5,6-9 8,5-7 27,4-7-32,9-1-4,4-23-10,0-7-8,-4-6-26,-15 0-11,-10-2-3,-9-2 24,-8-3 12,0 2 3,-10 5 1,-2 13 32,0 17 14,0 7 10,0 20-29,-1 17-1,1 8-2,4 6-13,1-1-8,4-3-2,2-3-1,-1-9 0,1-5-16,-1-11-86,1-6-75,-3-9-242</inkml:trace>
  <inkml:trace contextRef="#ctx0" brushRef="#br0" timeOffset="259857.8239">21645 10065 939,'0'0'66,"0"0"-14,0 0 35,0 0-74,0 0-13,84-49-3,-42 36-89,5 2-64,-1 2-424</inkml:trace>
  <inkml:trace contextRef="#ctx0" brushRef="#br0" timeOffset="260127.8817">22219 9890 978,'0'0'80,"0"0"-15,0 0 62,0 0-86,0 0-22,0 0-12,110-68-7,-71 63-10,-6 3-77,-4 2-102,-9 0-146</inkml:trace>
  <inkml:trace contextRef="#ctx0" brushRef="#br0" timeOffset="260297.8892">22347 10026 980,'0'0'45,"0"0"24,0 0 36,0 0-63,0 0-20,80-22-22,-38 5-66,-1 1-149,-8-3-192</inkml:trace>
  <inkml:trace contextRef="#ctx0" brushRef="#br0" timeOffset="260488.1665">22716 9701 1014,'0'0'84,"0"0"29,0 0-45,0 0-57,0 0-11,109-41-7,-81 41-99,-9 0-128,-7 0-190</inkml:trace>
  <inkml:trace contextRef="#ctx0" brushRef="#br0" timeOffset="260668.1969">22768 9965 880,'0'0'81,"0"0"-58,0 0 115,0 0-80,0 0-58,106-31-8,-70 11-90,-5 0-58,-7 0-211</inkml:trace>
  <inkml:trace contextRef="#ctx0" brushRef="#br0" timeOffset="260938.1564">23044 9787 776,'0'0'99,"0"0"-53,-31 79 93,29-52-43,2-6-43,3-5-5,15-6-21,4-6-5,1-4-2,4 0 1,1-17-14,-1-6-3,1-5 1,-4-2-5,-6-2 3,-5 1-8,-8 1 6,-5 3-1,-6 8 0,-22 6 0,-11 12-3,-4 1-4,-1 17-27,3 8-25,3 3-121,7 2-224</inkml:trace>
  <inkml:trace contextRef="#ctx0" brushRef="#br0" timeOffset="261287.9288">23408 9533 991,'0'0'24,"0"0"4,0 0 57,0 0-42,107 11-26,-54 36 2,-1 16 1,-15 18-2,-14 10-6,-22 5-9,-4 1-3,-33-6-3,-10-8-14,-2-11-128,4-12-122</inkml:trace>
  <inkml:trace contextRef="#ctx0" brushRef="#br0" timeOffset="268209.2583">19884 11737 609,'0'0'69,"0"0"8,0 0-16,0 0-16,0 0-16,0 0-4,0 0-15,0 0-9,-16 23 10,16 2-6,3 0 13,8-6-7,3-7-2,2-4-2,1-6 1,5-2 4,3-7-2,-2-14-3,3-10-2,-3-6 7,-5 0 13,-7-5-3,-8 5-19,-3 1 4,0 6-4,-14 5 0,-4 7-3,-4 4-3,-2 8-8,-3 6 2,-3 0-4,-1 23 6,-1 16 1,7 14 6,8 11-2,7 7 3,10-1-3,0 0 4,5-11-1,10-8-1,1-13 1,7-13 0,2-11-1,6-14 0,4 0 4,2-23-3,0-17 2,2-12 2,-2-12-4,-4-5 0,-5-6 0,-11-3 0,-9 1 5,-8 4-5,0 6 5,-10 11 5,-3 14 2,1 13 4,5 22-7,4 13-10,3 36 2,0 25 3,0 17-2,15 7-3,5-5 0,4-12-3,0-15-47,-1-10-32,4-14-39,-1-13-211,1-12-94</inkml:trace>
  <inkml:trace contextRef="#ctx0" brushRef="#br0" timeOffset="268418.1293">20606 11539 882,'0'0'49,"0"0"-37,2 91 36,4-36-17,4-1-23,-1-6 5,-4-6-9,-2-8-4,-3-7-3,0-10-73,0-10-123,0-7-168</inkml:trace>
  <inkml:trace contextRef="#ctx0" brushRef="#br0" timeOffset="268592.5801">20547 11369 820,'0'0'52,"0"0"12,0 0-30,0 0-29,0 0-5,0 0-23,20 32-67,0-13-183,2-2-246</inkml:trace>
  <inkml:trace contextRef="#ctx0" brushRef="#br0" timeOffset="269248.1099">20629 11603 611,'0'0'79,"0"0"-15,0 0 2,0 0-13,6 72-16,16-66-8,3-6 10,-1 0-8,5-24 5,-6-8-11,0-10 1,-8-2-19,-7 2 4,-8 5-11,0 2-5,-7 6 5,-14 1-8,-6 4 6,-6 7-1,-5 9-7,-2 8 5,2 9 3,4 21-1,7 8 3,8 6-1,11 2 2,8 4-1,0-3 4,21-4-4,7-5 1,4-7 1,4-7 8,-4-4-3,3-5 2,-5-1 3,-8-2-2,-7 0-7,-9 4 1,-6 1 3,0 1 2,-17 2 5,-11 0-4,-5-2-8,-3-4 6,-2-1-8,-1-4 1,2-6 0,5-3-1,7 0-8,8-12-23,10-12-27,7-6-17,6-7-54,20 0-158,9-2-3</inkml:trace>
  <inkml:trace contextRef="#ctx0" brushRef="#br0" timeOffset="269667.9945">20897 11560 410,'0'0'294,"0"0"-205,0 0-17,0 73-2,6-53-63,8-5 9,3-5-2,3-7-9,4-3 5,1 0-10,2-20 6,-2-5-4,-4-5 0,-4-3 4,-10 4-6,-7 2 3,0 3 0,-3 3 0,-15 3-2,-1 2-1,-7 6 1,-2 9-1,-2 1 0,0 18 0,1 16 1,5 10 15,6 6 13,6 5 10,9-4-5,3-4-17,2-12 1,18-8-5,9-10-5,8-10-5,7-7 0,6 0-3,5-10-34,-1-11-30,-3-7-64,-7-6-244</inkml:trace>
  <inkml:trace contextRef="#ctx0" brushRef="#br0" timeOffset="269848.4313">21394 11297 820,'0'0'78,"0"0"-26,0 0-17,0 0 9,1 92-3,4-51-20,-1 0 4,1-3-25,0-3 4,-2-6-4,1-7-54,-1-12-66,-3-10-198</inkml:trace>
  <inkml:trace contextRef="#ctx0" brushRef="#br0" timeOffset="270018.1444">21375 11110 843,'0'0'37,"0"0"4,0 0-41,0 0 0,0 0 0,85 93-59,-43-60-129,7-1-120</inkml:trace>
  <inkml:trace contextRef="#ctx0" brushRef="#br0" timeOffset="270238.3761">21933 11232 852,'0'0'81,"0"0"-20,0 0 13,-45-79-15,21 75-26,3 4-9,3 10-14,0 23-7,6 8 0,4 9 1,8 2 0,0-2-2,0-7-2,7-2-1,-1-6-18,-3-3-68,-3-8-64,0-11-158</inkml:trace>
  <inkml:trace contextRef="#ctx0" brushRef="#br0" timeOffset="270399.0188">21652 11457 888,'0'0'59,"0"0"-20,0 0-9,0 0-16,0 0-14,145-39 0,-69 22-8,4-1-76,-5-1-133,-8-3-336</inkml:trace>
  <inkml:trace contextRef="#ctx0" brushRef="#br0" timeOffset="270688.1916">22443 11043 855,'0'0'70,"0"0"-13,0 0 6,0 0-39,-97 15 4,79 15 13,9 7-23,9 4-8,0 1 1,12-2-8,16-8-3,8-7-7,6-11-53,1-9-37,-1-5-33,0-5-157,-7-16-8</inkml:trace>
  <inkml:trace contextRef="#ctx0" brushRef="#br0" timeOffset="270988.132">22723 11083 635,'0'0'119,"0"0"-38,0 0 16,0 0-26,0 0-43,0 0 8,-19 36 11,19-8-27,0-5 0,6-6-12,12-8-2,4-8-2,2-1 2,3-3-1,1-15-5,-2-4 0,-4-4-3,-5-4-13,-6 0 10,-8-1 2,-3 2 3,0 0-6,-22 7 4,-5 9-2,-6 11-8,-3 2-12,1 13-6,-1 13-6,6 4 11,8-1-20,8-2-32,8-4-138,6-9-184</inkml:trace>
  <inkml:trace contextRef="#ctx0" brushRef="#br0" timeOffset="271829.6955">22996 10908 872,'0'0'59,"0"0"-1,0 0-13,0 0-9,-21 77-1,21-43-7,10-3-16,7-7-9,4-5-2,-1-9 3,3-6-1,3-4-1,-1-4 2,1-15-4,1-8-12,-5-2-9,-1-2-13,-9-1 15,-5 3 11,-7 3 7,0 5 0,0 7 1,0 8 0,-4 6 2,-2 6 1,0 21-2,1 7 8,5 2 9,0 0 0,8-5-3,8-6-15,4-8 2,-3-8 2,-2-6-4,3-3 0,-6 0 0,-3-13-7,1-4-11,-5-3-17,-1-1-22,-2 1 13,-2 2 23,0 2 15,0 6-7,0 7 9,0 3 4,0 3-1,0 13 1,0 2 13,8-2 6,5-3-2,0-6-5,4-5 1,-1-2-13,-1 0 8,-1-2-8,-4-9-4,-3-4-26,-2 1-15,-1 3-7,-2-1-7,1 5 32,0 6 22,1 1-14,2 0 13,0 5 6,2 4 26,1-3-7,2-4 3,6-2-9,1 0-8,4-17-5,1-5-31,-1-8-26,-1-2 7,-6-3 2,-2-2-12,-5-1 35,-5-3 25,-2 4 61,-1 11 35,0 9-3,0 15 4,0 2-39,-7 29-46,-5 13 36,-2 9-5,4 4-34,0-1-5,4-4-4,2-5 0,4-8-15,0-10-68,0-11-82,8-9-322</inkml:trace>
  <inkml:trace contextRef="#ctx0" brushRef="#br0" timeOffset="272000.9579">23580 10844 1066,'0'0'34,"0"0"-18,0 0-9,0 0-7,0 0-83,0 0-42,91-20-120,-63 20-217</inkml:trace>
  <inkml:trace contextRef="#ctx0" brushRef="#br0" timeOffset="272190.9885">24264 10836 1106,'0'0'49,"0"0"-39,0 0 0,0 0-10,94-32-54,-59 30-119,-10 0-248</inkml:trace>
  <inkml:trace contextRef="#ctx0" brushRef="#br0" timeOffset="272338.052">24281 10991 779,'0'0'60,"0"0"-28,0 0 46,0 0-78,81 4-41,-43-17-346</inkml:trace>
  <inkml:trace contextRef="#ctx0" brushRef="#br0" timeOffset="272508.1875">24617 10761 973,'0'0'96,"0"0"-56,0 0 20,83-25-45,-53 17-15,0 3-46,-6 0-150,-6 4-201</inkml:trace>
  <inkml:trace contextRef="#ctx0" brushRef="#br0" timeOffset="272687.7614">24676 10923 49,'0'0'810,"0"0"-739,0 0 34,0 0-17,0 0-61,0 0-24,85 6-3,-50-19-65,5 0-46,0-2-109,-4-5-405</inkml:trace>
  <inkml:trace contextRef="#ctx0" brushRef="#br0" timeOffset="272867.9545">25076 10596 977,'0'0'38,"0"0"52,-37 90-18,29-48-50,7 1-14,1-1-6,0-4-2,0-3-94,0-6-158,6-11-507</inkml:trace>
  <inkml:trace contextRef="#ctx0" brushRef="#br0" timeOffset="273118.1219">25446 10505 1017,'0'0'78,"0"0"-66,0 0 18,82 84 17,-54-38-37,-5 8-4,-11 8-2,-12 4-4,-11 5-22,-30-2-86,-17-2-51,-14-4-326</inkml:trace>
  <inkml:trace contextRef="#ctx0" brushRef="#br0" timeOffset="273648.035">22219 10858 145,'0'0'476,"0"0"-310,0 0-50,0 0-5,0 0-13,-101-41-57,66 92-21,-2 27-10,4 22 12,6 14-10,13 5-9,14-8 2,13-11-5,45-21-17,36-23-140,30-28-353</inkml:trace>
  <inkml:trace contextRef="#ctx0" brushRef="#br0" timeOffset="274621.9909">26250 10816 909,'0'0'52,"0"0"39,0 0 18,0 0-67,0 0-13,-7-85-22,25 51-3,-3-1 0,1-2-4,-5 1 1,-5-1 3,-5 6 0,-1 9-2,0 6-2,0 10 1,0 6 2,0 5-3,-3 23-5,2 10 5,1 3 2,0-3-1,6-8-1,11-8 2,9-11-2,2-7 0,5-4 0,0-1-2,1-14-19,-4-1-20,-6-1-1,-6 1-18,-5-1 31,-2 2 9,-2 1 6,1 3 9,-4 4-3,0 3 3,0-1-4,-2 4 7,2-3 2,-1-2 1,-1-1 3,1-5-4,-1 0 5,1-2-2,-5-3 0,0 0 1,0-2 0,-2 1 7,-10 4-7,-6 4 1,0 9-5,-4 1 0,1 14 0,2 18 2,2 8 6,11 5 1,6 0-8,0-7 1,14-5-4,11-8-4,5-7-4,7-8-26,6-8 10,1-2-13,-1-6-91,-4-12-116,-6-5 127,-5-1-31,-10-1-103</inkml:trace>
  <inkml:trace contextRef="#ctx0" brushRef="#br0" timeOffset="274927.832">26886 10536 214,'0'0'183,"0"0"-85,0 0-13,0 0 29,0 0-87,0 0 66,-27 54-46,21-19-18,3-3-16,3-4-7,0-6-3,0-6 13,6-8-6,10-8-10,1 0 0,5-8-27,0-15-70,-5-1-10,-2-3 15,-8-3 31,-4 0 33,0-4 22,-3 1 6,0 5 12,2 10 55,-1 8 5,2 10 9,-1 11-47,-1 17-1,2 9 10,2 3-16,-2 0-17,0 0-10,1-3 4,-1-3-4,-3-7-23,0-8-140,-1-5-182</inkml:trace>
  <inkml:trace contextRef="#ctx0" brushRef="#br0" timeOffset="275238.0129">26807 10662 827,'0'0'85,"0"0"-46,0 0-3,0 0-31,0 0-5,83-10 0,-34 10-3,2-8-37,0-5-8,-2-7-3,-8-1-19,-7-1-1,-9-1-71,-8 0 11,-6 4 104,-3 0 27,-3 7 112,-4 6 42,-1 6 4,0 1-69,0 25-26,0 10 21,-6 8-32,1 5-21,4 3-18,1-3-11,0-3-2,8-5-71,9-9-103,3-10-535</inkml:trace>
  <inkml:trace contextRef="#ctx0" brushRef="#br0" timeOffset="277588.0366">27237 10796 141,'0'0'16,"0"0"11,0 0 13,0 0 2,0 0 11,0 0 20,0-58 4,-2 50-19,1 2 28,-1 2-2,1 1-32,1 2-8,-2 1-19,2 0-8,-1 0-7,1 0-3,0 10-7,0 8 0,0-1 9,6-2-6,5-1-2,3-5 0,4-5-1,3-4-1,4 0 1,2-10 8,3-11-8,-2-5 1,-1-6 0,-3 0 1,-8 1 1,-3 1-1,-10 8 5,-3 3 3,0 8 17,0 4-7,-10 6-14,1 1-5,-1 7-1,1 14 0,3 1 5,3 2-5,3-1 1,0-7-1,0-5 0,11-7 0,6-4-1,1 0 1,2-3 2,-1-11-2,-1-3-3,-2-3 0,-2 0 3,-4 1 3,-4 1-3,-3 5-3,-1 4 3,-2 6 4,0 3-4,0 5-2,1 16 2,4 7 0,2 2 5,3-3-5,5-5-2,8-5-5,8-6-94,8-4-126,7-7-281</inkml:trace>
  <inkml:trace contextRef="#ctx0" brushRef="#br0" timeOffset="278995.8237">28603 10558 270,'0'0'87,"0"0"-56,0 0-4,0 0 25,0 0-32,0 0-4,0 0-5,-49 7 3,49-7 23,0 0 35,3 0-7,7-10 13,1-4-15,-1-2-16,3-5-7,0-1 2,-3-3-4,-1 0 4,-6 3-5,-3 3-10,0 6-12,-13 8-4,-6 5-7,0 0-4,3 7-4,1 13 2,9 1 2,6 7-1,0 2-1,14 2 0,9 2 1,4-1-4,0-6 5,-3-1 0,-6-2 0,-8-3 0,-9 0-2,-1-1-2,-11-3 1,-16-3 3,-6-4 5,-1-4-3,-2-5-2,5-1-2,5 0-16,8-8-3,6-11-7,12-3-36,0-7-48,21-1-198,12-3-100</inkml:trace>
  <inkml:trace contextRef="#ctx0" brushRef="#br0" timeOffset="279910.1069">28907 10447 651,'0'0'133,"0"0"-53,0 0 15,-53 98-27,45-64-20,7-1-21,1-4-11,0-5-7,13-6-5,9-5-1,2-8-3,4-5 0,1 0-21,1 0-23,0-14 9,-3-1 9,-3-5-33,-5-1 1,-4-3 14,-6 0 30,-2 0 14,-7 3 0,0 2 6,0 8 16,0 7-3,-5 4-5,-2 4 7,0 19 6,1 7 6,6 2-15,0-1-2,1-3-3,19-2-7,7-7-6,4-3 5,2-11 1,-3-5-6,-3 0-19,-4-17-44,-5-4-30,-4-4-102,-8-2-25,-3-2 60,-3-2 1,0-2 159,0 5 31,-8 4 114,4 10-32,2 10 0,1 4 24,1 14-72,-3 15 25,1 6-34,1 1-6,-1-3-17,2-4-3,0-6 1,0-8 0,-1-4-1,-1-5-11,2-6-6,0 0-8,0-7-5,0-10-5,0-6-25,0-1-14,8-4-2,4-3 10,2 3 10,2 2 7,3 10 1,-1 10 18,3 6 0,-1 9 14,-4 16 15,-2 6 0,-3 3-10,-4-2-3,0-2 21,-5-6-12,0-5-17,-2-5-1,0-5-3,0-3-1,0-6 1,0 0-2,0-2-2,0-13-7,0-6-1,0-6-7,3-4-22,10-7-8,3 0-9,3 1 4,0 9-17,5 11 46,-2 13 21,2 4 18,-2 12 42,-3 18-5,-6 5 11,-4 5-36,-5 0-18,-1-1-4,-3-3-8,2-5-11,2-4-100,5-7-137</inkml:trace>
  <inkml:trace contextRef="#ctx0" brushRef="#br0" timeOffset="280258.1162">30144 10474 624,'0'0'427,"0"0"-393,0 0-20,0 0 25,0 0-35,84-48-4,-47 48-64,-4 0-99,-9 0-297</inkml:trace>
  <inkml:trace contextRef="#ctx0" brushRef="#br0" timeOffset="280438.2703">30143 10679 653,'0'0'378,"0"0"-361,0 0 21,0 0 23,0 0-55,0 0-6,116 25-85,-60-29-148,-6-9-347</inkml:trace>
  <inkml:trace contextRef="#ctx0" brushRef="#br0" timeOffset="280709.0152">30572 10249 724,'0'0'357,"0"0"-309,0 0-14,0 0-1,0 0-21,-4 102 2,5-41-10,2 0-1,-3-5-2,2-5-1,-1-7-8,1-7-76,2-9-102,2-11-231</inkml:trace>
  <inkml:trace contextRef="#ctx0" brushRef="#br0" timeOffset="280927.9317">30974 10158 1070,'0'0'32,"0"0"-25,0 0 1,0 0-8,0 0-42,0 0-124,0 40-335</inkml:trace>
  <inkml:trace contextRef="#ctx0" brushRef="#br0" timeOffset="281152.1757">30932 10486 913,'0'0'242,"0"0"-226,0 0 8,-54 83 17,29-40-25,-6 9-12,-5 2-4,-4 3-47,1-2-198,1-4-719</inkml:trace>
  <inkml:trace contextRef="#ctx0" brushRef="#br0" timeOffset="282788.2512">29024 9547 615,'0'0'138,"0"0"-47,0 0 3,0 0 12,0 0-25,0 0-17,-33 0-13,42-3-18,19-8-16,16-3-7,9 0-9,4 3-1,-5 2-11,-4 6-72,-12 3-115,-10 2-78,-13 15-127</inkml:trace>
  <inkml:trace contextRef="#ctx0" brushRef="#br0" timeOffset="282962.4705">28993 9836 900,'0'0'61,"0"0"-8,0 0 47,0 0-69,0 0-15,89 2-16,-28-21-72,4-1-76,-4-4-78,-5-4-222</inkml:trace>
  <inkml:trace contextRef="#ctx0" brushRef="#br0" timeOffset="283288.1418">29539 9549 857,'0'0'72,"0"0"-30,-57 95 43,57-65-9,0-4-56,16-9 2,14-5-15,6-8-2,3-4-4,2 0 0,-2-18-1,-6-4-1,-5-8-1,-5-2 1,-8-2 1,-6 0 2,-9 2-1,0 2-1,-12 4 0,-20 9-1,-7 12-5,-10 5-9,-4 3 7,0 16-9,6 4 6,11 1-18,12 0-29,18-3-64,6-4-208</inkml:trace>
  <inkml:trace contextRef="#ctx0" brushRef="#br0" timeOffset="283478.2198">30180 9339 1149,'0'0'1,"0"0"-1,0 0-4,0 0-75,0 0-176</inkml:trace>
  <inkml:trace contextRef="#ctx0" brushRef="#br0" timeOffset="283662.7144">30122 9712 1198,'0'0'21,"-60"107"-20,24-39-1,-1 5-6,-3 0-405</inkml:trace>
  <inkml:trace contextRef="#ctx0" brushRef="#br0" timeOffset="287988.2441">28377 10300 725,'0'0'68,"0"0"-18,0 0-3,-87 7 34,47 32-14,-2 18-34,1 10-13,8 9-9,13 2 0,20 1-11,10-4 0,53-7-24,32-2-91,39 11-153</inkml:trace>
  <inkml:trace contextRef="#ctx0" brushRef="#br0" timeOffset="288858.0386">30740 10054 334,'0'0'42,"23"75"-37,-14-12 6,-7 16 3,-2 18-14,-18 11-127</inkml:trace>
  <inkml:trace contextRef="#ctx0" brushRef="#br0" timeOffset="292944.0932">21728 12581 884,'0'0'27,"0"0"-12,0 0 7,0 0-3,0 0 6,0 0 9,0 0 8,60 2-13,-33-14-5,4-12-9,-2-5-7,-10-1-4,-10 0-4,-9 5-2,0 5 1,-18 6 1,-9 7 0,-3 7-5,0 1-18,2 24 13,3 10 9,9 6 0,8 1-1,8-2 2,0-5 0,8-7-5,14-8-2,8-10-1,4-10 5,7 0-1,1-17 4,-1-12-9,-4-4 8,-9-7 2,-5-2-1,-9-2 0,-6-1 6,-7-3-6,-1 2 1,0-1 0,0 6 2,-4 14 5,-2 11 7,0 16 5,5 15-5,-2 27-11,3 19-1,0 10 1,3 1-3,13-6-1,5-10 0,4-11-37,5-10-83,9-12-82,3-14-211</inkml:trace>
  <inkml:trace contextRef="#ctx0" brushRef="#br0" timeOffset="293197.855">22449 12214 655,'0'0'94,"-5"-93"8,-5 69-37,6 16-22,-1 8-7,5 5-24,0 23-10,0 10 5,9 6 2,7 3 0,2-1-1,-1-2 3,-4-4 0,-4-6-2,-6-8-1,-3-6-1,0-7-4,-3-5 0,-10-5-3,2-3-47,1 0-54,2-15-91,7-11-86</inkml:trace>
  <inkml:trace contextRef="#ctx0" brushRef="#br0" timeOffset="293522.0362">22552 12244 541,'0'0'91,"0"0"19,0 0-1,0 0-45,0 0-13,101 52 3,-70-52-3,2-1 3,2-18-34,-4-6-2,-6-2-11,-7-3-3,-6 4-3,-9-1-1,-3 0-13,0 0-1,-18 5 12,-4 5-21,-6 11 23,-4 6-14,-2 22 11,3 14 2,2 11 2,8 3 12,7 3-5,9-6-4,5-4-3,16-8-1,25-8-13,18-10-35,16-8 46,13-9-28,8-3-94,5-21-239</inkml:trace>
  <inkml:trace contextRef="#ctx0" brushRef="#br0" timeOffset="294028.2413">23684 11472 710,'0'0'75,"0"0"30,0 0-16,-40-76-17,11 76-19,-12 0-38,-3 22 3,3 11-1,5 5-1,9 4 0,9 2-7,11-3-9,7-4 5,0-6-5,18-4-1,9-8-4,5-2-1,5-6-2,-4-1 1,-9-3-1,-6-2-17,-12 0 11,-6 2-24,0 1-13,-12 2 51,-13 1 1,-4 0-1,1-2 1,6 3 0,7-4-1,7 2 3,7 0 0,1 5 7,0 4 9,10 9 13,4 11-2,-2 8 10,-8 13-15,-4 9 4,0 7 14,-6 2-23,-7-1-17,-1 1-3,1 2-35,3 2-87,0-3-32,4-5-657</inkml:trace>
  <inkml:trace contextRef="#ctx0" brushRef="#br0" timeOffset="294984.1451">24280 15933 324,'0'0'67,"0"0"-5,0 0 21,0 0 22,0 0-27,-69-74-4,64 67 8,1 2-25,2 1 0,1-1 1,-1 5-6,2 0-19,0 0-14,-1 0-15,1 0 3,0 0-5,0 0-2,0 0-1,0 0-1,0 0-1,0 0-3,0 0-16,0 0-9,0 0-2,0 2 6,0 1-5,0 1-4,0 0-17,0 1-38,0 2-59,0 2-11,0 0 8,0 0-66</inkml:trace>
  <inkml:trace contextRef="#ctx0" brushRef="#br0" timeOffset="295448.2707">24280 15933 225,'-113'-17'175,"109"17"-27,-3 0 10,2 0-28,1-6-41,1-4-21,1 0 5,2-1-11,0-2-20,0 1-23,6 5-8,9 7-2,-3 0 10,0 33-7,-2 21 9,-2 24 9,-4 5-16,-1-3 0,3-11-10,5-18 4,1-9-4,5-13-4,3-11-1,2-8 0,-1-10-1,-1 0-10,-3-11 12,-1-9 0,-5 0 0,-5 2 1,-6 5-1,0 6-23,0 6 23,-7 1 2,1 9-2,-1 18-2,5 9 2,2 2 8,0-3-4,13-4-3,-1-1 4,-3-5-5,-6 1 0,-3-6 0,-9 0 1,-17 2-2,-9-2-3,-1-2-2,0-3-4,5-5-8,1-4-6,3-2-7,4-4-24,5 0-37,1-9-59,8-6-215</inkml:trace>
  <inkml:trace contextRef="#ctx0" brushRef="#br0" timeOffset="300911.5276">28114 17529 333,'0'0'239,"0"0"-230,0 0-9,0 0 1,0 0 3,0 0 5,0 0-7,-8 60 0,16-54 3,-1-3 9,-4 0 25,0-2-1,-1-1-14,-2 0 4,0 0 13,0 2-2,-2-1-13,-7 2-5,0 1-2,1 3 12,0 0-3,3 1 1,2-2 3,3-1 2,0 1 12,0-2-2,18-1 1,18-3 1,21 0-10,25-13-11,27-16-3,24-8 2,19-6-2,10-7-17,7 1-1,-5 1-3,-3 3 3,-18 8-1,-26 7-6,-36 11 2,-39 9-15,-25 6-20,-17 4 1,-21 0-27,-27 14-20,-16 5-52,-9 1-21,-1-4-75,8-2-83</inkml:trace>
  <inkml:trace contextRef="#ctx0" brushRef="#br0" timeOffset="301328.017">29094 16798 1032,'0'0'12,"6"-92"23,-6 59-19,-3 11 19,-18 8-13,-3 8-10,-4 6-8,-2 2-4,3 19-1,2 8 0,8 8 2,13 5-2,4 4 2,6-3-2,22 1 2,7-6 1,5 0 0,-5-1 0,-2-2 3,-7-1-3,-13-3 0,-11-3-1,-2-4 0,-14-4-1,-16-2 2,-6-4-2,-4-4 0,2-1-9,3-8-12,7-1-19,7 0-30,14-10-23,7-13-52,3-8-103,25-11 21</inkml:trace>
  <inkml:trace contextRef="#ctx0" brushRef="#br0" timeOffset="302133.9155">29279 16782 613,'0'0'90,"0"0"8,0 0-49,0 0-15,0 0 46,48 86 8,-48-34-29,-2-4-31,2-3-2,0-8-8,13-7-4,9-6 4,7-9-11,11-6-3,7-5 2,2-4-6,-1-6 0,-5-16-11,-12-5 2,-8-4 1,-7 0-2,-8 3-1,-5-3 4,-2 6 3,-1 10 4,0 5-1,0 10 2,0 0 4,0 2-5,0 13 3,3 2 2,6 0 0,5-6 2,5-2-2,6-9-1,6 0-2,5-4 1,-1-12-1,-7-3-2,-8 0-4,-9-3-25,-5-1 10,-4 0 11,-2 8 7,0 6 0,0 9 1,0 0-7,0 24-5,-5 4 12,-2 5 13,0-2-2,1-6 3,1-3-6,4-8 3,-1-7-10,2-6 2,0-1-1,0-1 6,0-17-6,6-4-2,4-3-13,-1-3 2,2-2 5,-2 3 3,4 2 0,1 8 3,-1 13-6,1 4 5,-1 9 2,-4 15 2,-2 2 4,0-2-2,-4-6 6,-3-3-11,0-5 9,0-5-5,0-3-2,0-2-1,2 0 5,1-5-6,3-12-2,3-1-8,3-6 4,0 1 3,0 0 3,3 7 0,-2 9 1,5 7 11,0 5 1,3 22 11,0 11 11,-3 7-20,-3 3-4,-5 1-11,-4 0-1,0-6-22,-3-3-76,-3-8-150,0-9-567</inkml:trace>
  <inkml:trace contextRef="#ctx0" brushRef="#br0" timeOffset="304558.1443">24212 17905 296,'0'0'436,"0"0"-354,-80-92-16,60 66-31,6 2 31,9 2 8,5 4-24,0 3-17,10 1-19,4 5-4,2 9-4,-2 0 3,2 39-1,-4 28 16,-4 26 20,-7 14-10,-1 2-16,0-13-11,5-16-6,11-19 2,11-17 2,8-19 4,13-15-5,3-10 2,7-3-6,-6-19-19,-7-7-8,-13 0 3,-16 8-4,-9 7-8,-7 14 28,0 4-10,-9 28 15,-10 12 3,4 8 16,2 1 1,4-9 8,3-5-1,-2-10-11,-1-8-6,-7-1-7,-8-3 0,-6-4 0,-7-3-20,-3-2-40,-1-7-61,4 1-20,4-2-176</inkml:trace>
  <inkml:trace contextRef="#ctx0" brushRef="#br0" timeOffset="309908.2721">19744 2500 625,'0'0'288,"0"0"-234,0 0 5,0 0 0,0 0-43,0 0-16,0 0 0,-8 147 1,19-61 13,-3 0-9,-3-3 1,-3-11-2,-2-11 0,0-13-4,0-12-42,1-13-50,2-13-41,0-10-193</inkml:trace>
  <inkml:trace contextRef="#ctx0" brushRef="#br0" timeOffset="310109.7643">19749 2414 346,'0'0'159,"81"-40"-39,-40 40-42,-5 5-14,-8 26 25,-9 12-26,-14 10-43,-5 2-2,-21 0-14,-18-1-4,-6-5-1,1-9-100,9-12-80,13-13-77</inkml:trace>
  <inkml:trace contextRef="#ctx0" brushRef="#br0" timeOffset="310858.0744">20285 2404 912,'0'0'24,"0"0"-20,0 0 8,-7 119 31,4-73-9,3-5-4,0-11-8,6-9-7,9-7-13,4-7 2,4-7 1,7 0 0,1-11-5,-1-13-25,-3-6-41,-8-5-7,-7-2 24,-6-2 19,-6-1-1,0 8 31,0 10 5,0 13 25,0 9-7,0 20-23,0 16 0,0 10 7,10-3 17,2-6-2,6-10-14,3-11 4,5-10 1,5-6 18,3-4-9,2-23-9,-2-11-9,-4-11-4,-9-8-13,-9-2-1,-9-2 3,-3 0 5,0 2 5,-6 7 2,-3 16 6,1 13 6,5 23-6,0 7-7,0 30-15,0 19 15,0 9 5,3 7-2,0-3 0,0-5-1,0-12 4,0-15 3,0-15 1,0-12 1,2-10-7,7 0 3,3-15 3,3-14-10,1-6-2,1-7-17,-2-5-11,4 3 5,3 10 2,6 12-11,2 17 24,2 5 6,-7 12 4,-5 20-1,-10 10 1,-10 1 0,0 1 12,-12-4 21,-13-2-22,-5-8-1,2-3-9,-1-7-1,7-9-5,5-9-48,10-2-121,7-17-211</inkml:trace>
  <inkml:trace contextRef="#ctx0" brushRef="#br0" timeOffset="311229.8292">21061 2023 844,'0'0'80,"0"0"11,0 0-32,0 0-46,2 80-9,-1-13 21,5 8 2,3 0-13,5-9-8,2-10 0,8-16-3,6-17 2,3-16-5,7-7-2,5-13-22,5-20-28,-2-9-20,-5-6-28,-8 0 11,-13 1 30,-7 5 30,-9 4 29,-3 7 4,-3 12 39,0 10 24,0 9-6,0 9-39,0 20-20,-3 13 15,-5 3 19,2 1-16,3-6-9,3-10-10,0-9 4,0-11-5,0-10-13,0-1-97,0-25-168</inkml:trace>
  <inkml:trace contextRef="#ctx0" brushRef="#br0" timeOffset="311381.892">21460 1888 778,'0'0'52,"0"0"15,0 0 4,0 0-57,0 0-14,0 0-14,-8 38-34,20 4-88,9 3-179</inkml:trace>
  <inkml:trace contextRef="#ctx0" brushRef="#br0" timeOffset="311617.8352">21930 2112 1098,'0'0'17,"0"0"4,0 0 43,0 0-26,-103 4-24,68 37-13,-2 13 5,6 5-2,10 5-3,8-4-1,13-9-11,0-8-31,28-15-84,8-10-78,4-13-286</inkml:trace>
  <inkml:trace contextRef="#ctx0" brushRef="#br0" timeOffset="311964.8256">22729 2123 918,'0'0'51,"0"0"9,0 0 12,0 0-15,0 0-45,0 0-12,-17-11-22,17 48 22,5 9 1,0 3-1,-2-5-27,-2-4-56,-1-9-23,0-11-124,0-12-110</inkml:trace>
  <inkml:trace contextRef="#ctx0" brushRef="#br0" timeOffset="312259.1913">22568 2015 707,'0'0'47,"-1"-92"24,4 47-41,19 1-13,4 9-14,-1 9-4,0 16 1,-9 10-10,-8 25 10,-8 31-33,-13 28 33,-25 24 0,-10 16 0,-2 3 2,9-12-1,16-21 2,17-23 10,8-22 16,23-17-7,20-13-4,17-16-6,13-3-12,15-23 0,3-14-34,0-9-139,-10-11-135,-14-8-101</inkml:trace>
  <inkml:trace contextRef="#ctx0" brushRef="#br0" timeOffset="312398.1068">23234 2003 736,'0'0'76,"0"0"-62,-35 78-10,16-11 17,-1 7-9,7 1-7,4-8-5,3-8-5,3-16-60,-1-13-147,-4-12-269</inkml:trace>
  <inkml:trace contextRef="#ctx0" brushRef="#br0" timeOffset="313608.008">22940 2337 271,'0'0'678,"0"0"-676,0 0 6,0 0 6,85-13 17,-23-1-16,8-5-4,-1-2-11,-5-1-4,-13-1-25,-14 0-85,-11 2-68,-13 4 29,-6 5 68,-7 8 85,0 4 18,-5 3-7,-9 17 42,-2 11 37,5 4-15,5 1-10,6-3-15,0-8-18,6-5 1,12-9 2,3-7-1,3-4-21,6-3-11,0-14 9,-1-6-11,0-4-16,-4-5-16,-5 0 6,-4-1-15,-10 1 31,-6 0-3,0 0 11,-12 9 2,-12 5 18,-4 12-6,-4 6 6,1 14-5,-2 19 0,5 13 9,6 4 9,7 6-14,9-5-12,6-9-1,4-10-1,20-10-3,7-14 3,5-8 10,4 0-9,2-11-4,3-15-2,-6-5-36,-3-4-27,-8-5 35,-6 2 1,-10 1 6,-5 1-5,-7 3 28,0 8 23,0 9 12,0 15 20,-7 1-28,-2 18-24,2 14 25,2 1-15,5 1 7,0-4 2,14-6-12,8-6-4,3-5 11,8-8 9,3-5-4,3 0-13,3-12-4,1-9-1,0-5 0,0-2-4,-5-2-12,-5 0 10,-10-3-6,-7 2-9,-12 1 1,-4 6-2,0 7 11,-23 9-6,-9 8 6,-11 3 4,-2 23 3,0 13 5,9 4 9,9 3-1,14-6-9,8-6-4,5-6 0,0-7 2,15-8 2,3-8-4,2-5 11,4-2-11,-1-18-7,3-5-12,-4-5-45,-1-1-32,-3-2 7,-8 0 32,-2 3 46,-4 11 7,1 8 4,-5 11 11,0 7-5,0 19-3,0 8 50,0 3-2,0-4-21,0-4-5,1-5-15,14-9-6,6-8 35,4-7 8,7 0-9,5-17-20,6-11-11,3-6-6,-4-4 0,-4-4-1,-7-6-6,-3-4-10,-7-3-11,-6-2 23,-2 2 4,-5 6 4,-2 9 14,-3 16 4,-1 13 11,-2 11-19,0 9-14,-3 20-30,-11 15 30,-4 7-10,6 4-45,2 1 11,1-2-16,3-5-32,-6-7-95,-4-6-97</inkml:trace>
  <inkml:trace contextRef="#ctx0" brushRef="#br0" timeOffset="314258.221">24239 2123 802,'0'0'51,"0"0"-25,25-101 13,2 68-8,8 4-24,4 5-7,2 5-18,4 5 2,-2 0 15,0 3 1,-5 3 9,-5 2-8,-8 6 13,-7 0-1,-3 13-13,-6 12 2,-2 4 1,2 4-2,-3-3 1,2-8 1,1-8-1,4-5 1,1-9 19,3 0 16,4-6-18,5-15-10,2-4-10,0-5-29,-2-3-10,-7 1 15,-8-3 3,-8-1-21,-3 0 31,0 2 7,-19 3 4,-9 7 0,-6 11 5,-8 10 3,0 3-2,3 22 16,2 13 1,9 10-4,5 4-9,7 0-1,13-8-9,3-6-1,8-13 1,16-9 23,1-10 2,5-3-14,2-9-4,6-15-7,2-6-47,2-5-9,-3-4 22,-9-4 10,-4 0 6,-6 0 0,-5 5 18,-5 11 0,-3 13 39,-4 14 4,-3 3-33,0 24-6,-1 11-4,-12 6 15,4 1-7,4-4-4,5-4 1,0-7-1,11-4-4,14-6-3,11-6-27,4-7-211,6-7-372</inkml:trace>
  <inkml:trace contextRef="#ctx0" brushRef="#br0" timeOffset="314638.3375">25738 1370 961,'0'0'104,"0"0"-54,0 0-10,0 0-29,-62 78 14,29-32-1,-1 4 6,-5-3-14,2-1-12,4-8-1,6-10-3,12-8 0,6-12-27,9-5-15,0-3-37,0 0 24,15-4 34,7-5 20,1 4 1,4 5 0,3 0 3,1 17 12,3 8 9,2 3-5,3-1-2,-2-5-5,3-3-12,3-6-4,-2-8-60,-2-5-172,0 0-506</inkml:trace>
  <inkml:trace contextRef="#ctx0" brushRef="#br0" timeOffset="315108.0295">25871 1542 926,'0'0'95,"0"0"-34,0 0 40,0 0-43,0 0-58,0 0-7,21 97 7,-10-39 8,-4-7-7,-2-7 0,-1-12-2,-1-9-11,-2-9-55,-1-13-72,2-1-39,-1-20-193</inkml:trace>
  <inkml:trace contextRef="#ctx0" brushRef="#br0" timeOffset="315858.2361">25848 1396 582,'0'-77'114,"7"-3"-30,22 9-43,10 16-12,8 18-15,5 20-3,-5 17 7,-8 13-12,-15 43-6,-24 32-1,-5 23 1,-37 20 9,-13-2-7,-4-9 6,10-15 3,15-21 14,19-19 8,15-14 9,18-16-20,25-13-13,14-15 4,13-7-13,9-20-3,3-17-123,-1-11-162,-11-11 108,-11-8 63,-14-6-3,-14-3 7,-13 4 47,-4 14 66,-10 22 253,-4 18-9,0 18-48,0 20-104,-10 27-88,-8 19 30,4 8 8,3-2-24,6-5 1,4-11 3,1-12-10,0-10 30,0-13-17,0-8-7,0-10-12,0-3 5,0-4 10,0-18-21,3-10-6,0-11-32,3-4-27,1-6 13,0 1 34,4 10 17,1 14 2,1 17-3,2 11 1,5 7 1,0 19 3,4 8 15,-4 0 2,2-3 9,2-4 5,0-7 14,3-7-6,4-8-12,5-5-10,2-1-18,0-19-4,-4-10-9,-7-5-40,-6-9-33,-9-8 22,-5-10 10,-5-3 44,-2 2 8,0 6 52,0 19 42,0 17-13,0 16-36,0 5-36,-3 27-9,1 18-2,2 15 2,0 5 4,0-2-1,5-6-3,2-8 0,-5-8-32,-2-9-76,0-9-51,-12-12-270</inkml:trace>
  <inkml:trace contextRef="#ctx0" brushRef="#br0" timeOffset="316860.2837">26781 1771 1029,'0'0'24,"0"0"-15,0 0 1,126-15-1,-68 5-1,3-3-1,0-10 16,-5-2 5,-4-7-19,-2-1-7,-8-4 5,-4 0-7,-9 1-30,-8 0-7,-12 8 27,-7 6 0,-2 7 10,-11 12-3,-14 3-2,-5 9 0,-3 15 1,5 10 4,4 4 1,10 0 3,11 0-4,3-4-1,13-6 1,15-7 4,6-6 20,9-7-4,7-6-6,8-2 3,6 0-12,2-16 11,-4-5-8,-8-7 3,-12-2-9,-12-4-2,-14 2-4,-11 2-26,-5 3 29,-6 6 0,-17 6 1,-5 5-3,1 4 3,1 6-2,6 0-8,2 0-21,6 11-13,3 2-15,0 7-2,5 6-25,1 11 58,-2 12 16,4 12 12,-1 10 2,2 9 46,0 9-29,0 7 38,9 4 21,3-2-23,-5-5-31,-4-11-14,-3-17 2,0-16-12,-4-19-1,-11-20-17,0-10 5,2-17 9,5-25 4,8-14-5,0-10 5,15-9 0,9-4 0,6-2 8,4-1-8,6 1 0,-1-1-2,3 6-3,1 3-6,1 9 11,-5 10 0,-10 12 5,-8 11 10,-12 10 9,-7 8-6,-2 6-6,0 7-9,-11 0-3,-8 13-6,-1 13-1,1 9 1,7 1 0,10-1 6,2-5 0,6-8-3,17-6 1,5-9 2,3-7 0,5 0-22,2-6-19,3-12-24,2-4-5,-4-4 24,0-2 39,-6 0 7,-6 1 35,-9 6 26,-9 6 12,-6 8-23,-3 7-8,0 0-42,-2 20-8,-7 13 8,2 5 1,7 3 3,0-5-4,7-3-3,18-7 0,5-8-48,3-6-67,6-6-199</inkml:trace>
  <inkml:trace contextRef="#ctx0" brushRef="#br0" timeOffset="317990.1868">28664 1224 232,'0'0'319,"0"0"-199,0 0-11,0 0-15,0 0-23,-46-71-26,40 63 12,3 6-13,0 0 5,1 2-19,2 0-17,0 0-6,0 0-5,0 7-2,0 16-14,14 11 12,16 4 1,14 3 1,12-8 10,9-7-4,2-9-6,-5-13 0,-11-4-2,-13 0-6,-14 0 3,-10-4-1,-11 1 6,-3 2-5,0 1 11,-7 0-6,-16 1 0,-12 22 0,-9 12 1,-6 8-1,-2 6 9,3 2-1,4-2-1,5-1-5,8-7 2,7-6 1,9-5-5,10-8-4,6-3-67,15-11-173,20-8-535</inkml:trace>
  <inkml:trace contextRef="#ctx0" brushRef="#br0" timeOffset="319151.9637">30172 1089 970,'0'0'100,"0"0"-1,0 0-25,0 0-66,0 0-2,-49 112-6,43-46 11,5-1-2,1-9-3,0-12-2,0-9-6,0-8 2,3-9-109,6-9-129,0-9-279</inkml:trace>
  <inkml:trace contextRef="#ctx0" brushRef="#br0" timeOffset="319311.7191">29962 973 937,'0'0'21,"0"0"11,0 0-32,0 0-30,0 0 9,118 10-232,-65-3-338</inkml:trace>
  <inkml:trace contextRef="#ctx0" brushRef="#br0" timeOffset="319500.8384">30496 906 1051,'0'0'6,"0"0"-5,-9 72-1,6-22 18,2 6 2,1-3-10,0 1-9,0-6-2,0 0-34,0-10-140,0-10-318</inkml:trace>
  <inkml:trace contextRef="#ctx0" brushRef="#br0" timeOffset="319668.3869">30304 1239 800,'0'0'108,"0"0"-69,0 0-25,83-62-3,-30 40-11,2 1-34,-1 0-123,-9 0-93,-4 0-19</inkml:trace>
  <inkml:trace contextRef="#ctx0" brushRef="#br0" timeOffset="320888.2462">30701 1095 302,'0'0'51,"0"0"46,-15 85 2,15-64 8,0-5-44,18-4 16,2-5-20,9-7-23,4 0-21,-4-9-6,3-10-5,-6-4 1,-4-1-3,-5 0 1,-7-3-3,-9 2-5,-1-2 1,-1-4 2,-17 2 0,-5 3 0,-5 9-2,-7 11 2,-3 6 2,-2 19 0,4 15 3,3 9 11,11 10 4,11 0-3,11 1-3,0-5-5,18-8-6,16-13 11,8-9 22,5-15-10,3-4-14,1-7-10,-3-17-9,-4-7-22,-3-6-41,-10-4 21,-6 0 11,-8 0 5,-4 2 5,-7 2 30,-3 8 2,-3 10 25,0 11 2,0 8 26,0 3-49,-1 18-6,-7 5 0,2 4 8,6-3 8,0-3-12,6-6 2,12-6 11,7-5 0,5-7-4,5 0-7,1-3-1,-1-14-5,-5-2-44,-7-1 6,-7-2-27,-4 1 18,-5 0 2,-3 0 18,-4 5 27,0 5 0,0 10-6,0 1-6,-8 17 12,-6 8 4,4 6 7,3 0-1,7-3 13,0-4-15,3-4 19,17-6 2,7-7 22,6-5-11,3-2-19,1-7-15,0-12-1,-3-5-5,-5-1-2,-6-2-1,-10-2 1,-9 1-12,-4-1 3,0-1 6,-7 3 3,-16 9-1,-3 8 0,-6 10 1,-4 0-4,1 24 5,-1 10 1,3 4 11,4 1-1,10 0-3,9-7 0,10-4-6,0-6-1,10-8 0,11-7 9,6-7 5,-1 0-10,5-9-4,-1-10-13,-2-6-13,-3 0-28,-4-2-7,-4-1 21,-3-2 3,-6 0 37,0 5 4,-5 7 6,-2 9 35,-1 9-9,0 9-34,-9 19 8,-6 9-5,0 2 24,6 0-9,6-6-8,3-4-9,0-7-3,15-8 18,7-7-4,4-7-5,0 0-7,4-15-2,-1-10-19,-2-4 2,-2-3-1,-1-6-18,-5-3 11,-2-7 16,-1-3 9,-1 0 17,0 6 21,-2 10 23,-3 13 11,-5 16-17,-5 6-28,0 11-27,0 23-14,-3 12 14,-5 7-3,1-2-8,4 1-48,3-6-53,3-8-90,14-7-221</inkml:trace>
  <inkml:trace contextRef="#ctx0" brushRef="#br0" timeOffset="321047.8415">31827 1041 963,'0'0'133,"0"0"-133,0 0-18,0 0-45,0 0-202,109-63-351</inkml:trace>
  <inkml:trace contextRef="#ctx0" brushRef="#br0" timeOffset="321427.9422">32406 821 509,'0'0'134,"0"0"-37,0 0 53,0 0-56,0 0-19,-95-48-35,57 59-4,-5 20 7,-2 14-11,8 11-20,7 1-1,15 1-11,15-1-1,4-7 0,32-3-2,12-8-1,17-9-52,9-8-47,1-13-112,-5-9-270</inkml:trace>
  <inkml:trace contextRef="#ctx0" brushRef="#br0" timeOffset="321665.0053">32701 681 891,'0'0'9,"0"0"1,0 0-2,0 0-1,0 0 7,62 129-2,-52-49 0,-7-1-8,-3 0-1,-4-4 7,-19-9-8,-5-5-2,-1-12-7,4-13-39,3-14-62,8-8-76,6-12-132</inkml:trace>
  <inkml:trace contextRef="#ctx0" brushRef="#br0" timeOffset="322313.97">33209 684 722,'0'0'123,"0"0"-99,0 0 39,73-89 27,-67 71-3,-6 1-49,0 1-7,-15 2-24,-11 4 2,-5 7-3,-3 3 3,7 0-9,3 16-5,5 8 3,8 7-3,8 7 1,3 3 0,0 0-11,11 2-4,5-6-8,-1-2 6,-6-3 9,-2-7 2,-7-4-2,0-3-14,0-7 12,-17-1-13,-7-5 22,-3-2 5,-1-3-4,0 0 9,3 0-4,3 0 2,7-2-1,3-3 6,9-2 15,2 1-3,1 1 1,0-1-10,0 2-1,0 2-10,4 2-4,-1 0 1,0 22-4,0 8 7,-3 10 0,0 3 13,-1 9 0,-8-2-1,-2 1 19,1-3-2,2-7-15,4-6-8,4-8 0,0-7-4,0-6 4,4-4-6,11-3-9,3-3-72,4-4-90,1 0-281</inkml:trace>
  <inkml:trace contextRef="#ctx0" brushRef="#br0" timeOffset="322488.043">33246 1360 1137,'0'0'38,"0"0"-27,0 0 69,0 0-11,0 0-41,0 0-28,-29-10-6,12 10-217</inkml:trace>
  <inkml:trace contextRef="#ctx0" brushRef="#br0" timeOffset="326823.9364">24181 2898 582,'0'0'103,"0"0"-41,0 0 54,0 0-37,0 0-29,-1-106-24,11 66-11,6-6-3,-2-5-3,2 1-4,-4 0 6,0 9 3,-8 16 11,-1 12-4,-3 13 10,0 7-31,0 26-7,0 10 7,2 4 4,9-5-2,6-6-2,9-10-3,6-6 1,10-7 2,7-6-2,1-7-2,1 0-20,-4-4-8,-7-13-13,-5-3 18,-8-1 0,-11 3 23,-9 3 3,-7 7-5,0 4 6,0 4 0,0 0 2,-3 11-2,-1 10 0,4 3 0,2-3 4,23-4-2,11-5-3,10-7 1,3-5 0,-4 0 7,-3-11 0,-8-6-7,-5-6-9,-9 0-4,-9-3-5,-7-2-17,-4 1 12,-6 2-15,-13 0 38,-8 3 3,-3 7 3,-3 10-4,-1 5-2,0 14 0,1 22 0,7 8 0,9 3 7,12 3-5,5-5-2,14-7-22,20-9-18,6-9-50,7-12 80,3-8 5,1-5-12,-3-22-192,-2-6 34,-4-7-6,-3-1 84,-10 0 97,-5 2 189,-9-4-90,-8 1 7,-4-3-23,-3 8 78,0 12-54,0 14 5,0 11-61,0 17-51,0 16-11,0 14 9,0-1-8,0-2-45,5-3-15,6-7-38,-4-5-80,-6-6-233</inkml:trace>
  <inkml:trace contextRef="#ctx0" brushRef="#br0" timeOffset="327839.9657">25000 2714 599,'0'0'317,"0"0"-273,0 0-18,0 0-26,81-63 1,-22 45-4,6-2-4,1-2-54,-4-1 28,-13 3 13,-13 4 20,-17 10-8,-13 6 3,-6 0 3,0 21 2,-12 11 0,-1 9 50,2 2-13,8-3-3,3-1-14,6-4-14,17-9 2,3-6 2,4-8-2,2-9 0,-1-3-8,-1-9-21,-3-12-3,-3-5 2,-2 0 22,-4-3 2,-3 2 0,-6 2 0,-3 3 12,-3 4 12,-3 9 12,0 6-8,0 3-22,0 7-8,0 14-1,0 3 1,7-1 17,10-4-5,4-4-6,5-5 5,6-8 6,2-2-9,5-1 10,5-19-5,0-5-8,-3-3 1,-9-1-4,-13 1-2,-5-1-6,-11 0-26,-3 2 10,0 8 6,-15 5-20,0 9 22,-3 5 14,1 2-10,1 15 7,3 5 3,2 2 1,5 0-1,6 2 0,0-5 0,5 1 0,14 0 4,6-3 7,5-3 7,6-5-2,5-4-14,6-4 1,3-3-3,-1 0 0,-4-3-14,-7-8-19,-8-1 6,-9-1-1,-6-1 28,-8-1 0,-4 2 15,-3 1-2,0 2 3,0 1-5,2 4 7,-2 3 12,1 2-19,-1 0-11,3 7-11,-3 10 11,2 7 7,-2 2 1,3 0-5,-2 3-3,4-5 6,-1-3-5,1-6-1,-1-3 2,-2-8-2,-2-4-35,0 0-19,0-4 14,0-16-66,3-5 20,4-4-18,3 0 56,3-2 48,4 0 0,0-3 63,4 3 11,-4 7 2,-1 8-22,-3 13-21,-3 3-12,2 6-8,3 12-10,-3 5 5,0 1-8,-5 1 0,0 2 0,2 0-71,5 0-154,3-5-159</inkml:trace>
  <inkml:trace contextRef="#ctx0" brushRef="#br0" timeOffset="328847.1874">27336 2513 1162,'0'0'14,"0"0"-13,0 0-2,0 0 5,0 0-2,-58 104 2,58-73-2,0-5 2,2-5-4,2-6 5,-1-6-10,-1-6 5,-1-3-18,2-2 8,2-15-1,3-4-33,3-6-19,3 0 23,2-2 32,-1 1 8,3 5 4,-2 7-4,-2 10-7,2 6-8,2 6 15,3 16 5,2 3 1,3-1 1,6-3 9,3-4-5,2-5 2,5-8 1,1-4 1,-4 0-3,-1-7-6,-6-10-4,-5-2 4,-8 0-4,-5-4 3,-8 0-2,-6-2-1,0-1 8,-6 0-10,-12 5 0,-3 7 0,-1 9 0,-3 5 0,-1 14-4,2 16-2,5 6 5,5-1 0,7-1 1,7-3 0,0-6-6,16-2 6,14-6 0,5-7 3,6-8-6,5-2 1,1-2-42,-1-15-24,-3-5-15,-7-3-123,-9 0 41,-9-4 99,-8-1 66,-8 1 25,-2 4 132,0 5 2,0 8-13,-5 12-41,-1 0-47,0 13-58,1 10 0,2 2 4,3-1-2,0-4-1,3-6-1,13-5-1,3-3 1,2-6 3,8 0-2,-1-2-1,-3-11-22,-4-1-3,-7-3-9,-8-1 0,-3 2 24,-3 2 8,0 6 2,0 5 7,0 3 2,0 3-9,0 12-5,0 5 5,0-2 5,13-4 3,3-4 11,7-4 0,0-5 2,3-1 0,1 0 4,-3-10-16,0-5 1,-7-2-3,-3-3-6,-3-1 3,-4-3-4,-6-3-4,-1-2 1,0-1-20,0 2-50,-3 4-49,-7 10-179</inkml:trace>
  <inkml:trace contextRef="#ctx0" brushRef="#br0" timeOffset="329648.1088">29150 2088 921,'0'0'25,"0"0"31,0 0 61,0 0-58,0 0-46,0 0-13,0 0-13,51 61 13,-43-16 3,-1-1-3,-5-4-14,-2 2-50,0-7-60,-12-7-183,-5-9-45</inkml:trace>
  <inkml:trace contextRef="#ctx0" brushRef="#br0" timeOffset="329838.9002">29079 2115 926,'0'0'47,"0"-78"-6,19 43 6,11 6 6,5 4-51,5 10-2,3 9 0,-4 6-11,-6 11-36,-16 21-61,-14 7-79,-3 11-52,-32 3-156</inkml:trace>
  <inkml:trace contextRef="#ctx0" brushRef="#br0" timeOffset="329968.1405">28957 2493 643,'0'0'54,"0"0"-39,0 0 69,0 0-14,80 42-29,-25-42-31,11-3-10,4-13-240,1-5-238</inkml:trace>
  <inkml:trace contextRef="#ctx0" brushRef="#br0" timeOffset="332774.0551">29828 2053 653,'0'0'43,"0"0"22,0 0 9,0 0-29,0 0-41,-88 9 0,61 25 8,5 11 14,7 3 15,4 2-7,11-6-28,0-6 1,9-4-7,11-9 1,2-5-3,-4-10-17,-5-10-107,-11 0-148,-2-14-204</inkml:trace>
  <inkml:trace contextRef="#ctx0" brushRef="#br0" timeOffset="333368.187">29520 2253 252,'0'0'459,"0"0"-367,0 0-13,0 0-55,0 0-23,0 0 18,116-1 6,-57 0-18,9-11-5,0-3 5,-4-1-6,-11 2-1,-14 2-10,-16 6-29,-13 3 12,-10 3 19,0 0-7,0 5 15,0 9 10,0-2 0,0-1 11,0-2 8,3-4-14,14 1-8,5-6 3,4 0 1,-1 0-1,2-8-7,-5-7 3,2 0-2,-6-5 5,-5-1-9,-6 0 12,-7 1 3,0 3-13,-13 6 10,-12 8-2,-5 3-10,-4 14-4,-2 16 4,6 8 0,8 4 7,11-2-2,11-4-5,0-4 3,14-9-5,10-6 2,4-10-1,3-7 1,1 0-5,-1-19 5,0-8-16,-1-4-45,-3-2 49,-5-1 7,-4 2 4,-6 0 1,-4 0 2,-5 8 14,-3 9 20,0 9 10,0 6 3,1 6-49,2 21-6,5 10 3,10 3 3,8 1 0,13-1 0,12-6-6,7-7-54,8-9-76,2-13-355</inkml:trace>
  <inkml:trace contextRef="#ctx0" brushRef="#br0" timeOffset="333727.9886">31171 1884 1032,'0'0'85,"0"0"-30,0 0-42,0 0-12,0 0 4,-93 67-4,48-31 13,-2-1-12,0-4 3,4-4-2,4-6-3,7-6 1,8-8-2,12-2 1,7-4 0,5-1 1,0 0-1,0 0-2,0 0 2,2 0 4,8 0 6,4 0-5,8 17-5,6 7-2,4 4 2,2 1 5,2-4-5,5-3-3,4-5-62,3-5-138,-3-12-238</inkml:trace>
  <inkml:trace contextRef="#ctx0" brushRef="#br0" timeOffset="334058.275">31477 1850 1037,'0'0'76,"0"0"-69,0 0 13,0 0-15,0 0-4,25 104-1,5-74 10,4-7-10,3-7 5,-2-9-5,-1-7 0,-4 0 3,-8 0 0,-4-10-2,-12 0-1,-4 1-7,-2 2 4,0 2-2,-7 5 2,-12 0 3,-6 17-8,-6 10-16,-1 3-28,4 3-24,8 2-30,9-4-177,11-5-232</inkml:trace>
  <inkml:trace contextRef="#ctx0" brushRef="#br0" timeOffset="334333.1065">32109 1810 978,'0'0'29,"0"0"19,0 0 60,0 0-66,-85 4-37,41 32 5,0 6 1,8 4-5,14 3-3,10-3-3,12-3-5,0-7-2,17-3-13,15-8-40,11-7-23,8-8-47,0-10-167,-4 0-290</inkml:trace>
  <inkml:trace contextRef="#ctx0" brushRef="#br0" timeOffset="334568.3015">32388 1706 784,'0'0'0,"0"0"0,0 0 8,0 0 13,89 114-15,-78-60 2,-6-2 5,-5-1 39,-2-5-17,-16-2-16,-3-6-8,-1-5-11,3-7 0,2-9-55,4-6-167</inkml:trace>
  <inkml:trace contextRef="#ctx0" brushRef="#br0" timeOffset="335398.1282">32905 1642 697,'0'0'91,"0"0"9,0 0-17,0 0-8,0 0-12,0 0-24,-22-62-34,-3 61-3,3 1 0,1 0 1,4 7-3,5 10 0,2 3 0,7 3-10,3 4 7,0-1 2,0 1-10,13-4-23,4 1-6,4-2-1,-2-1 14,1-3 5,-6-1 22,-3-4-3,-10-6-9,-1-3 12,0-1-13,-4-3 2,-11 2 11,-1-2 7,-2 0 5,0 0-4,1 0 8,4-3-4,3-2 15,4 1 6,4 0-1,2 0 15,0 1-21,0 3-9,0 0-2,0 0-14,0 0-2,0 0-5,0 7-4,0 13 10,0 8 2,0 6-2,0 2 11,-3 2-2,-3-2-3,0-5 5,2-2-5,4-2-6,0-3-4,0-2-122,16-4-75,3-7-296</inkml:trace>
  <inkml:trace contextRef="#ctx0" brushRef="#br0" timeOffset="338982.901">25897 18255 783,'0'0'33,"0"0"23,0 0 5,-11-89-2,28 70-14,5 7-13,-2 11-2,-1 1-8,-7 32 3,-6 18 1,-6 13-2,0 9-6,0-7-6,0-11 3,0-16-9,3-16 0,15-9-3,4-10-3,0-3 2,0-6-2,-5-12-1,-6 0-31,-8-2 7,-3 6 14,0 11-1,-9 3 0,-6 10 11,-2 21-2,7 10 6,1 2-1,6 0 8,3-2-4,0 5-1,3 19-1,9-3 3,-2-4 39,-1-13-44,-9-29-1,-4-5 7,-11-4-5,-3-1 0,3-5 0,-1-1 0,5 0 2,2-1-5,2-9-25,4-7-38,3-6-43,0-6-79,1-7-239</inkml:trace>
  <inkml:trace contextRef="#ctx0" brushRef="#br0" timeOffset="339198.1553">26687 18312 1082,'0'0'80,"0"0"-39,0 0 9,0 0 6,0 0-22,0 0-34,0 7-6,-2 31-45,-3 6-113,1-1-341</inkml:trace>
  <inkml:trace contextRef="#ctx0" brushRef="#br0" timeOffset="339390.095">26774 18745 1212,'0'0'99,"0"0"-67,0 0 46,-94 103-44,71-62-19,1 3-15,6-2-6,4-8-68,10-12-170,2-11-190</inkml:trace>
  <inkml:trace contextRef="#ctx0" brushRef="#br0" timeOffset="341081.8751">28715 18364 262,'0'0'65,"0"0"-28,0 0 26,0 0 9,0 0-17,0 0-12,-26-9 19,19 9-5,4-1 8,0-2 10,2-3-14,-1-1-1,2-4 11,0-1-8,0-2-20,3-2-13,8 0-4,4 6-19,-3 3 12,1 7-8,-3 6-4,-4 32-1,-6 23 6,0 13 23,-16 7-2,-5-6-14,6-17-5,6-12-1,9-12-6,3-11-1,21-13-5,7-8 1,5-2 6,1-8-8,-4-12 0,-6-5 4,-7-1-4,-6-2 0,-5 3 2,-6 5-5,-3 7 3,0 8 0,0 5 4,-13 2-2,-5 18-2,-3 7 6,3 3-2,5 2 0,4 5-3,9-6 4,0 3-2,0 1-3,11-6-1,3 3 0,1-4 1,0 7 5,-4-2 0,-11-6-5,0-8-1,-17-18-16,-17 5 14,-9-6 3,-8 0-25,-5 0-47,-5 0-46,-1 0-149</inkml:trace>
  <inkml:trace contextRef="#ctx0" brushRef="#br0" timeOffset="344707.9226">30571 923 28,'0'0'136,"0"0"-124,0 0 4,0 0 39,0 0-3,0 0 30,0 0 4,-35-81 35,30 64 6,0-4-21,2-2-19,-1 1-17,1 4 5,1 5-6,1 6-8,1 4-6,0 2-21,0 1-18,0 0-12,0 0-4,9 8-2,11 5 2,7 0 5,14-9 11,14-4 34,18-21-17,17-25-7,8-16-16,2-5-9,-6-7 4,-7 5-4,-15 5 3,-16 1-1,-16 11-3,-16 15 1,-14 13-1,-8 21-11,-2 3-25,-3 29-31,-16 16-5,-7 14-39,-3 4-52,-4-5-36,-2 0-228</inkml:trace>
  <inkml:trace contextRef="#ctx0" brushRef="#br0" timeOffset="345088.009">30622 687 755,'0'0'61,"0"0"-14,0 0-13,0 0-4,0 0 4,0 0 0,-17 15 24,42-15 21,17-5-8,20-22-3,12-13-28,13-7-18,4-4-13,1-6 3,1 2-3,-7-1 0,-11-3-8,-8 1 0,-10 5 8,-10 10-8,-12 18-1,-16 12 0,-13 13-1,-6 15-35,0 24-11,-19 16 44,-11 4-34,-6 1-50,-3-3-20,-4-7-20,1-4-68,-1-8-177</inkml:trace>
  <inkml:trace contextRef="#ctx0" brushRef="#br0" timeOffset="345371.9661">30532 846 657,'0'0'191,"0"0"-141,140-102 4,-47 46 40,17-6-28,11-5-24,0-4-21,-8 2-12,-16 7-3,-19 7-2,-19 15-4,-20 20-1,-15 20-9,-16 5-74,-8 30-56,0 7 60,-15 1-102,-6-2-143</inkml:trace>
  <inkml:trace contextRef="#ctx0" brushRef="#br0" timeOffset="347877.9082">19195 2257 833,'0'0'12,"0"0"0,0 0 22,0 0-19,0 0-3,0 0 7,0 0-19,-64-25-5,46 52 4,-8 12 1,-5 12 4,1 12-3,2 7 1,6 2 6,11-3 6,11-5-14,0-11 7,25-6-6,13-8-1,7-6 2,7-8-2,0-5-3,-1-8 0,1-7 1,-3-5 1,-1 0-3,-4-14-7,-8-4 7,-10 6 4,-14 6 0,-12 5 3,0 1-3,0 11-10,-9 19 10,-1 8 3,0 6-2,9-2-1,1-4 7,3-4-6,19-7 0,7-6-2,5-6 0,6-5-6,11-5-2,5-5 9,10 0 0,-2-6-20,-2-4-47,-9 3-30,-8 7-19,-9 0 52,-8 10 54,-4 13 10,-5 2 13,1 0 17,4-4 29,3-5 1,8-6-23,9-7-12,6-3-7,12-3-11,5-18-7,10-8-2,4-6-8,2-3 6,-2-1 4,-11 3 5,-7 8-4,-7 8-1,-2 8 0,0 2 2,3 3-2,5-3 3,6-6-2,4-4 0,6-3-1,4-7-6,2-4 2,-4 0-24,-4 2 16,-4 3 9,-8 7 6,-6 7-1,-6 5 28,-5 4-18,-6 4 5,-2 2-1,-3 0 3,-6 0-10,-2 10-9,-5 0-37,-2 0 10,-1-1 17,0-5-12,-2 0 9,-2-3 7,-5-1 0,-2 0-4,-4 0 0,-3-2 0,-2-8 3,0-3-25,-6-2-11,-10-3 42,-7 1 1,0 1 44,0 3 23,4 5 21,7 2-14,6 6-18,6 0-22,4 0-34,23 0 0,15 4 4,6 2-3,5-3-2,2 1-3,4-1 1,0 1 3,2 3 10,-3 1-8,-9 5 31,-9 1-13,-10 0 2,-11 2-10,-11-1-9,-8 2 1,-6 3 9,-23 3 23,-5 1-23,-7-1-3,5 2-7,1-3-1,9 1-3,6-2 1,7-1-43,5-2-106,6-5-40,2-3-172</inkml:trace>
  <inkml:trace contextRef="#ctx0" brushRef="#br0" timeOffset="348318.0514">22588 2575 793,'0'0'16,"0"0"29,-103-77 54,79 64-14,7 3-18,7 7-23,9 3-16,1 0-28,5 23-9,21 10 9,15 11 5,9 1-3,5-1-1,3 0 0,-4-3 0,-8-5-2,-7 0 2,-14-8-2,-10-1 2,-12-2-5,-3 1 6,-21 2-2,-18 3 17,-13 1-2,-6 2-9,-3 0-6,4-1 5,6-1-5,13-2-32,15-1-103,14-8-58,9-8-399</inkml:trace>
  <inkml:trace contextRef="#ctx0" brushRef="#br0" timeOffset="348518.2929">22625 3045 800,'0'0'0,"4"80"-45,-4-39-221,0-4 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1A1F-C936-49A7-AD71-B02A05D4723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7B4D-8308-44FA-B775-C8B81BEB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4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1A1F-C936-49A7-AD71-B02A05D4723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7B4D-8308-44FA-B775-C8B81BEB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7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1A1F-C936-49A7-AD71-B02A05D4723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7B4D-8308-44FA-B775-C8B81BEB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556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1A1F-C936-49A7-AD71-B02A05D4723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7B4D-8308-44FA-B775-C8B81BEB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7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1A1F-C936-49A7-AD71-B02A05D4723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7B4D-8308-44FA-B775-C8B81BEB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88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1A1F-C936-49A7-AD71-B02A05D4723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7B4D-8308-44FA-B775-C8B81BEB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64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1A1F-C936-49A7-AD71-B02A05D4723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7B4D-8308-44FA-B775-C8B81BEB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17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1A1F-C936-49A7-AD71-B02A05D4723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7B4D-8308-44FA-B775-C8B81BEB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23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1A1F-C936-49A7-AD71-B02A05D4723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7B4D-8308-44FA-B775-C8B81BEB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6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1A1F-C936-49A7-AD71-B02A05D4723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7B4D-8308-44FA-B775-C8B81BEB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159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1A1F-C936-49A7-AD71-B02A05D4723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7B4D-8308-44FA-B775-C8B81BEB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48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51A1F-C936-49A7-AD71-B02A05D4723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47B4D-8308-44FA-B775-C8B81BEB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9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06240" y="37440"/>
              <a:ext cx="11481840" cy="66848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0840" y="26280"/>
                <a:ext cx="11494080" cy="67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088640" y="1099080"/>
              <a:ext cx="5719320" cy="229104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8560" y="1089360"/>
                <a:ext cx="5739480" cy="231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27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06000" y="85680"/>
              <a:ext cx="7828920" cy="44845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5200" y="75960"/>
                <a:ext cx="7850160" cy="450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8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9320" y="143640"/>
              <a:ext cx="11342520" cy="57495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520" y="132840"/>
                <a:ext cx="11363400" cy="577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08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52120" y="252720"/>
              <a:ext cx="10923480" cy="66049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3120" y="246240"/>
                <a:ext cx="10941840" cy="66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5115960" y="688320"/>
              <a:ext cx="4368240" cy="234324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09120" y="679680"/>
                <a:ext cx="4385520" cy="236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56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640160" y="712800"/>
              <a:ext cx="9881280" cy="27345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9720" y="703080"/>
                <a:ext cx="9903240" cy="27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392480" y="344160"/>
              <a:ext cx="10208520" cy="554076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83120" y="335160"/>
                <a:ext cx="10224000" cy="555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98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01960" y="883080"/>
              <a:ext cx="10816920" cy="46720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880" y="872280"/>
                <a:ext cx="10836720" cy="469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967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85360" y="2520"/>
              <a:ext cx="11423880" cy="67831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4560" y="-10440"/>
                <a:ext cx="11443680" cy="680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163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4200" y="550800"/>
              <a:ext cx="8815680" cy="38552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0" y="539640"/>
                <a:ext cx="8835840" cy="387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062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423800" y="40680"/>
              <a:ext cx="10560240" cy="68169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1920" y="28440"/>
                <a:ext cx="10582560" cy="684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1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973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696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968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Selvi</dc:creator>
  <cp:lastModifiedBy>Selvi</cp:lastModifiedBy>
  <cp:revision>7</cp:revision>
  <dcterms:created xsi:type="dcterms:W3CDTF">2025-11-30T04:05:33Z</dcterms:created>
  <dcterms:modified xsi:type="dcterms:W3CDTF">2025-11-30T06:31:32Z</dcterms:modified>
</cp:coreProperties>
</file>